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 id="292" r:id="rId16"/>
    <p:sldId id="272" r:id="rId17"/>
    <p:sldId id="273" r:id="rId18"/>
    <p:sldId id="280" r:id="rId19"/>
    <p:sldId id="279" r:id="rId20"/>
    <p:sldId id="281" r:id="rId21"/>
    <p:sldId id="277" r:id="rId22"/>
    <p:sldId id="278" r:id="rId23"/>
    <p:sldId id="282" r:id="rId24"/>
    <p:sldId id="284" r:id="rId25"/>
    <p:sldId id="283" r:id="rId26"/>
    <p:sldId id="285" r:id="rId27"/>
    <p:sldId id="287" r:id="rId28"/>
    <p:sldId id="289" r:id="rId29"/>
    <p:sldId id="290" r:id="rId30"/>
    <p:sldId id="288" r:id="rId31"/>
    <p:sldId id="293" r:id="rId32"/>
    <p:sldId id="294" r:id="rId33"/>
    <p:sldId id="296" r:id="rId34"/>
    <p:sldId id="297" r:id="rId35"/>
    <p:sldId id="298" r:id="rId36"/>
    <p:sldId id="299" r:id="rId37"/>
    <p:sldId id="300" r:id="rId38"/>
    <p:sldId id="301" r:id="rId39"/>
  </p:sldIdLst>
  <p:sldSz cx="12192000" cy="6858000"/>
  <p:notesSz cx="6858000" cy="9144000"/>
  <p:defaultText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B7942"/>
    <a:srgbClr val="FFFFFF"/>
    <a:srgbClr val="FFFDF8"/>
    <a:srgbClr val="FFF9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80"/>
    <p:restoredTop sz="94722"/>
  </p:normalViewPr>
  <p:slideViewPr>
    <p:cSldViewPr snapToGrid="0">
      <p:cViewPr varScale="1">
        <p:scale>
          <a:sx n="111" d="100"/>
          <a:sy n="111" d="100"/>
        </p:scale>
        <p:origin x="60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DB35F-9DD1-3F5D-E81F-51EAFC2C24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W"/>
          </a:p>
        </p:txBody>
      </p:sp>
      <p:sp>
        <p:nvSpPr>
          <p:cNvPr id="3" name="Subtitle 2">
            <a:extLst>
              <a:ext uri="{FF2B5EF4-FFF2-40B4-BE49-F238E27FC236}">
                <a16:creationId xmlns:a16="http://schemas.microsoft.com/office/drawing/2014/main" id="{7776D35D-B190-930A-EBD7-B81923B228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W"/>
          </a:p>
        </p:txBody>
      </p:sp>
      <p:sp>
        <p:nvSpPr>
          <p:cNvPr id="4" name="Date Placeholder 3">
            <a:extLst>
              <a:ext uri="{FF2B5EF4-FFF2-40B4-BE49-F238E27FC236}">
                <a16:creationId xmlns:a16="http://schemas.microsoft.com/office/drawing/2014/main" id="{F095B22D-84D6-0F17-5DE2-242C7E94B7AD}"/>
              </a:ext>
            </a:extLst>
          </p:cNvPr>
          <p:cNvSpPr>
            <a:spLocks noGrp="1"/>
          </p:cNvSpPr>
          <p:nvPr>
            <p:ph type="dt" sz="half" idx="10"/>
          </p:nvPr>
        </p:nvSpPr>
        <p:spPr/>
        <p:txBody>
          <a:bodyPr/>
          <a:lstStyle/>
          <a:p>
            <a:fld id="{9792FB6C-F5A2-D14A-9093-7CDB2CA8BD6B}" type="datetimeFigureOut">
              <a:rPr lang="en-TW" smtClean="0"/>
              <a:t>2024/12/18</a:t>
            </a:fld>
            <a:endParaRPr lang="en-TW"/>
          </a:p>
        </p:txBody>
      </p:sp>
      <p:sp>
        <p:nvSpPr>
          <p:cNvPr id="5" name="Footer Placeholder 4">
            <a:extLst>
              <a:ext uri="{FF2B5EF4-FFF2-40B4-BE49-F238E27FC236}">
                <a16:creationId xmlns:a16="http://schemas.microsoft.com/office/drawing/2014/main" id="{16FB1620-500F-D1F6-5B1E-B6E3B998CF08}"/>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FE563FC1-977D-87B8-A55A-87A672B7D314}"/>
              </a:ext>
            </a:extLst>
          </p:cNvPr>
          <p:cNvSpPr>
            <a:spLocks noGrp="1"/>
          </p:cNvSpPr>
          <p:nvPr>
            <p:ph type="sldNum" sz="quarter" idx="12"/>
          </p:nvPr>
        </p:nvSpPr>
        <p:spPr/>
        <p:txBody>
          <a:bodyPr/>
          <a:lstStyle/>
          <a:p>
            <a:fld id="{F8330AF7-AAA0-5C4A-B4AB-2A3D6ECA5AB1}" type="slidenum">
              <a:rPr lang="en-TW" smtClean="0"/>
              <a:t>‹#›</a:t>
            </a:fld>
            <a:endParaRPr lang="en-TW"/>
          </a:p>
        </p:txBody>
      </p:sp>
    </p:spTree>
    <p:extLst>
      <p:ext uri="{BB962C8B-B14F-4D97-AF65-F5344CB8AC3E}">
        <p14:creationId xmlns:p14="http://schemas.microsoft.com/office/powerpoint/2010/main" val="2211397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8F7C2-B4FD-6FAD-A73A-E22C086E0610}"/>
              </a:ext>
            </a:extLst>
          </p:cNvPr>
          <p:cNvSpPr>
            <a:spLocks noGrp="1"/>
          </p:cNvSpPr>
          <p:nvPr>
            <p:ph type="title"/>
          </p:nvPr>
        </p:nvSpPr>
        <p:spPr/>
        <p:txBody>
          <a:bodyPr/>
          <a:lstStyle/>
          <a:p>
            <a:r>
              <a:rPr lang="en-US"/>
              <a:t>Click to edit Master title style</a:t>
            </a:r>
            <a:endParaRPr lang="en-TW"/>
          </a:p>
        </p:txBody>
      </p:sp>
      <p:sp>
        <p:nvSpPr>
          <p:cNvPr id="3" name="Content Placeholder 2">
            <a:extLst>
              <a:ext uri="{FF2B5EF4-FFF2-40B4-BE49-F238E27FC236}">
                <a16:creationId xmlns:a16="http://schemas.microsoft.com/office/drawing/2014/main" id="{C8D8F182-F10C-4369-62FE-C61D81CC63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E1A5DCC5-6C89-35AC-F41F-4F1E3271402C}"/>
              </a:ext>
            </a:extLst>
          </p:cNvPr>
          <p:cNvSpPr>
            <a:spLocks noGrp="1"/>
          </p:cNvSpPr>
          <p:nvPr>
            <p:ph type="dt" sz="half" idx="10"/>
          </p:nvPr>
        </p:nvSpPr>
        <p:spPr/>
        <p:txBody>
          <a:bodyPr/>
          <a:lstStyle/>
          <a:p>
            <a:fld id="{9792FB6C-F5A2-D14A-9093-7CDB2CA8BD6B}" type="datetimeFigureOut">
              <a:rPr lang="en-TW" smtClean="0"/>
              <a:t>2024/12/18</a:t>
            </a:fld>
            <a:endParaRPr lang="en-TW"/>
          </a:p>
        </p:txBody>
      </p:sp>
      <p:sp>
        <p:nvSpPr>
          <p:cNvPr id="5" name="Footer Placeholder 4">
            <a:extLst>
              <a:ext uri="{FF2B5EF4-FFF2-40B4-BE49-F238E27FC236}">
                <a16:creationId xmlns:a16="http://schemas.microsoft.com/office/drawing/2014/main" id="{83190FAB-B4E3-FC2B-3437-852BF241FDA9}"/>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C2B92550-C908-6C99-0511-6E98FAB2CAA9}"/>
              </a:ext>
            </a:extLst>
          </p:cNvPr>
          <p:cNvSpPr>
            <a:spLocks noGrp="1"/>
          </p:cNvSpPr>
          <p:nvPr>
            <p:ph type="sldNum" sz="quarter" idx="12"/>
          </p:nvPr>
        </p:nvSpPr>
        <p:spPr/>
        <p:txBody>
          <a:bodyPr/>
          <a:lstStyle/>
          <a:p>
            <a:fld id="{F8330AF7-AAA0-5C4A-B4AB-2A3D6ECA5AB1}" type="slidenum">
              <a:rPr lang="en-TW" smtClean="0"/>
              <a:t>‹#›</a:t>
            </a:fld>
            <a:endParaRPr lang="en-TW"/>
          </a:p>
        </p:txBody>
      </p:sp>
    </p:spTree>
    <p:extLst>
      <p:ext uri="{BB962C8B-B14F-4D97-AF65-F5344CB8AC3E}">
        <p14:creationId xmlns:p14="http://schemas.microsoft.com/office/powerpoint/2010/main" val="3306593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22EDE-37FB-73A0-064F-38B774C993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W"/>
          </a:p>
        </p:txBody>
      </p:sp>
      <p:sp>
        <p:nvSpPr>
          <p:cNvPr id="3" name="Text Placeholder 2">
            <a:extLst>
              <a:ext uri="{FF2B5EF4-FFF2-40B4-BE49-F238E27FC236}">
                <a16:creationId xmlns:a16="http://schemas.microsoft.com/office/drawing/2014/main" id="{A06FAF26-1065-58D0-2B64-145477886B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94D97D-0F9C-FE22-3141-A7E270D446D1}"/>
              </a:ext>
            </a:extLst>
          </p:cNvPr>
          <p:cNvSpPr>
            <a:spLocks noGrp="1"/>
          </p:cNvSpPr>
          <p:nvPr>
            <p:ph type="dt" sz="half" idx="10"/>
          </p:nvPr>
        </p:nvSpPr>
        <p:spPr/>
        <p:txBody>
          <a:bodyPr/>
          <a:lstStyle/>
          <a:p>
            <a:fld id="{9792FB6C-F5A2-D14A-9093-7CDB2CA8BD6B}" type="datetimeFigureOut">
              <a:rPr lang="en-TW" smtClean="0"/>
              <a:t>2024/12/18</a:t>
            </a:fld>
            <a:endParaRPr lang="en-TW"/>
          </a:p>
        </p:txBody>
      </p:sp>
      <p:sp>
        <p:nvSpPr>
          <p:cNvPr id="5" name="Footer Placeholder 4">
            <a:extLst>
              <a:ext uri="{FF2B5EF4-FFF2-40B4-BE49-F238E27FC236}">
                <a16:creationId xmlns:a16="http://schemas.microsoft.com/office/drawing/2014/main" id="{9BFAA08D-6256-7FAB-601D-02C7875092E1}"/>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66FC6225-1081-31C3-D925-92153BC742F3}"/>
              </a:ext>
            </a:extLst>
          </p:cNvPr>
          <p:cNvSpPr>
            <a:spLocks noGrp="1"/>
          </p:cNvSpPr>
          <p:nvPr>
            <p:ph type="sldNum" sz="quarter" idx="12"/>
          </p:nvPr>
        </p:nvSpPr>
        <p:spPr/>
        <p:txBody>
          <a:bodyPr/>
          <a:lstStyle/>
          <a:p>
            <a:fld id="{F8330AF7-AAA0-5C4A-B4AB-2A3D6ECA5AB1}" type="slidenum">
              <a:rPr lang="en-TW" smtClean="0"/>
              <a:t>‹#›</a:t>
            </a:fld>
            <a:endParaRPr lang="en-TW"/>
          </a:p>
        </p:txBody>
      </p:sp>
    </p:spTree>
    <p:extLst>
      <p:ext uri="{BB962C8B-B14F-4D97-AF65-F5344CB8AC3E}">
        <p14:creationId xmlns:p14="http://schemas.microsoft.com/office/powerpoint/2010/main" val="1339623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276CF-8805-40D1-0362-4941B76B073F}"/>
              </a:ext>
            </a:extLst>
          </p:cNvPr>
          <p:cNvSpPr>
            <a:spLocks noGrp="1"/>
          </p:cNvSpPr>
          <p:nvPr>
            <p:ph type="title"/>
          </p:nvPr>
        </p:nvSpPr>
        <p:spPr/>
        <p:txBody>
          <a:bodyPr/>
          <a:lstStyle/>
          <a:p>
            <a:r>
              <a:rPr lang="en-US"/>
              <a:t>Click to edit Master title style</a:t>
            </a:r>
            <a:endParaRPr lang="en-TW"/>
          </a:p>
        </p:txBody>
      </p:sp>
      <p:sp>
        <p:nvSpPr>
          <p:cNvPr id="3" name="Content Placeholder 2">
            <a:extLst>
              <a:ext uri="{FF2B5EF4-FFF2-40B4-BE49-F238E27FC236}">
                <a16:creationId xmlns:a16="http://schemas.microsoft.com/office/drawing/2014/main" id="{43FC000C-024A-4265-43C2-74CD19339C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Content Placeholder 3">
            <a:extLst>
              <a:ext uri="{FF2B5EF4-FFF2-40B4-BE49-F238E27FC236}">
                <a16:creationId xmlns:a16="http://schemas.microsoft.com/office/drawing/2014/main" id="{E169A2A2-0DB2-DBE1-8894-AB6C594CD0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5" name="Date Placeholder 4">
            <a:extLst>
              <a:ext uri="{FF2B5EF4-FFF2-40B4-BE49-F238E27FC236}">
                <a16:creationId xmlns:a16="http://schemas.microsoft.com/office/drawing/2014/main" id="{4A3B2BC1-F782-A591-3C05-7557B4071250}"/>
              </a:ext>
            </a:extLst>
          </p:cNvPr>
          <p:cNvSpPr>
            <a:spLocks noGrp="1"/>
          </p:cNvSpPr>
          <p:nvPr>
            <p:ph type="dt" sz="half" idx="10"/>
          </p:nvPr>
        </p:nvSpPr>
        <p:spPr/>
        <p:txBody>
          <a:bodyPr/>
          <a:lstStyle/>
          <a:p>
            <a:fld id="{9792FB6C-F5A2-D14A-9093-7CDB2CA8BD6B}" type="datetimeFigureOut">
              <a:rPr lang="en-TW" smtClean="0"/>
              <a:t>2024/12/18</a:t>
            </a:fld>
            <a:endParaRPr lang="en-TW"/>
          </a:p>
        </p:txBody>
      </p:sp>
      <p:sp>
        <p:nvSpPr>
          <p:cNvPr id="6" name="Footer Placeholder 5">
            <a:extLst>
              <a:ext uri="{FF2B5EF4-FFF2-40B4-BE49-F238E27FC236}">
                <a16:creationId xmlns:a16="http://schemas.microsoft.com/office/drawing/2014/main" id="{034EDE61-5055-4012-E219-FFB41B9CE253}"/>
              </a:ext>
            </a:extLst>
          </p:cNvPr>
          <p:cNvSpPr>
            <a:spLocks noGrp="1"/>
          </p:cNvSpPr>
          <p:nvPr>
            <p:ph type="ftr" sz="quarter" idx="11"/>
          </p:nvPr>
        </p:nvSpPr>
        <p:spPr/>
        <p:txBody>
          <a:bodyPr/>
          <a:lstStyle/>
          <a:p>
            <a:endParaRPr lang="en-TW"/>
          </a:p>
        </p:txBody>
      </p:sp>
      <p:sp>
        <p:nvSpPr>
          <p:cNvPr id="7" name="Slide Number Placeholder 6">
            <a:extLst>
              <a:ext uri="{FF2B5EF4-FFF2-40B4-BE49-F238E27FC236}">
                <a16:creationId xmlns:a16="http://schemas.microsoft.com/office/drawing/2014/main" id="{A4BBD533-1901-50D1-4B7D-67F46B5025C6}"/>
              </a:ext>
            </a:extLst>
          </p:cNvPr>
          <p:cNvSpPr>
            <a:spLocks noGrp="1"/>
          </p:cNvSpPr>
          <p:nvPr>
            <p:ph type="sldNum" sz="quarter" idx="12"/>
          </p:nvPr>
        </p:nvSpPr>
        <p:spPr/>
        <p:txBody>
          <a:bodyPr/>
          <a:lstStyle/>
          <a:p>
            <a:fld id="{F8330AF7-AAA0-5C4A-B4AB-2A3D6ECA5AB1}" type="slidenum">
              <a:rPr lang="en-TW" smtClean="0"/>
              <a:t>‹#›</a:t>
            </a:fld>
            <a:endParaRPr lang="en-TW"/>
          </a:p>
        </p:txBody>
      </p:sp>
    </p:spTree>
    <p:extLst>
      <p:ext uri="{BB962C8B-B14F-4D97-AF65-F5344CB8AC3E}">
        <p14:creationId xmlns:p14="http://schemas.microsoft.com/office/powerpoint/2010/main" val="659422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988D6-50FC-F987-EC2E-4079E7519560}"/>
              </a:ext>
            </a:extLst>
          </p:cNvPr>
          <p:cNvSpPr>
            <a:spLocks noGrp="1"/>
          </p:cNvSpPr>
          <p:nvPr>
            <p:ph type="title"/>
          </p:nvPr>
        </p:nvSpPr>
        <p:spPr>
          <a:xfrm>
            <a:off x="839788" y="365125"/>
            <a:ext cx="10515600" cy="1325563"/>
          </a:xfrm>
        </p:spPr>
        <p:txBody>
          <a:bodyPr/>
          <a:lstStyle/>
          <a:p>
            <a:r>
              <a:rPr lang="en-US"/>
              <a:t>Click to edit Master title style</a:t>
            </a:r>
            <a:endParaRPr lang="en-TW"/>
          </a:p>
        </p:txBody>
      </p:sp>
      <p:sp>
        <p:nvSpPr>
          <p:cNvPr id="3" name="Text Placeholder 2">
            <a:extLst>
              <a:ext uri="{FF2B5EF4-FFF2-40B4-BE49-F238E27FC236}">
                <a16:creationId xmlns:a16="http://schemas.microsoft.com/office/drawing/2014/main" id="{6B379701-F2D4-EAAE-ADE0-A03ECC9F74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E2614F-A631-47CA-E31B-2C3E63088D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5" name="Text Placeholder 4">
            <a:extLst>
              <a:ext uri="{FF2B5EF4-FFF2-40B4-BE49-F238E27FC236}">
                <a16:creationId xmlns:a16="http://schemas.microsoft.com/office/drawing/2014/main" id="{08EFD1B5-0A8D-DAC9-F429-ACDEE059F7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2BEE51-3768-40F3-ACEF-625E30561C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7" name="Date Placeholder 6">
            <a:extLst>
              <a:ext uri="{FF2B5EF4-FFF2-40B4-BE49-F238E27FC236}">
                <a16:creationId xmlns:a16="http://schemas.microsoft.com/office/drawing/2014/main" id="{A84205C1-9542-C7D8-595A-F80FC0C8A020}"/>
              </a:ext>
            </a:extLst>
          </p:cNvPr>
          <p:cNvSpPr>
            <a:spLocks noGrp="1"/>
          </p:cNvSpPr>
          <p:nvPr>
            <p:ph type="dt" sz="half" idx="10"/>
          </p:nvPr>
        </p:nvSpPr>
        <p:spPr/>
        <p:txBody>
          <a:bodyPr/>
          <a:lstStyle/>
          <a:p>
            <a:fld id="{9792FB6C-F5A2-D14A-9093-7CDB2CA8BD6B}" type="datetimeFigureOut">
              <a:rPr lang="en-TW" smtClean="0"/>
              <a:t>2024/12/18</a:t>
            </a:fld>
            <a:endParaRPr lang="en-TW"/>
          </a:p>
        </p:txBody>
      </p:sp>
      <p:sp>
        <p:nvSpPr>
          <p:cNvPr id="8" name="Footer Placeholder 7">
            <a:extLst>
              <a:ext uri="{FF2B5EF4-FFF2-40B4-BE49-F238E27FC236}">
                <a16:creationId xmlns:a16="http://schemas.microsoft.com/office/drawing/2014/main" id="{A4615334-45E3-19BC-3045-0E099D3D1128}"/>
              </a:ext>
            </a:extLst>
          </p:cNvPr>
          <p:cNvSpPr>
            <a:spLocks noGrp="1"/>
          </p:cNvSpPr>
          <p:nvPr>
            <p:ph type="ftr" sz="quarter" idx="11"/>
          </p:nvPr>
        </p:nvSpPr>
        <p:spPr/>
        <p:txBody>
          <a:bodyPr/>
          <a:lstStyle/>
          <a:p>
            <a:endParaRPr lang="en-TW"/>
          </a:p>
        </p:txBody>
      </p:sp>
      <p:sp>
        <p:nvSpPr>
          <p:cNvPr id="9" name="Slide Number Placeholder 8">
            <a:extLst>
              <a:ext uri="{FF2B5EF4-FFF2-40B4-BE49-F238E27FC236}">
                <a16:creationId xmlns:a16="http://schemas.microsoft.com/office/drawing/2014/main" id="{506B1C73-8F53-4A8A-DB7C-25742877D203}"/>
              </a:ext>
            </a:extLst>
          </p:cNvPr>
          <p:cNvSpPr>
            <a:spLocks noGrp="1"/>
          </p:cNvSpPr>
          <p:nvPr>
            <p:ph type="sldNum" sz="quarter" idx="12"/>
          </p:nvPr>
        </p:nvSpPr>
        <p:spPr/>
        <p:txBody>
          <a:bodyPr/>
          <a:lstStyle/>
          <a:p>
            <a:fld id="{F8330AF7-AAA0-5C4A-B4AB-2A3D6ECA5AB1}" type="slidenum">
              <a:rPr lang="en-TW" smtClean="0"/>
              <a:t>‹#›</a:t>
            </a:fld>
            <a:endParaRPr lang="en-TW"/>
          </a:p>
        </p:txBody>
      </p:sp>
    </p:spTree>
    <p:extLst>
      <p:ext uri="{BB962C8B-B14F-4D97-AF65-F5344CB8AC3E}">
        <p14:creationId xmlns:p14="http://schemas.microsoft.com/office/powerpoint/2010/main" val="1706802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52E05-2AA0-7B55-CF78-D67AF5E3C4D4}"/>
              </a:ext>
            </a:extLst>
          </p:cNvPr>
          <p:cNvSpPr>
            <a:spLocks noGrp="1"/>
          </p:cNvSpPr>
          <p:nvPr>
            <p:ph type="title"/>
          </p:nvPr>
        </p:nvSpPr>
        <p:spPr/>
        <p:txBody>
          <a:bodyPr/>
          <a:lstStyle/>
          <a:p>
            <a:r>
              <a:rPr lang="en-US"/>
              <a:t>Click to edit Master title style</a:t>
            </a:r>
            <a:endParaRPr lang="en-TW"/>
          </a:p>
        </p:txBody>
      </p:sp>
      <p:sp>
        <p:nvSpPr>
          <p:cNvPr id="3" name="Date Placeholder 2">
            <a:extLst>
              <a:ext uri="{FF2B5EF4-FFF2-40B4-BE49-F238E27FC236}">
                <a16:creationId xmlns:a16="http://schemas.microsoft.com/office/drawing/2014/main" id="{1205BE2A-072D-C555-94F6-25ABD771B943}"/>
              </a:ext>
            </a:extLst>
          </p:cNvPr>
          <p:cNvSpPr>
            <a:spLocks noGrp="1"/>
          </p:cNvSpPr>
          <p:nvPr>
            <p:ph type="dt" sz="half" idx="10"/>
          </p:nvPr>
        </p:nvSpPr>
        <p:spPr/>
        <p:txBody>
          <a:bodyPr/>
          <a:lstStyle/>
          <a:p>
            <a:fld id="{9792FB6C-F5A2-D14A-9093-7CDB2CA8BD6B}" type="datetimeFigureOut">
              <a:rPr lang="en-TW" smtClean="0"/>
              <a:t>2024/12/18</a:t>
            </a:fld>
            <a:endParaRPr lang="en-TW"/>
          </a:p>
        </p:txBody>
      </p:sp>
      <p:sp>
        <p:nvSpPr>
          <p:cNvPr id="4" name="Footer Placeholder 3">
            <a:extLst>
              <a:ext uri="{FF2B5EF4-FFF2-40B4-BE49-F238E27FC236}">
                <a16:creationId xmlns:a16="http://schemas.microsoft.com/office/drawing/2014/main" id="{EF572F89-0EB0-C750-9829-5521405C7BD7}"/>
              </a:ext>
            </a:extLst>
          </p:cNvPr>
          <p:cNvSpPr>
            <a:spLocks noGrp="1"/>
          </p:cNvSpPr>
          <p:nvPr>
            <p:ph type="ftr" sz="quarter" idx="11"/>
          </p:nvPr>
        </p:nvSpPr>
        <p:spPr/>
        <p:txBody>
          <a:bodyPr/>
          <a:lstStyle/>
          <a:p>
            <a:endParaRPr lang="en-TW"/>
          </a:p>
        </p:txBody>
      </p:sp>
      <p:sp>
        <p:nvSpPr>
          <p:cNvPr id="5" name="Slide Number Placeholder 4">
            <a:extLst>
              <a:ext uri="{FF2B5EF4-FFF2-40B4-BE49-F238E27FC236}">
                <a16:creationId xmlns:a16="http://schemas.microsoft.com/office/drawing/2014/main" id="{585CF3F0-748D-9E54-1FD8-DD30519FCE67}"/>
              </a:ext>
            </a:extLst>
          </p:cNvPr>
          <p:cNvSpPr>
            <a:spLocks noGrp="1"/>
          </p:cNvSpPr>
          <p:nvPr>
            <p:ph type="sldNum" sz="quarter" idx="12"/>
          </p:nvPr>
        </p:nvSpPr>
        <p:spPr/>
        <p:txBody>
          <a:bodyPr/>
          <a:lstStyle/>
          <a:p>
            <a:fld id="{F8330AF7-AAA0-5C4A-B4AB-2A3D6ECA5AB1}" type="slidenum">
              <a:rPr lang="en-TW" smtClean="0"/>
              <a:t>‹#›</a:t>
            </a:fld>
            <a:endParaRPr lang="en-TW"/>
          </a:p>
        </p:txBody>
      </p:sp>
    </p:spTree>
    <p:extLst>
      <p:ext uri="{BB962C8B-B14F-4D97-AF65-F5344CB8AC3E}">
        <p14:creationId xmlns:p14="http://schemas.microsoft.com/office/powerpoint/2010/main" val="3575135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004423-D82B-3238-2466-892EDCD2B472}"/>
              </a:ext>
            </a:extLst>
          </p:cNvPr>
          <p:cNvSpPr>
            <a:spLocks noGrp="1"/>
          </p:cNvSpPr>
          <p:nvPr>
            <p:ph type="dt" sz="half" idx="10"/>
          </p:nvPr>
        </p:nvSpPr>
        <p:spPr/>
        <p:txBody>
          <a:bodyPr/>
          <a:lstStyle/>
          <a:p>
            <a:fld id="{9792FB6C-F5A2-D14A-9093-7CDB2CA8BD6B}" type="datetimeFigureOut">
              <a:rPr lang="en-TW" smtClean="0"/>
              <a:t>2024/12/18</a:t>
            </a:fld>
            <a:endParaRPr lang="en-TW"/>
          </a:p>
        </p:txBody>
      </p:sp>
      <p:sp>
        <p:nvSpPr>
          <p:cNvPr id="3" name="Footer Placeholder 2">
            <a:extLst>
              <a:ext uri="{FF2B5EF4-FFF2-40B4-BE49-F238E27FC236}">
                <a16:creationId xmlns:a16="http://schemas.microsoft.com/office/drawing/2014/main" id="{E89250A0-1893-E68C-4EEA-55668DC01DB2}"/>
              </a:ext>
            </a:extLst>
          </p:cNvPr>
          <p:cNvSpPr>
            <a:spLocks noGrp="1"/>
          </p:cNvSpPr>
          <p:nvPr>
            <p:ph type="ftr" sz="quarter" idx="11"/>
          </p:nvPr>
        </p:nvSpPr>
        <p:spPr/>
        <p:txBody>
          <a:bodyPr/>
          <a:lstStyle/>
          <a:p>
            <a:endParaRPr lang="en-TW"/>
          </a:p>
        </p:txBody>
      </p:sp>
      <p:sp>
        <p:nvSpPr>
          <p:cNvPr id="4" name="Slide Number Placeholder 3">
            <a:extLst>
              <a:ext uri="{FF2B5EF4-FFF2-40B4-BE49-F238E27FC236}">
                <a16:creationId xmlns:a16="http://schemas.microsoft.com/office/drawing/2014/main" id="{922F028C-5988-2981-6362-95D077F38066}"/>
              </a:ext>
            </a:extLst>
          </p:cNvPr>
          <p:cNvSpPr>
            <a:spLocks noGrp="1"/>
          </p:cNvSpPr>
          <p:nvPr>
            <p:ph type="sldNum" sz="quarter" idx="12"/>
          </p:nvPr>
        </p:nvSpPr>
        <p:spPr/>
        <p:txBody>
          <a:bodyPr/>
          <a:lstStyle/>
          <a:p>
            <a:fld id="{F8330AF7-AAA0-5C4A-B4AB-2A3D6ECA5AB1}" type="slidenum">
              <a:rPr lang="en-TW" smtClean="0"/>
              <a:t>‹#›</a:t>
            </a:fld>
            <a:endParaRPr lang="en-TW"/>
          </a:p>
        </p:txBody>
      </p:sp>
    </p:spTree>
    <p:extLst>
      <p:ext uri="{BB962C8B-B14F-4D97-AF65-F5344CB8AC3E}">
        <p14:creationId xmlns:p14="http://schemas.microsoft.com/office/powerpoint/2010/main" val="1619626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1A9E8-B521-93B2-38A4-95A7643D57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W"/>
          </a:p>
        </p:txBody>
      </p:sp>
      <p:sp>
        <p:nvSpPr>
          <p:cNvPr id="3" name="Content Placeholder 2">
            <a:extLst>
              <a:ext uri="{FF2B5EF4-FFF2-40B4-BE49-F238E27FC236}">
                <a16:creationId xmlns:a16="http://schemas.microsoft.com/office/drawing/2014/main" id="{9F420F05-E0FC-9112-85BF-A38F76E936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Text Placeholder 3">
            <a:extLst>
              <a:ext uri="{FF2B5EF4-FFF2-40B4-BE49-F238E27FC236}">
                <a16:creationId xmlns:a16="http://schemas.microsoft.com/office/drawing/2014/main" id="{D34669F4-3060-AAFD-567E-8534CF628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5A6ECA-268D-20AE-ACDC-0285DE7DCD97}"/>
              </a:ext>
            </a:extLst>
          </p:cNvPr>
          <p:cNvSpPr>
            <a:spLocks noGrp="1"/>
          </p:cNvSpPr>
          <p:nvPr>
            <p:ph type="dt" sz="half" idx="10"/>
          </p:nvPr>
        </p:nvSpPr>
        <p:spPr/>
        <p:txBody>
          <a:bodyPr/>
          <a:lstStyle/>
          <a:p>
            <a:fld id="{9792FB6C-F5A2-D14A-9093-7CDB2CA8BD6B}" type="datetimeFigureOut">
              <a:rPr lang="en-TW" smtClean="0"/>
              <a:t>2024/12/18</a:t>
            </a:fld>
            <a:endParaRPr lang="en-TW"/>
          </a:p>
        </p:txBody>
      </p:sp>
      <p:sp>
        <p:nvSpPr>
          <p:cNvPr id="6" name="Footer Placeholder 5">
            <a:extLst>
              <a:ext uri="{FF2B5EF4-FFF2-40B4-BE49-F238E27FC236}">
                <a16:creationId xmlns:a16="http://schemas.microsoft.com/office/drawing/2014/main" id="{EC6B7517-0AEE-C850-6E90-E7AE7E4C39CC}"/>
              </a:ext>
            </a:extLst>
          </p:cNvPr>
          <p:cNvSpPr>
            <a:spLocks noGrp="1"/>
          </p:cNvSpPr>
          <p:nvPr>
            <p:ph type="ftr" sz="quarter" idx="11"/>
          </p:nvPr>
        </p:nvSpPr>
        <p:spPr/>
        <p:txBody>
          <a:bodyPr/>
          <a:lstStyle/>
          <a:p>
            <a:endParaRPr lang="en-TW"/>
          </a:p>
        </p:txBody>
      </p:sp>
      <p:sp>
        <p:nvSpPr>
          <p:cNvPr id="7" name="Slide Number Placeholder 6">
            <a:extLst>
              <a:ext uri="{FF2B5EF4-FFF2-40B4-BE49-F238E27FC236}">
                <a16:creationId xmlns:a16="http://schemas.microsoft.com/office/drawing/2014/main" id="{426854A3-9063-ACA0-CE1E-9B7078C16448}"/>
              </a:ext>
            </a:extLst>
          </p:cNvPr>
          <p:cNvSpPr>
            <a:spLocks noGrp="1"/>
          </p:cNvSpPr>
          <p:nvPr>
            <p:ph type="sldNum" sz="quarter" idx="12"/>
          </p:nvPr>
        </p:nvSpPr>
        <p:spPr/>
        <p:txBody>
          <a:bodyPr/>
          <a:lstStyle/>
          <a:p>
            <a:fld id="{F8330AF7-AAA0-5C4A-B4AB-2A3D6ECA5AB1}" type="slidenum">
              <a:rPr lang="en-TW" smtClean="0"/>
              <a:t>‹#›</a:t>
            </a:fld>
            <a:endParaRPr lang="en-TW"/>
          </a:p>
        </p:txBody>
      </p:sp>
    </p:spTree>
    <p:extLst>
      <p:ext uri="{BB962C8B-B14F-4D97-AF65-F5344CB8AC3E}">
        <p14:creationId xmlns:p14="http://schemas.microsoft.com/office/powerpoint/2010/main" val="1226729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87C57-626A-A170-A591-C666E98B53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W"/>
          </a:p>
        </p:txBody>
      </p:sp>
      <p:sp>
        <p:nvSpPr>
          <p:cNvPr id="3" name="Picture Placeholder 2">
            <a:extLst>
              <a:ext uri="{FF2B5EF4-FFF2-40B4-BE49-F238E27FC236}">
                <a16:creationId xmlns:a16="http://schemas.microsoft.com/office/drawing/2014/main" id="{A39300C5-F2A6-9359-3E2C-6C258C7419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W"/>
          </a:p>
        </p:txBody>
      </p:sp>
      <p:sp>
        <p:nvSpPr>
          <p:cNvPr id="4" name="Text Placeholder 3">
            <a:extLst>
              <a:ext uri="{FF2B5EF4-FFF2-40B4-BE49-F238E27FC236}">
                <a16:creationId xmlns:a16="http://schemas.microsoft.com/office/drawing/2014/main" id="{416872CC-C7A1-0F6B-03A8-01B51D63D0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F55920-5913-B1A3-082E-BCFE541EDD35}"/>
              </a:ext>
            </a:extLst>
          </p:cNvPr>
          <p:cNvSpPr>
            <a:spLocks noGrp="1"/>
          </p:cNvSpPr>
          <p:nvPr>
            <p:ph type="dt" sz="half" idx="10"/>
          </p:nvPr>
        </p:nvSpPr>
        <p:spPr/>
        <p:txBody>
          <a:bodyPr/>
          <a:lstStyle/>
          <a:p>
            <a:fld id="{9792FB6C-F5A2-D14A-9093-7CDB2CA8BD6B}" type="datetimeFigureOut">
              <a:rPr lang="en-TW" smtClean="0"/>
              <a:t>2024/12/18</a:t>
            </a:fld>
            <a:endParaRPr lang="en-TW"/>
          </a:p>
        </p:txBody>
      </p:sp>
      <p:sp>
        <p:nvSpPr>
          <p:cNvPr id="6" name="Footer Placeholder 5">
            <a:extLst>
              <a:ext uri="{FF2B5EF4-FFF2-40B4-BE49-F238E27FC236}">
                <a16:creationId xmlns:a16="http://schemas.microsoft.com/office/drawing/2014/main" id="{3D7933DE-7E6A-7D7D-A118-7033788843FF}"/>
              </a:ext>
            </a:extLst>
          </p:cNvPr>
          <p:cNvSpPr>
            <a:spLocks noGrp="1"/>
          </p:cNvSpPr>
          <p:nvPr>
            <p:ph type="ftr" sz="quarter" idx="11"/>
          </p:nvPr>
        </p:nvSpPr>
        <p:spPr/>
        <p:txBody>
          <a:bodyPr/>
          <a:lstStyle/>
          <a:p>
            <a:endParaRPr lang="en-TW"/>
          </a:p>
        </p:txBody>
      </p:sp>
      <p:sp>
        <p:nvSpPr>
          <p:cNvPr id="7" name="Slide Number Placeholder 6">
            <a:extLst>
              <a:ext uri="{FF2B5EF4-FFF2-40B4-BE49-F238E27FC236}">
                <a16:creationId xmlns:a16="http://schemas.microsoft.com/office/drawing/2014/main" id="{966CDC9F-F140-9D32-973B-36AD528979E5}"/>
              </a:ext>
            </a:extLst>
          </p:cNvPr>
          <p:cNvSpPr>
            <a:spLocks noGrp="1"/>
          </p:cNvSpPr>
          <p:nvPr>
            <p:ph type="sldNum" sz="quarter" idx="12"/>
          </p:nvPr>
        </p:nvSpPr>
        <p:spPr/>
        <p:txBody>
          <a:bodyPr/>
          <a:lstStyle/>
          <a:p>
            <a:fld id="{F8330AF7-AAA0-5C4A-B4AB-2A3D6ECA5AB1}" type="slidenum">
              <a:rPr lang="en-TW" smtClean="0"/>
              <a:t>‹#›</a:t>
            </a:fld>
            <a:endParaRPr lang="en-TW"/>
          </a:p>
        </p:txBody>
      </p:sp>
    </p:spTree>
    <p:extLst>
      <p:ext uri="{BB962C8B-B14F-4D97-AF65-F5344CB8AC3E}">
        <p14:creationId xmlns:p14="http://schemas.microsoft.com/office/powerpoint/2010/main" val="3924142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AB5FE-521F-430C-D049-0E0FC51E1142}"/>
              </a:ext>
            </a:extLst>
          </p:cNvPr>
          <p:cNvSpPr>
            <a:spLocks noGrp="1"/>
          </p:cNvSpPr>
          <p:nvPr>
            <p:ph type="title"/>
          </p:nvPr>
        </p:nvSpPr>
        <p:spPr/>
        <p:txBody>
          <a:bodyPr/>
          <a:lstStyle/>
          <a:p>
            <a:r>
              <a:rPr lang="en-US"/>
              <a:t>Click to edit Master title style</a:t>
            </a:r>
            <a:endParaRPr lang="en-TW"/>
          </a:p>
        </p:txBody>
      </p:sp>
      <p:sp>
        <p:nvSpPr>
          <p:cNvPr id="3" name="Vertical Text Placeholder 2">
            <a:extLst>
              <a:ext uri="{FF2B5EF4-FFF2-40B4-BE49-F238E27FC236}">
                <a16:creationId xmlns:a16="http://schemas.microsoft.com/office/drawing/2014/main" id="{0C57D90A-D053-E19C-EF4C-822077A99F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3C2446CC-5228-7AE8-6564-0004FFB8E393}"/>
              </a:ext>
            </a:extLst>
          </p:cNvPr>
          <p:cNvSpPr>
            <a:spLocks noGrp="1"/>
          </p:cNvSpPr>
          <p:nvPr>
            <p:ph type="dt" sz="half" idx="10"/>
          </p:nvPr>
        </p:nvSpPr>
        <p:spPr/>
        <p:txBody>
          <a:bodyPr/>
          <a:lstStyle/>
          <a:p>
            <a:fld id="{9792FB6C-F5A2-D14A-9093-7CDB2CA8BD6B}" type="datetimeFigureOut">
              <a:rPr lang="en-TW" smtClean="0"/>
              <a:t>2024/12/18</a:t>
            </a:fld>
            <a:endParaRPr lang="en-TW"/>
          </a:p>
        </p:txBody>
      </p:sp>
      <p:sp>
        <p:nvSpPr>
          <p:cNvPr id="5" name="Footer Placeholder 4">
            <a:extLst>
              <a:ext uri="{FF2B5EF4-FFF2-40B4-BE49-F238E27FC236}">
                <a16:creationId xmlns:a16="http://schemas.microsoft.com/office/drawing/2014/main" id="{3AD3F3D4-792E-EC93-3402-C9CF7BB50C8C}"/>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4E54673B-D5D4-E786-A844-8AB454A0F440}"/>
              </a:ext>
            </a:extLst>
          </p:cNvPr>
          <p:cNvSpPr>
            <a:spLocks noGrp="1"/>
          </p:cNvSpPr>
          <p:nvPr>
            <p:ph type="sldNum" sz="quarter" idx="12"/>
          </p:nvPr>
        </p:nvSpPr>
        <p:spPr/>
        <p:txBody>
          <a:bodyPr/>
          <a:lstStyle/>
          <a:p>
            <a:fld id="{F8330AF7-AAA0-5C4A-B4AB-2A3D6ECA5AB1}" type="slidenum">
              <a:rPr lang="en-TW" smtClean="0"/>
              <a:t>‹#›</a:t>
            </a:fld>
            <a:endParaRPr lang="en-TW"/>
          </a:p>
        </p:txBody>
      </p:sp>
    </p:spTree>
    <p:extLst>
      <p:ext uri="{BB962C8B-B14F-4D97-AF65-F5344CB8AC3E}">
        <p14:creationId xmlns:p14="http://schemas.microsoft.com/office/powerpoint/2010/main" val="928999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BDAE37-F5AD-753C-1D15-ECCEF37706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W"/>
          </a:p>
        </p:txBody>
      </p:sp>
      <p:sp>
        <p:nvSpPr>
          <p:cNvPr id="3" name="Vertical Text Placeholder 2">
            <a:extLst>
              <a:ext uri="{FF2B5EF4-FFF2-40B4-BE49-F238E27FC236}">
                <a16:creationId xmlns:a16="http://schemas.microsoft.com/office/drawing/2014/main" id="{3B2E5CD5-BC26-A544-9051-9E98D9DEBD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6F2FB499-6665-8CAB-13A1-43E35E6F2ADB}"/>
              </a:ext>
            </a:extLst>
          </p:cNvPr>
          <p:cNvSpPr>
            <a:spLocks noGrp="1"/>
          </p:cNvSpPr>
          <p:nvPr>
            <p:ph type="dt" sz="half" idx="10"/>
          </p:nvPr>
        </p:nvSpPr>
        <p:spPr/>
        <p:txBody>
          <a:bodyPr/>
          <a:lstStyle/>
          <a:p>
            <a:fld id="{9792FB6C-F5A2-D14A-9093-7CDB2CA8BD6B}" type="datetimeFigureOut">
              <a:rPr lang="en-TW" smtClean="0"/>
              <a:t>2024/12/18</a:t>
            </a:fld>
            <a:endParaRPr lang="en-TW"/>
          </a:p>
        </p:txBody>
      </p:sp>
      <p:sp>
        <p:nvSpPr>
          <p:cNvPr id="5" name="Footer Placeholder 4">
            <a:extLst>
              <a:ext uri="{FF2B5EF4-FFF2-40B4-BE49-F238E27FC236}">
                <a16:creationId xmlns:a16="http://schemas.microsoft.com/office/drawing/2014/main" id="{6983BFA4-7050-4396-D6A9-66F396F98956}"/>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D1F04D4D-BCE9-057D-33F6-8E25EA8D4869}"/>
              </a:ext>
            </a:extLst>
          </p:cNvPr>
          <p:cNvSpPr>
            <a:spLocks noGrp="1"/>
          </p:cNvSpPr>
          <p:nvPr>
            <p:ph type="sldNum" sz="quarter" idx="12"/>
          </p:nvPr>
        </p:nvSpPr>
        <p:spPr/>
        <p:txBody>
          <a:bodyPr/>
          <a:lstStyle/>
          <a:p>
            <a:fld id="{F8330AF7-AAA0-5C4A-B4AB-2A3D6ECA5AB1}" type="slidenum">
              <a:rPr lang="en-TW" smtClean="0"/>
              <a:t>‹#›</a:t>
            </a:fld>
            <a:endParaRPr lang="en-TW"/>
          </a:p>
        </p:txBody>
      </p:sp>
    </p:spTree>
    <p:extLst>
      <p:ext uri="{BB962C8B-B14F-4D97-AF65-F5344CB8AC3E}">
        <p14:creationId xmlns:p14="http://schemas.microsoft.com/office/powerpoint/2010/main" val="269885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C20752-6EA2-4DDC-96FF-FB4DED86D3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W"/>
          </a:p>
        </p:txBody>
      </p:sp>
      <p:sp>
        <p:nvSpPr>
          <p:cNvPr id="3" name="Text Placeholder 2">
            <a:extLst>
              <a:ext uri="{FF2B5EF4-FFF2-40B4-BE49-F238E27FC236}">
                <a16:creationId xmlns:a16="http://schemas.microsoft.com/office/drawing/2014/main" id="{4958FA77-272D-3A1C-FF9F-6A1DD7F2B2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9D134685-BD12-9FC7-FC7D-97EB8B0B35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92FB6C-F5A2-D14A-9093-7CDB2CA8BD6B}" type="datetimeFigureOut">
              <a:rPr lang="en-TW" smtClean="0"/>
              <a:t>2024/12/18</a:t>
            </a:fld>
            <a:endParaRPr lang="en-TW"/>
          </a:p>
        </p:txBody>
      </p:sp>
      <p:sp>
        <p:nvSpPr>
          <p:cNvPr id="5" name="Footer Placeholder 4">
            <a:extLst>
              <a:ext uri="{FF2B5EF4-FFF2-40B4-BE49-F238E27FC236}">
                <a16:creationId xmlns:a16="http://schemas.microsoft.com/office/drawing/2014/main" id="{680BD9D9-6F40-FCCC-8A30-739BE26F54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TW"/>
          </a:p>
        </p:txBody>
      </p:sp>
      <p:sp>
        <p:nvSpPr>
          <p:cNvPr id="6" name="Slide Number Placeholder 5">
            <a:extLst>
              <a:ext uri="{FF2B5EF4-FFF2-40B4-BE49-F238E27FC236}">
                <a16:creationId xmlns:a16="http://schemas.microsoft.com/office/drawing/2014/main" id="{A378C47F-6892-7D1E-CD99-7305B3B286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330AF7-AAA0-5C4A-B4AB-2A3D6ECA5AB1}" type="slidenum">
              <a:rPr lang="en-TW" smtClean="0"/>
              <a:t>‹#›</a:t>
            </a:fld>
            <a:endParaRPr lang="en-TW"/>
          </a:p>
        </p:txBody>
      </p:sp>
    </p:spTree>
    <p:extLst>
      <p:ext uri="{BB962C8B-B14F-4D97-AF65-F5344CB8AC3E}">
        <p14:creationId xmlns:p14="http://schemas.microsoft.com/office/powerpoint/2010/main" val="3372922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5.png"/><Relationship Id="rId7" Type="http://schemas.openxmlformats.org/officeDocument/2006/relationships/image" Target="../media/image10.png"/><Relationship Id="rId12"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5.png"/><Relationship Id="rId5" Type="http://schemas.openxmlformats.org/officeDocument/2006/relationships/image" Target="../media/image8.png"/><Relationship Id="rId10" Type="http://schemas.openxmlformats.org/officeDocument/2006/relationships/image" Target="../media/image14.png"/><Relationship Id="rId4" Type="http://schemas.openxmlformats.org/officeDocument/2006/relationships/image" Target="../media/image6.png"/><Relationship Id="rId9"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1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19.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2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6.png"/><Relationship Id="rId5" Type="http://schemas.openxmlformats.org/officeDocument/2006/relationships/image" Target="../media/image9.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3.png"/></Relationships>
</file>

<file path=ppt/slides/_rels/slide2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6.png"/><Relationship Id="rId5" Type="http://schemas.openxmlformats.org/officeDocument/2006/relationships/image" Target="../media/image9.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3.png"/></Relationships>
</file>

<file path=ppt/slides/_rels/slide2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2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 Id="rId14" Type="http://schemas.openxmlformats.org/officeDocument/2006/relationships/image" Target="../media/image18.png"/></Relationships>
</file>

<file path=ppt/slides/_rels/slide2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2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26.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 Id="rId14" Type="http://schemas.openxmlformats.org/officeDocument/2006/relationships/image" Target="../media/image18.png"/></Relationships>
</file>

<file path=ppt/slides/_rels/slide2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2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29.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 Id="rId14" Type="http://schemas.openxmlformats.org/officeDocument/2006/relationships/image" Target="../media/image7.png"/></Relationships>
</file>

<file path=ppt/slides/_rels/slide30.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31.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3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3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3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3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36.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3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_rels/slide3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6.png"/><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B6B07-6734-1825-DCCA-6F70780EB17D}"/>
              </a:ext>
            </a:extLst>
          </p:cNvPr>
          <p:cNvSpPr>
            <a:spLocks noGrp="1"/>
          </p:cNvSpPr>
          <p:nvPr>
            <p:ph type="ctrTitle"/>
          </p:nvPr>
        </p:nvSpPr>
        <p:spPr>
          <a:xfrm>
            <a:off x="1523999" y="986792"/>
            <a:ext cx="9144000" cy="3449637"/>
          </a:xfrm>
        </p:spPr>
        <p:txBody>
          <a:bodyPr>
            <a:normAutofit/>
          </a:bodyPr>
          <a:lstStyle/>
          <a:p>
            <a:pPr>
              <a:tabLst>
                <a:tab pos="395288" algn="l"/>
              </a:tabLst>
            </a:pPr>
            <a:r>
              <a:rPr lang="en-US" sz="11800" b="1" dirty="0">
                <a:solidFill>
                  <a:srgbClr val="272727"/>
                </a:solidFill>
                <a:effectLst/>
                <a:latin typeface="Playfair Display Black" pitchFamily="2" charset="77"/>
              </a:rPr>
              <a:t>SUDOKU</a:t>
            </a:r>
            <a:br>
              <a:rPr lang="en-US" b="1" dirty="0">
                <a:solidFill>
                  <a:srgbClr val="272727"/>
                </a:solidFill>
                <a:effectLst/>
                <a:latin typeface="Playfair Display Black" pitchFamily="2" charset="77"/>
              </a:rPr>
            </a:br>
            <a:r>
              <a:rPr lang="en-US" sz="10000" b="1" i="1" dirty="0">
                <a:solidFill>
                  <a:srgbClr val="272727"/>
                </a:solidFill>
                <a:effectLst/>
                <a:latin typeface="Playfair Display Black" pitchFamily="2" charset="77"/>
              </a:rPr>
              <a:t>Techniques</a:t>
            </a:r>
            <a:endParaRPr lang="en-TW" sz="10000" b="1" i="1" dirty="0">
              <a:latin typeface="Playfair Display Black" pitchFamily="2" charset="77"/>
            </a:endParaRPr>
          </a:p>
        </p:txBody>
      </p:sp>
      <p:sp>
        <p:nvSpPr>
          <p:cNvPr id="3" name="Subtitle 2">
            <a:extLst>
              <a:ext uri="{FF2B5EF4-FFF2-40B4-BE49-F238E27FC236}">
                <a16:creationId xmlns:a16="http://schemas.microsoft.com/office/drawing/2014/main" id="{56B4FED6-D5CE-94DD-0618-CC10C0534570}"/>
              </a:ext>
            </a:extLst>
          </p:cNvPr>
          <p:cNvSpPr>
            <a:spLocks noGrp="1"/>
          </p:cNvSpPr>
          <p:nvPr>
            <p:ph type="subTitle" idx="1"/>
          </p:nvPr>
        </p:nvSpPr>
        <p:spPr>
          <a:xfrm>
            <a:off x="1524000" y="4814525"/>
            <a:ext cx="9144000" cy="1655762"/>
          </a:xfrm>
        </p:spPr>
        <p:txBody>
          <a:bodyPr>
            <a:normAutofit/>
          </a:bodyPr>
          <a:lstStyle/>
          <a:p>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S</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olve Sudoku Puzzles </a:t>
            </a:r>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W</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ithout th</a:t>
            </a:r>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e </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Computer</a:t>
            </a:r>
          </a:p>
        </p:txBody>
      </p:sp>
      <p:sp>
        <p:nvSpPr>
          <p:cNvPr id="6" name="TextBox 5">
            <a:extLst>
              <a:ext uri="{FF2B5EF4-FFF2-40B4-BE49-F238E27FC236}">
                <a16:creationId xmlns:a16="http://schemas.microsoft.com/office/drawing/2014/main" id="{DEB64218-7366-3D4C-5E45-2919519DA0BD}"/>
              </a:ext>
            </a:extLst>
          </p:cNvPr>
          <p:cNvSpPr txBox="1"/>
          <p:nvPr/>
        </p:nvSpPr>
        <p:spPr>
          <a:xfrm>
            <a:off x="4467091" y="5642406"/>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8" name="Group 7">
            <a:extLst>
              <a:ext uri="{FF2B5EF4-FFF2-40B4-BE49-F238E27FC236}">
                <a16:creationId xmlns:a16="http://schemas.microsoft.com/office/drawing/2014/main" id="{96D95816-710D-01DE-FADC-F047CCA5B9DE}"/>
              </a:ext>
            </a:extLst>
          </p:cNvPr>
          <p:cNvGrpSpPr/>
          <p:nvPr/>
        </p:nvGrpSpPr>
        <p:grpSpPr>
          <a:xfrm>
            <a:off x="-8161642" y="2173960"/>
            <a:ext cx="4566905" cy="4566905"/>
            <a:chOff x="850898" y="806450"/>
            <a:chExt cx="5245100" cy="5245100"/>
          </a:xfrm>
        </p:grpSpPr>
        <p:pic>
          <p:nvPicPr>
            <p:cNvPr id="9" name="Picture 8">
              <a:extLst>
                <a:ext uri="{FF2B5EF4-FFF2-40B4-BE49-F238E27FC236}">
                  <a16:creationId xmlns:a16="http://schemas.microsoft.com/office/drawing/2014/main" id="{4F212F16-5BB2-3CA1-C0DD-FAA39D909B08}"/>
                </a:ext>
              </a:extLst>
            </p:cNvPr>
            <p:cNvPicPr>
              <a:picLocks noChangeAspect="1"/>
            </p:cNvPicPr>
            <p:nvPr/>
          </p:nvPicPr>
          <p:blipFill>
            <a:blip r:embed="rId2"/>
            <a:stretch>
              <a:fillRect/>
            </a:stretch>
          </p:blipFill>
          <p:spPr>
            <a:xfrm>
              <a:off x="850898" y="806450"/>
              <a:ext cx="5245100" cy="5245100"/>
            </a:xfrm>
            <a:prstGeom prst="rect">
              <a:avLst/>
            </a:prstGeom>
          </p:spPr>
        </p:pic>
        <p:sp>
          <p:nvSpPr>
            <p:cNvPr id="10" name="Rectangle 9">
              <a:extLst>
                <a:ext uri="{FF2B5EF4-FFF2-40B4-BE49-F238E27FC236}">
                  <a16:creationId xmlns:a16="http://schemas.microsoft.com/office/drawing/2014/main" id="{73366C0A-B829-55E3-3143-14A8BF650668}"/>
                </a:ext>
              </a:extLst>
            </p:cNvPr>
            <p:cNvSpPr/>
            <p:nvPr/>
          </p:nvSpPr>
          <p:spPr>
            <a:xfrm>
              <a:off x="2747814" y="496454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 name="Rectangle 10">
              <a:extLst>
                <a:ext uri="{FF2B5EF4-FFF2-40B4-BE49-F238E27FC236}">
                  <a16:creationId xmlns:a16="http://schemas.microsoft.com/office/drawing/2014/main" id="{13FB195A-143E-1F27-DABC-47C39164B1E2}"/>
                </a:ext>
              </a:extLst>
            </p:cNvPr>
            <p:cNvSpPr/>
            <p:nvPr/>
          </p:nvSpPr>
          <p:spPr>
            <a:xfrm>
              <a:off x="3906977" y="496454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 name="Rectangle 11">
              <a:extLst>
                <a:ext uri="{FF2B5EF4-FFF2-40B4-BE49-F238E27FC236}">
                  <a16:creationId xmlns:a16="http://schemas.microsoft.com/office/drawing/2014/main" id="{6FEDD49A-ABA3-75F9-5C76-3EE8E0398DCC}"/>
                </a:ext>
              </a:extLst>
            </p:cNvPr>
            <p:cNvSpPr/>
            <p:nvPr/>
          </p:nvSpPr>
          <p:spPr>
            <a:xfrm>
              <a:off x="3906977" y="556768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 name="Rectangle 12">
              <a:extLst>
                <a:ext uri="{FF2B5EF4-FFF2-40B4-BE49-F238E27FC236}">
                  <a16:creationId xmlns:a16="http://schemas.microsoft.com/office/drawing/2014/main" id="{81029A99-46FA-D969-BF09-8EF74C91BD0B}"/>
                </a:ext>
              </a:extLst>
            </p:cNvPr>
            <p:cNvSpPr/>
            <p:nvPr/>
          </p:nvSpPr>
          <p:spPr>
            <a:xfrm>
              <a:off x="3375599" y="556768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 name="Rectangle 13">
              <a:extLst>
                <a:ext uri="{FF2B5EF4-FFF2-40B4-BE49-F238E27FC236}">
                  <a16:creationId xmlns:a16="http://schemas.microsoft.com/office/drawing/2014/main" id="{1697B1B0-77B6-D654-1E35-48965E07CB38}"/>
                </a:ext>
              </a:extLst>
            </p:cNvPr>
            <p:cNvSpPr/>
            <p:nvPr/>
          </p:nvSpPr>
          <p:spPr>
            <a:xfrm>
              <a:off x="2772061" y="553992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 name="Rectangle 14">
              <a:extLst>
                <a:ext uri="{FF2B5EF4-FFF2-40B4-BE49-F238E27FC236}">
                  <a16:creationId xmlns:a16="http://schemas.microsoft.com/office/drawing/2014/main" id="{193656EA-4B5A-25AB-EF49-44CB0AEB8E8F}"/>
                </a:ext>
              </a:extLst>
            </p:cNvPr>
            <p:cNvSpPr/>
            <p:nvPr/>
          </p:nvSpPr>
          <p:spPr>
            <a:xfrm>
              <a:off x="3906976" y="4424164"/>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 name="Rectangle 15">
              <a:extLst>
                <a:ext uri="{FF2B5EF4-FFF2-40B4-BE49-F238E27FC236}">
                  <a16:creationId xmlns:a16="http://schemas.microsoft.com/office/drawing/2014/main" id="{8770A27B-1A0E-3300-6BF2-60D55B03478B}"/>
                </a:ext>
              </a:extLst>
            </p:cNvPr>
            <p:cNvSpPr/>
            <p:nvPr/>
          </p:nvSpPr>
          <p:spPr>
            <a:xfrm>
              <a:off x="3321048" y="4460243"/>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 name="Rectangle 16">
              <a:extLst>
                <a:ext uri="{FF2B5EF4-FFF2-40B4-BE49-F238E27FC236}">
                  <a16:creationId xmlns:a16="http://schemas.microsoft.com/office/drawing/2014/main" id="{33090CB3-932C-AC34-E116-0B5A9FA10AB2}"/>
                </a:ext>
              </a:extLst>
            </p:cNvPr>
            <p:cNvSpPr/>
            <p:nvPr/>
          </p:nvSpPr>
          <p:spPr>
            <a:xfrm>
              <a:off x="2756187" y="439741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 name="Rectangle 17">
              <a:extLst>
                <a:ext uri="{FF2B5EF4-FFF2-40B4-BE49-F238E27FC236}">
                  <a16:creationId xmlns:a16="http://schemas.microsoft.com/office/drawing/2014/main" id="{9210F9DB-DB0B-024A-8476-53214BA1592F}"/>
                </a:ext>
              </a:extLst>
            </p:cNvPr>
            <p:cNvSpPr/>
            <p:nvPr/>
          </p:nvSpPr>
          <p:spPr>
            <a:xfrm>
              <a:off x="3321048" y="496454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 name="Rectangle 18">
              <a:extLst>
                <a:ext uri="{FF2B5EF4-FFF2-40B4-BE49-F238E27FC236}">
                  <a16:creationId xmlns:a16="http://schemas.microsoft.com/office/drawing/2014/main" id="{1112379F-F1E4-AC1C-5CFB-3AC4BF3C1223}"/>
                </a:ext>
              </a:extLst>
            </p:cNvPr>
            <p:cNvSpPr/>
            <p:nvPr/>
          </p:nvSpPr>
          <p:spPr>
            <a:xfrm>
              <a:off x="1035044" y="490171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 name="Rectangle 19">
              <a:extLst>
                <a:ext uri="{FF2B5EF4-FFF2-40B4-BE49-F238E27FC236}">
                  <a16:creationId xmlns:a16="http://schemas.microsoft.com/office/drawing/2014/main" id="{47FEDEAF-8FD5-7606-D078-E5127A2DC49C}"/>
                </a:ext>
              </a:extLst>
            </p:cNvPr>
            <p:cNvSpPr/>
            <p:nvPr/>
          </p:nvSpPr>
          <p:spPr>
            <a:xfrm>
              <a:off x="2194207" y="490171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 name="Rectangle 20">
              <a:extLst>
                <a:ext uri="{FF2B5EF4-FFF2-40B4-BE49-F238E27FC236}">
                  <a16:creationId xmlns:a16="http://schemas.microsoft.com/office/drawing/2014/main" id="{4FE6AF52-57ED-51E4-3157-64500EC4A62B}"/>
                </a:ext>
              </a:extLst>
            </p:cNvPr>
            <p:cNvSpPr/>
            <p:nvPr/>
          </p:nvSpPr>
          <p:spPr>
            <a:xfrm>
              <a:off x="2194207" y="550485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 name="Rectangle 21">
              <a:extLst>
                <a:ext uri="{FF2B5EF4-FFF2-40B4-BE49-F238E27FC236}">
                  <a16:creationId xmlns:a16="http://schemas.microsoft.com/office/drawing/2014/main" id="{7C4111C9-C0BC-624C-74B1-5ABE1EFD4A31}"/>
                </a:ext>
              </a:extLst>
            </p:cNvPr>
            <p:cNvSpPr/>
            <p:nvPr/>
          </p:nvSpPr>
          <p:spPr>
            <a:xfrm>
              <a:off x="1662829" y="550485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 name="Rectangle 22">
              <a:extLst>
                <a:ext uri="{FF2B5EF4-FFF2-40B4-BE49-F238E27FC236}">
                  <a16:creationId xmlns:a16="http://schemas.microsoft.com/office/drawing/2014/main" id="{D44DC7A6-F13C-5078-1A26-2E278963A247}"/>
                </a:ext>
              </a:extLst>
            </p:cNvPr>
            <p:cNvSpPr/>
            <p:nvPr/>
          </p:nvSpPr>
          <p:spPr>
            <a:xfrm>
              <a:off x="1059291" y="547709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 name="Rectangle 23">
              <a:extLst>
                <a:ext uri="{FF2B5EF4-FFF2-40B4-BE49-F238E27FC236}">
                  <a16:creationId xmlns:a16="http://schemas.microsoft.com/office/drawing/2014/main" id="{DE26BA60-B875-68FA-F104-8781AB3F76CF}"/>
                </a:ext>
              </a:extLst>
            </p:cNvPr>
            <p:cNvSpPr/>
            <p:nvPr/>
          </p:nvSpPr>
          <p:spPr>
            <a:xfrm>
              <a:off x="2194206" y="436133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 name="Rectangle 24">
              <a:extLst>
                <a:ext uri="{FF2B5EF4-FFF2-40B4-BE49-F238E27FC236}">
                  <a16:creationId xmlns:a16="http://schemas.microsoft.com/office/drawing/2014/main" id="{F4082142-CCE6-D886-BD1F-3657E81B7A3A}"/>
                </a:ext>
              </a:extLst>
            </p:cNvPr>
            <p:cNvSpPr/>
            <p:nvPr/>
          </p:nvSpPr>
          <p:spPr>
            <a:xfrm>
              <a:off x="1608278" y="439741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 name="Rectangle 25">
              <a:extLst>
                <a:ext uri="{FF2B5EF4-FFF2-40B4-BE49-F238E27FC236}">
                  <a16:creationId xmlns:a16="http://schemas.microsoft.com/office/drawing/2014/main" id="{0DA0C04E-B632-4092-893E-7A6D995D280B}"/>
                </a:ext>
              </a:extLst>
            </p:cNvPr>
            <p:cNvSpPr/>
            <p:nvPr/>
          </p:nvSpPr>
          <p:spPr>
            <a:xfrm>
              <a:off x="1043417" y="433458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7" name="Rectangle 26">
              <a:extLst>
                <a:ext uri="{FF2B5EF4-FFF2-40B4-BE49-F238E27FC236}">
                  <a16:creationId xmlns:a16="http://schemas.microsoft.com/office/drawing/2014/main" id="{9CAC9886-7D50-5F89-7FC4-3663EC550FC0}"/>
                </a:ext>
              </a:extLst>
            </p:cNvPr>
            <p:cNvSpPr/>
            <p:nvPr/>
          </p:nvSpPr>
          <p:spPr>
            <a:xfrm>
              <a:off x="1608278" y="490171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8" name="Rectangle 27">
              <a:extLst>
                <a:ext uri="{FF2B5EF4-FFF2-40B4-BE49-F238E27FC236}">
                  <a16:creationId xmlns:a16="http://schemas.microsoft.com/office/drawing/2014/main" id="{A95696D5-CFCC-C01C-E046-B4144182B5CD}"/>
                </a:ext>
              </a:extLst>
            </p:cNvPr>
            <p:cNvSpPr/>
            <p:nvPr/>
          </p:nvSpPr>
          <p:spPr>
            <a:xfrm>
              <a:off x="1029991" y="322709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9" name="Rectangle 28">
              <a:extLst>
                <a:ext uri="{FF2B5EF4-FFF2-40B4-BE49-F238E27FC236}">
                  <a16:creationId xmlns:a16="http://schemas.microsoft.com/office/drawing/2014/main" id="{8C7E28DB-25D5-C84A-B9C8-37A3ACDF17A6}"/>
                </a:ext>
              </a:extLst>
            </p:cNvPr>
            <p:cNvSpPr/>
            <p:nvPr/>
          </p:nvSpPr>
          <p:spPr>
            <a:xfrm>
              <a:off x="2189154" y="322709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0" name="Rectangle 29">
              <a:extLst>
                <a:ext uri="{FF2B5EF4-FFF2-40B4-BE49-F238E27FC236}">
                  <a16:creationId xmlns:a16="http://schemas.microsoft.com/office/drawing/2014/main" id="{EACA333F-BF5B-D7C1-0FE3-FF7B94F3074D}"/>
                </a:ext>
              </a:extLst>
            </p:cNvPr>
            <p:cNvSpPr/>
            <p:nvPr/>
          </p:nvSpPr>
          <p:spPr>
            <a:xfrm>
              <a:off x="2189154" y="383023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1" name="Rectangle 30">
              <a:extLst>
                <a:ext uri="{FF2B5EF4-FFF2-40B4-BE49-F238E27FC236}">
                  <a16:creationId xmlns:a16="http://schemas.microsoft.com/office/drawing/2014/main" id="{2B259D56-EC96-C392-B657-E14C0E4D90D4}"/>
                </a:ext>
              </a:extLst>
            </p:cNvPr>
            <p:cNvSpPr/>
            <p:nvPr/>
          </p:nvSpPr>
          <p:spPr>
            <a:xfrm>
              <a:off x="1657776" y="383023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2" name="Rectangle 31">
              <a:extLst>
                <a:ext uri="{FF2B5EF4-FFF2-40B4-BE49-F238E27FC236}">
                  <a16:creationId xmlns:a16="http://schemas.microsoft.com/office/drawing/2014/main" id="{8EAAEB29-4A74-8BE9-2886-057990B4261B}"/>
                </a:ext>
              </a:extLst>
            </p:cNvPr>
            <p:cNvSpPr/>
            <p:nvPr/>
          </p:nvSpPr>
          <p:spPr>
            <a:xfrm>
              <a:off x="1054238" y="3802468"/>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3" name="Rectangle 32">
              <a:extLst>
                <a:ext uri="{FF2B5EF4-FFF2-40B4-BE49-F238E27FC236}">
                  <a16:creationId xmlns:a16="http://schemas.microsoft.com/office/drawing/2014/main" id="{A19C7CD6-8467-9E4F-EAD9-54792D10AB65}"/>
                </a:ext>
              </a:extLst>
            </p:cNvPr>
            <p:cNvSpPr/>
            <p:nvPr/>
          </p:nvSpPr>
          <p:spPr>
            <a:xfrm>
              <a:off x="2189153" y="2686710"/>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4" name="Rectangle 33">
              <a:extLst>
                <a:ext uri="{FF2B5EF4-FFF2-40B4-BE49-F238E27FC236}">
                  <a16:creationId xmlns:a16="http://schemas.microsoft.com/office/drawing/2014/main" id="{7B550C5E-A8D9-B3D1-10C5-4D4CC81FCFC9}"/>
                </a:ext>
              </a:extLst>
            </p:cNvPr>
            <p:cNvSpPr/>
            <p:nvPr/>
          </p:nvSpPr>
          <p:spPr>
            <a:xfrm>
              <a:off x="1603225" y="272278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5" name="Rectangle 34">
              <a:extLst>
                <a:ext uri="{FF2B5EF4-FFF2-40B4-BE49-F238E27FC236}">
                  <a16:creationId xmlns:a16="http://schemas.microsoft.com/office/drawing/2014/main" id="{28557062-B68E-3F34-4E19-EE1C339C19E1}"/>
                </a:ext>
              </a:extLst>
            </p:cNvPr>
            <p:cNvSpPr/>
            <p:nvPr/>
          </p:nvSpPr>
          <p:spPr>
            <a:xfrm>
              <a:off x="1038364" y="265996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6" name="Rectangle 35">
              <a:extLst>
                <a:ext uri="{FF2B5EF4-FFF2-40B4-BE49-F238E27FC236}">
                  <a16:creationId xmlns:a16="http://schemas.microsoft.com/office/drawing/2014/main" id="{5268D1B5-010E-5A1D-456E-68141B38D4BF}"/>
                </a:ext>
              </a:extLst>
            </p:cNvPr>
            <p:cNvSpPr/>
            <p:nvPr/>
          </p:nvSpPr>
          <p:spPr>
            <a:xfrm>
              <a:off x="1603225" y="322709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7" name="Rectangle 36">
              <a:extLst>
                <a:ext uri="{FF2B5EF4-FFF2-40B4-BE49-F238E27FC236}">
                  <a16:creationId xmlns:a16="http://schemas.microsoft.com/office/drawing/2014/main" id="{EEFFB14E-2435-AEB0-787F-58B3257CDDEC}"/>
                </a:ext>
              </a:extLst>
            </p:cNvPr>
            <p:cNvSpPr/>
            <p:nvPr/>
          </p:nvSpPr>
          <p:spPr>
            <a:xfrm>
              <a:off x="1024938" y="155246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8" name="Rectangle 37">
              <a:extLst>
                <a:ext uri="{FF2B5EF4-FFF2-40B4-BE49-F238E27FC236}">
                  <a16:creationId xmlns:a16="http://schemas.microsoft.com/office/drawing/2014/main" id="{14A8C76B-150B-8C65-6B14-C18F3E6FBE9A}"/>
                </a:ext>
              </a:extLst>
            </p:cNvPr>
            <p:cNvSpPr/>
            <p:nvPr/>
          </p:nvSpPr>
          <p:spPr>
            <a:xfrm>
              <a:off x="2184101" y="155246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9" name="Rectangle 38">
              <a:extLst>
                <a:ext uri="{FF2B5EF4-FFF2-40B4-BE49-F238E27FC236}">
                  <a16:creationId xmlns:a16="http://schemas.microsoft.com/office/drawing/2014/main" id="{9C4960E4-4492-BFA6-485B-0B74CD616144}"/>
                </a:ext>
              </a:extLst>
            </p:cNvPr>
            <p:cNvSpPr/>
            <p:nvPr/>
          </p:nvSpPr>
          <p:spPr>
            <a:xfrm>
              <a:off x="2184101" y="215560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0" name="Rectangle 39">
              <a:extLst>
                <a:ext uri="{FF2B5EF4-FFF2-40B4-BE49-F238E27FC236}">
                  <a16:creationId xmlns:a16="http://schemas.microsoft.com/office/drawing/2014/main" id="{D86757EA-7A9E-96C9-0F1A-F333806C9515}"/>
                </a:ext>
              </a:extLst>
            </p:cNvPr>
            <p:cNvSpPr/>
            <p:nvPr/>
          </p:nvSpPr>
          <p:spPr>
            <a:xfrm>
              <a:off x="1652723" y="215560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1" name="Rectangle 40">
              <a:extLst>
                <a:ext uri="{FF2B5EF4-FFF2-40B4-BE49-F238E27FC236}">
                  <a16:creationId xmlns:a16="http://schemas.microsoft.com/office/drawing/2014/main" id="{9A80B9D4-E4FD-66B8-495F-4ACC10ADAACB}"/>
                </a:ext>
              </a:extLst>
            </p:cNvPr>
            <p:cNvSpPr/>
            <p:nvPr/>
          </p:nvSpPr>
          <p:spPr>
            <a:xfrm>
              <a:off x="1049185" y="2127841"/>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2" name="Rectangle 41">
              <a:extLst>
                <a:ext uri="{FF2B5EF4-FFF2-40B4-BE49-F238E27FC236}">
                  <a16:creationId xmlns:a16="http://schemas.microsoft.com/office/drawing/2014/main" id="{F04A8B41-3F7B-8AA6-F535-1DEEA01A644E}"/>
                </a:ext>
              </a:extLst>
            </p:cNvPr>
            <p:cNvSpPr/>
            <p:nvPr/>
          </p:nvSpPr>
          <p:spPr>
            <a:xfrm>
              <a:off x="2184100" y="1012083"/>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3" name="Rectangle 42">
              <a:extLst>
                <a:ext uri="{FF2B5EF4-FFF2-40B4-BE49-F238E27FC236}">
                  <a16:creationId xmlns:a16="http://schemas.microsoft.com/office/drawing/2014/main" id="{FFF6E782-64E0-0083-478B-3B31D89CC381}"/>
                </a:ext>
              </a:extLst>
            </p:cNvPr>
            <p:cNvSpPr/>
            <p:nvPr/>
          </p:nvSpPr>
          <p:spPr>
            <a:xfrm>
              <a:off x="1598172" y="104816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4" name="Rectangle 43">
              <a:extLst>
                <a:ext uri="{FF2B5EF4-FFF2-40B4-BE49-F238E27FC236}">
                  <a16:creationId xmlns:a16="http://schemas.microsoft.com/office/drawing/2014/main" id="{2B45EC80-F4B1-4DFC-CBC3-A6C72C104CE4}"/>
                </a:ext>
              </a:extLst>
            </p:cNvPr>
            <p:cNvSpPr/>
            <p:nvPr/>
          </p:nvSpPr>
          <p:spPr>
            <a:xfrm>
              <a:off x="1033311" y="98533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5" name="Rectangle 44">
              <a:extLst>
                <a:ext uri="{FF2B5EF4-FFF2-40B4-BE49-F238E27FC236}">
                  <a16:creationId xmlns:a16="http://schemas.microsoft.com/office/drawing/2014/main" id="{9C72EF03-15D7-760E-1618-14342A85A846}"/>
                </a:ext>
              </a:extLst>
            </p:cNvPr>
            <p:cNvSpPr/>
            <p:nvPr/>
          </p:nvSpPr>
          <p:spPr>
            <a:xfrm>
              <a:off x="1598172" y="155246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6" name="Rectangle 45">
              <a:extLst>
                <a:ext uri="{FF2B5EF4-FFF2-40B4-BE49-F238E27FC236}">
                  <a16:creationId xmlns:a16="http://schemas.microsoft.com/office/drawing/2014/main" id="{3CA522BC-DA95-BBAD-B080-49E2E82D3C49}"/>
                </a:ext>
              </a:extLst>
            </p:cNvPr>
            <p:cNvSpPr/>
            <p:nvPr/>
          </p:nvSpPr>
          <p:spPr>
            <a:xfrm>
              <a:off x="2715478" y="152173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7" name="Rectangle 46">
              <a:extLst>
                <a:ext uri="{FF2B5EF4-FFF2-40B4-BE49-F238E27FC236}">
                  <a16:creationId xmlns:a16="http://schemas.microsoft.com/office/drawing/2014/main" id="{EB06B53D-1C18-B914-57A5-1EBA60B73990}"/>
                </a:ext>
              </a:extLst>
            </p:cNvPr>
            <p:cNvSpPr/>
            <p:nvPr/>
          </p:nvSpPr>
          <p:spPr>
            <a:xfrm>
              <a:off x="3874641" y="152173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8" name="Rectangle 47">
              <a:extLst>
                <a:ext uri="{FF2B5EF4-FFF2-40B4-BE49-F238E27FC236}">
                  <a16:creationId xmlns:a16="http://schemas.microsoft.com/office/drawing/2014/main" id="{A3525DDA-B4A6-D49D-216D-1895ABC14B39}"/>
                </a:ext>
              </a:extLst>
            </p:cNvPr>
            <p:cNvSpPr/>
            <p:nvPr/>
          </p:nvSpPr>
          <p:spPr>
            <a:xfrm>
              <a:off x="3874641" y="212487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9" name="Rectangle 48">
              <a:extLst>
                <a:ext uri="{FF2B5EF4-FFF2-40B4-BE49-F238E27FC236}">
                  <a16:creationId xmlns:a16="http://schemas.microsoft.com/office/drawing/2014/main" id="{73DDDF4C-EFB8-0473-BFB1-D618381880E0}"/>
                </a:ext>
              </a:extLst>
            </p:cNvPr>
            <p:cNvSpPr/>
            <p:nvPr/>
          </p:nvSpPr>
          <p:spPr>
            <a:xfrm>
              <a:off x="3343263" y="212487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0" name="Rectangle 49">
              <a:extLst>
                <a:ext uri="{FF2B5EF4-FFF2-40B4-BE49-F238E27FC236}">
                  <a16:creationId xmlns:a16="http://schemas.microsoft.com/office/drawing/2014/main" id="{D5313A2C-1E63-7BF1-0270-E42EBD750FC3}"/>
                </a:ext>
              </a:extLst>
            </p:cNvPr>
            <p:cNvSpPr/>
            <p:nvPr/>
          </p:nvSpPr>
          <p:spPr>
            <a:xfrm>
              <a:off x="2739725" y="2097108"/>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1" name="Rectangle 50">
              <a:extLst>
                <a:ext uri="{FF2B5EF4-FFF2-40B4-BE49-F238E27FC236}">
                  <a16:creationId xmlns:a16="http://schemas.microsoft.com/office/drawing/2014/main" id="{0902BEF1-7B3F-6A53-266A-0553363DBEA1}"/>
                </a:ext>
              </a:extLst>
            </p:cNvPr>
            <p:cNvSpPr/>
            <p:nvPr/>
          </p:nvSpPr>
          <p:spPr>
            <a:xfrm>
              <a:off x="3874640" y="981350"/>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2" name="Rectangle 51">
              <a:extLst>
                <a:ext uri="{FF2B5EF4-FFF2-40B4-BE49-F238E27FC236}">
                  <a16:creationId xmlns:a16="http://schemas.microsoft.com/office/drawing/2014/main" id="{879FEF93-692A-876A-7B5F-E95F9F3F7D58}"/>
                </a:ext>
              </a:extLst>
            </p:cNvPr>
            <p:cNvSpPr/>
            <p:nvPr/>
          </p:nvSpPr>
          <p:spPr>
            <a:xfrm>
              <a:off x="3288712" y="101742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3" name="Rectangle 52">
              <a:extLst>
                <a:ext uri="{FF2B5EF4-FFF2-40B4-BE49-F238E27FC236}">
                  <a16:creationId xmlns:a16="http://schemas.microsoft.com/office/drawing/2014/main" id="{BD067ADE-0562-FE4D-5DBA-5A68FD8ADC4D}"/>
                </a:ext>
              </a:extLst>
            </p:cNvPr>
            <p:cNvSpPr/>
            <p:nvPr/>
          </p:nvSpPr>
          <p:spPr>
            <a:xfrm>
              <a:off x="2723851" y="95460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4" name="Rectangle 53">
              <a:extLst>
                <a:ext uri="{FF2B5EF4-FFF2-40B4-BE49-F238E27FC236}">
                  <a16:creationId xmlns:a16="http://schemas.microsoft.com/office/drawing/2014/main" id="{3499411E-19D7-38C7-9B4F-B4C600B7A722}"/>
                </a:ext>
              </a:extLst>
            </p:cNvPr>
            <p:cNvSpPr/>
            <p:nvPr/>
          </p:nvSpPr>
          <p:spPr>
            <a:xfrm>
              <a:off x="3288712" y="152173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5" name="Rectangle 54">
              <a:extLst>
                <a:ext uri="{FF2B5EF4-FFF2-40B4-BE49-F238E27FC236}">
                  <a16:creationId xmlns:a16="http://schemas.microsoft.com/office/drawing/2014/main" id="{520C1B51-5716-8513-6B2F-F55527EF22F2}"/>
                </a:ext>
              </a:extLst>
            </p:cNvPr>
            <p:cNvSpPr/>
            <p:nvPr/>
          </p:nvSpPr>
          <p:spPr>
            <a:xfrm>
              <a:off x="4406018" y="149099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6" name="Rectangle 55">
              <a:extLst>
                <a:ext uri="{FF2B5EF4-FFF2-40B4-BE49-F238E27FC236}">
                  <a16:creationId xmlns:a16="http://schemas.microsoft.com/office/drawing/2014/main" id="{D7ECFEF2-3191-5405-B24C-AB69D7A366EB}"/>
                </a:ext>
              </a:extLst>
            </p:cNvPr>
            <p:cNvSpPr/>
            <p:nvPr/>
          </p:nvSpPr>
          <p:spPr>
            <a:xfrm>
              <a:off x="5565181" y="149099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7" name="Rectangle 56">
              <a:extLst>
                <a:ext uri="{FF2B5EF4-FFF2-40B4-BE49-F238E27FC236}">
                  <a16:creationId xmlns:a16="http://schemas.microsoft.com/office/drawing/2014/main" id="{B81BFE80-91DC-1DF7-CAC2-76E1833D04DA}"/>
                </a:ext>
              </a:extLst>
            </p:cNvPr>
            <p:cNvSpPr/>
            <p:nvPr/>
          </p:nvSpPr>
          <p:spPr>
            <a:xfrm>
              <a:off x="5565181" y="209413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8" name="Rectangle 57">
              <a:extLst>
                <a:ext uri="{FF2B5EF4-FFF2-40B4-BE49-F238E27FC236}">
                  <a16:creationId xmlns:a16="http://schemas.microsoft.com/office/drawing/2014/main" id="{63C2B604-618F-A216-1CD7-3934D0BA7319}"/>
                </a:ext>
              </a:extLst>
            </p:cNvPr>
            <p:cNvSpPr/>
            <p:nvPr/>
          </p:nvSpPr>
          <p:spPr>
            <a:xfrm>
              <a:off x="5033803" y="209413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9" name="Rectangle 58">
              <a:extLst>
                <a:ext uri="{FF2B5EF4-FFF2-40B4-BE49-F238E27FC236}">
                  <a16:creationId xmlns:a16="http://schemas.microsoft.com/office/drawing/2014/main" id="{97C71B35-FCBB-1ACB-E946-3EDAD1DEEB8D}"/>
                </a:ext>
              </a:extLst>
            </p:cNvPr>
            <p:cNvSpPr/>
            <p:nvPr/>
          </p:nvSpPr>
          <p:spPr>
            <a:xfrm>
              <a:off x="4430265" y="206637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0" name="Rectangle 59">
              <a:extLst>
                <a:ext uri="{FF2B5EF4-FFF2-40B4-BE49-F238E27FC236}">
                  <a16:creationId xmlns:a16="http://schemas.microsoft.com/office/drawing/2014/main" id="{ABF2D793-2F29-FE65-A134-B4437CABF505}"/>
                </a:ext>
              </a:extLst>
            </p:cNvPr>
            <p:cNvSpPr/>
            <p:nvPr/>
          </p:nvSpPr>
          <p:spPr>
            <a:xfrm>
              <a:off x="5565180" y="95061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1" name="Rectangle 60">
              <a:extLst>
                <a:ext uri="{FF2B5EF4-FFF2-40B4-BE49-F238E27FC236}">
                  <a16:creationId xmlns:a16="http://schemas.microsoft.com/office/drawing/2014/main" id="{42F14FAD-A27E-1305-1363-71136F1DA3FF}"/>
                </a:ext>
              </a:extLst>
            </p:cNvPr>
            <p:cNvSpPr/>
            <p:nvPr/>
          </p:nvSpPr>
          <p:spPr>
            <a:xfrm>
              <a:off x="4979252" y="98669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2" name="Rectangle 61">
              <a:extLst>
                <a:ext uri="{FF2B5EF4-FFF2-40B4-BE49-F238E27FC236}">
                  <a16:creationId xmlns:a16="http://schemas.microsoft.com/office/drawing/2014/main" id="{EDBE15DD-EBA8-A406-EB43-B794E3745C67}"/>
                </a:ext>
              </a:extLst>
            </p:cNvPr>
            <p:cNvSpPr/>
            <p:nvPr/>
          </p:nvSpPr>
          <p:spPr>
            <a:xfrm>
              <a:off x="4414391" y="92386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3" name="Rectangle 62">
              <a:extLst>
                <a:ext uri="{FF2B5EF4-FFF2-40B4-BE49-F238E27FC236}">
                  <a16:creationId xmlns:a16="http://schemas.microsoft.com/office/drawing/2014/main" id="{549BD651-1345-DEF1-CDAE-954E73B97BA0}"/>
                </a:ext>
              </a:extLst>
            </p:cNvPr>
            <p:cNvSpPr/>
            <p:nvPr/>
          </p:nvSpPr>
          <p:spPr>
            <a:xfrm>
              <a:off x="4979252" y="149099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4" name="Rectangle 63">
              <a:extLst>
                <a:ext uri="{FF2B5EF4-FFF2-40B4-BE49-F238E27FC236}">
                  <a16:creationId xmlns:a16="http://schemas.microsoft.com/office/drawing/2014/main" id="{E06FBD78-9F08-053E-74CA-CA3B905FFC97}"/>
                </a:ext>
              </a:extLst>
            </p:cNvPr>
            <p:cNvSpPr/>
            <p:nvPr/>
          </p:nvSpPr>
          <p:spPr>
            <a:xfrm>
              <a:off x="4456521" y="3212468"/>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Rectangle 64">
              <a:extLst>
                <a:ext uri="{FF2B5EF4-FFF2-40B4-BE49-F238E27FC236}">
                  <a16:creationId xmlns:a16="http://schemas.microsoft.com/office/drawing/2014/main" id="{04E4C8BB-6307-1383-6198-9FDD8FE42513}"/>
                </a:ext>
              </a:extLst>
            </p:cNvPr>
            <p:cNvSpPr/>
            <p:nvPr/>
          </p:nvSpPr>
          <p:spPr>
            <a:xfrm>
              <a:off x="5615684" y="3212468"/>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6" name="Rectangle 65">
              <a:extLst>
                <a:ext uri="{FF2B5EF4-FFF2-40B4-BE49-F238E27FC236}">
                  <a16:creationId xmlns:a16="http://schemas.microsoft.com/office/drawing/2014/main" id="{AFA3E622-3C57-E08B-ACF4-8D7C63290465}"/>
                </a:ext>
              </a:extLst>
            </p:cNvPr>
            <p:cNvSpPr/>
            <p:nvPr/>
          </p:nvSpPr>
          <p:spPr>
            <a:xfrm>
              <a:off x="5615684" y="3815608"/>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7" name="Rectangle 66">
              <a:extLst>
                <a:ext uri="{FF2B5EF4-FFF2-40B4-BE49-F238E27FC236}">
                  <a16:creationId xmlns:a16="http://schemas.microsoft.com/office/drawing/2014/main" id="{E92CEEAA-6460-9E25-B91B-EB6B5EE74066}"/>
                </a:ext>
              </a:extLst>
            </p:cNvPr>
            <p:cNvSpPr/>
            <p:nvPr/>
          </p:nvSpPr>
          <p:spPr>
            <a:xfrm>
              <a:off x="5084306" y="3815608"/>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8" name="Rectangle 67">
              <a:extLst>
                <a:ext uri="{FF2B5EF4-FFF2-40B4-BE49-F238E27FC236}">
                  <a16:creationId xmlns:a16="http://schemas.microsoft.com/office/drawing/2014/main" id="{8DEECBD2-CDBB-9F91-313C-A7F2A9216FE0}"/>
                </a:ext>
              </a:extLst>
            </p:cNvPr>
            <p:cNvSpPr/>
            <p:nvPr/>
          </p:nvSpPr>
          <p:spPr>
            <a:xfrm>
              <a:off x="4480768" y="3787844"/>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9" name="Rectangle 68">
              <a:extLst>
                <a:ext uri="{FF2B5EF4-FFF2-40B4-BE49-F238E27FC236}">
                  <a16:creationId xmlns:a16="http://schemas.microsoft.com/office/drawing/2014/main" id="{0D6E2380-1E8F-FDCE-74DA-7397AD8A429E}"/>
                </a:ext>
              </a:extLst>
            </p:cNvPr>
            <p:cNvSpPr/>
            <p:nvPr/>
          </p:nvSpPr>
          <p:spPr>
            <a:xfrm>
              <a:off x="5615683" y="267208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0" name="Rectangle 69">
              <a:extLst>
                <a:ext uri="{FF2B5EF4-FFF2-40B4-BE49-F238E27FC236}">
                  <a16:creationId xmlns:a16="http://schemas.microsoft.com/office/drawing/2014/main" id="{E188E308-F4A9-1378-62A8-A19732D8F462}"/>
                </a:ext>
              </a:extLst>
            </p:cNvPr>
            <p:cNvSpPr/>
            <p:nvPr/>
          </p:nvSpPr>
          <p:spPr>
            <a:xfrm>
              <a:off x="5029755" y="270816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0B2D5A51-CEE7-AE4E-F580-8D347C1F338A}"/>
                </a:ext>
              </a:extLst>
            </p:cNvPr>
            <p:cNvSpPr/>
            <p:nvPr/>
          </p:nvSpPr>
          <p:spPr>
            <a:xfrm>
              <a:off x="4464894" y="2645338"/>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2" name="Rectangle 71">
              <a:extLst>
                <a:ext uri="{FF2B5EF4-FFF2-40B4-BE49-F238E27FC236}">
                  <a16:creationId xmlns:a16="http://schemas.microsoft.com/office/drawing/2014/main" id="{E10BF6B0-4C06-07F7-4D79-D3374237DE36}"/>
                </a:ext>
              </a:extLst>
            </p:cNvPr>
            <p:cNvSpPr/>
            <p:nvPr/>
          </p:nvSpPr>
          <p:spPr>
            <a:xfrm>
              <a:off x="5029755" y="3212468"/>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268AA495-9542-44C0-B963-93C98190E306}"/>
                </a:ext>
              </a:extLst>
            </p:cNvPr>
            <p:cNvSpPr/>
            <p:nvPr/>
          </p:nvSpPr>
          <p:spPr>
            <a:xfrm>
              <a:off x="4507024" y="493393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4" name="Rectangle 73">
              <a:extLst>
                <a:ext uri="{FF2B5EF4-FFF2-40B4-BE49-F238E27FC236}">
                  <a16:creationId xmlns:a16="http://schemas.microsoft.com/office/drawing/2014/main" id="{2AB9FD41-FBD9-30FD-CF99-C1AC95296D6F}"/>
                </a:ext>
              </a:extLst>
            </p:cNvPr>
            <p:cNvSpPr/>
            <p:nvPr/>
          </p:nvSpPr>
          <p:spPr>
            <a:xfrm>
              <a:off x="5666187" y="493393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5" name="Rectangle 74">
              <a:extLst>
                <a:ext uri="{FF2B5EF4-FFF2-40B4-BE49-F238E27FC236}">
                  <a16:creationId xmlns:a16="http://schemas.microsoft.com/office/drawing/2014/main" id="{6CA1348F-1DDF-2EF2-1945-B52DC3589972}"/>
                </a:ext>
              </a:extLst>
            </p:cNvPr>
            <p:cNvSpPr/>
            <p:nvPr/>
          </p:nvSpPr>
          <p:spPr>
            <a:xfrm>
              <a:off x="5666187" y="553707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6" name="Rectangle 75">
              <a:extLst>
                <a:ext uri="{FF2B5EF4-FFF2-40B4-BE49-F238E27FC236}">
                  <a16:creationId xmlns:a16="http://schemas.microsoft.com/office/drawing/2014/main" id="{D47A8493-8E77-AAD6-BBBA-2356911731C0}"/>
                </a:ext>
              </a:extLst>
            </p:cNvPr>
            <p:cNvSpPr/>
            <p:nvPr/>
          </p:nvSpPr>
          <p:spPr>
            <a:xfrm>
              <a:off x="5134809" y="553707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7" name="Rectangle 76">
              <a:extLst>
                <a:ext uri="{FF2B5EF4-FFF2-40B4-BE49-F238E27FC236}">
                  <a16:creationId xmlns:a16="http://schemas.microsoft.com/office/drawing/2014/main" id="{4C2B1619-578C-2242-8ACC-A04349A8BC96}"/>
                </a:ext>
              </a:extLst>
            </p:cNvPr>
            <p:cNvSpPr/>
            <p:nvPr/>
          </p:nvSpPr>
          <p:spPr>
            <a:xfrm>
              <a:off x="4531271" y="5509313"/>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8" name="Rectangle 77">
              <a:extLst>
                <a:ext uri="{FF2B5EF4-FFF2-40B4-BE49-F238E27FC236}">
                  <a16:creationId xmlns:a16="http://schemas.microsoft.com/office/drawing/2014/main" id="{BB6BDEB7-7202-0042-D385-82EBDE051D72}"/>
                </a:ext>
              </a:extLst>
            </p:cNvPr>
            <p:cNvSpPr/>
            <p:nvPr/>
          </p:nvSpPr>
          <p:spPr>
            <a:xfrm>
              <a:off x="5666186" y="439355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9" name="Rectangle 78">
              <a:extLst>
                <a:ext uri="{FF2B5EF4-FFF2-40B4-BE49-F238E27FC236}">
                  <a16:creationId xmlns:a16="http://schemas.microsoft.com/office/drawing/2014/main" id="{46B7B5FC-825B-931A-D003-D2EBBC26EAA4}"/>
                </a:ext>
              </a:extLst>
            </p:cNvPr>
            <p:cNvSpPr/>
            <p:nvPr/>
          </p:nvSpPr>
          <p:spPr>
            <a:xfrm>
              <a:off x="5080258" y="4429634"/>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0" name="Rectangle 79">
              <a:extLst>
                <a:ext uri="{FF2B5EF4-FFF2-40B4-BE49-F238E27FC236}">
                  <a16:creationId xmlns:a16="http://schemas.microsoft.com/office/drawing/2014/main" id="{D42E6481-4486-4206-1EDE-E54E0348FBA5}"/>
                </a:ext>
              </a:extLst>
            </p:cNvPr>
            <p:cNvSpPr/>
            <p:nvPr/>
          </p:nvSpPr>
          <p:spPr>
            <a:xfrm>
              <a:off x="4515397" y="436680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1" name="Rectangle 80">
              <a:extLst>
                <a:ext uri="{FF2B5EF4-FFF2-40B4-BE49-F238E27FC236}">
                  <a16:creationId xmlns:a16="http://schemas.microsoft.com/office/drawing/2014/main" id="{CC0DF94F-AFAA-FE8D-A19E-09A79ECF6D21}"/>
                </a:ext>
              </a:extLst>
            </p:cNvPr>
            <p:cNvSpPr/>
            <p:nvPr/>
          </p:nvSpPr>
          <p:spPr>
            <a:xfrm>
              <a:off x="5080258" y="493393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Rectangle 81">
              <a:extLst>
                <a:ext uri="{FF2B5EF4-FFF2-40B4-BE49-F238E27FC236}">
                  <a16:creationId xmlns:a16="http://schemas.microsoft.com/office/drawing/2014/main" id="{704B4D57-BAC1-32F9-9F96-895EEC298034}"/>
                </a:ext>
              </a:extLst>
            </p:cNvPr>
            <p:cNvSpPr/>
            <p:nvPr/>
          </p:nvSpPr>
          <p:spPr>
            <a:xfrm>
              <a:off x="2730188" y="321892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3" name="Rectangle 82">
              <a:extLst>
                <a:ext uri="{FF2B5EF4-FFF2-40B4-BE49-F238E27FC236}">
                  <a16:creationId xmlns:a16="http://schemas.microsoft.com/office/drawing/2014/main" id="{0A67CED2-0FB3-46ED-DFBC-424E2CC1589E}"/>
                </a:ext>
              </a:extLst>
            </p:cNvPr>
            <p:cNvSpPr/>
            <p:nvPr/>
          </p:nvSpPr>
          <p:spPr>
            <a:xfrm>
              <a:off x="3889351" y="321892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4" name="Rectangle 83">
              <a:extLst>
                <a:ext uri="{FF2B5EF4-FFF2-40B4-BE49-F238E27FC236}">
                  <a16:creationId xmlns:a16="http://schemas.microsoft.com/office/drawing/2014/main" id="{71F6B6C3-32BC-8E34-9F99-390424F36AB4}"/>
                </a:ext>
              </a:extLst>
            </p:cNvPr>
            <p:cNvSpPr/>
            <p:nvPr/>
          </p:nvSpPr>
          <p:spPr>
            <a:xfrm>
              <a:off x="3889351" y="382206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Rectangle 84">
              <a:extLst>
                <a:ext uri="{FF2B5EF4-FFF2-40B4-BE49-F238E27FC236}">
                  <a16:creationId xmlns:a16="http://schemas.microsoft.com/office/drawing/2014/main" id="{3557DEEB-4C2E-90A5-B61B-DC72F0B791F5}"/>
                </a:ext>
              </a:extLst>
            </p:cNvPr>
            <p:cNvSpPr/>
            <p:nvPr/>
          </p:nvSpPr>
          <p:spPr>
            <a:xfrm>
              <a:off x="3357973" y="382206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6" name="Rectangle 85">
              <a:extLst>
                <a:ext uri="{FF2B5EF4-FFF2-40B4-BE49-F238E27FC236}">
                  <a16:creationId xmlns:a16="http://schemas.microsoft.com/office/drawing/2014/main" id="{901FD6F4-9BBF-1A91-C995-B3DA11C3DDB3}"/>
                </a:ext>
              </a:extLst>
            </p:cNvPr>
            <p:cNvSpPr/>
            <p:nvPr/>
          </p:nvSpPr>
          <p:spPr>
            <a:xfrm>
              <a:off x="2754435" y="3794303"/>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7" name="Rectangle 86">
              <a:extLst>
                <a:ext uri="{FF2B5EF4-FFF2-40B4-BE49-F238E27FC236}">
                  <a16:creationId xmlns:a16="http://schemas.microsoft.com/office/drawing/2014/main" id="{C8C8C5B1-0A11-62D0-3AB1-5159DD0B9DEC}"/>
                </a:ext>
              </a:extLst>
            </p:cNvPr>
            <p:cNvSpPr/>
            <p:nvPr/>
          </p:nvSpPr>
          <p:spPr>
            <a:xfrm>
              <a:off x="3889350" y="267854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Rectangle 87">
              <a:extLst>
                <a:ext uri="{FF2B5EF4-FFF2-40B4-BE49-F238E27FC236}">
                  <a16:creationId xmlns:a16="http://schemas.microsoft.com/office/drawing/2014/main" id="{A259006A-4353-BCDD-1667-F99A7E8B85AC}"/>
                </a:ext>
              </a:extLst>
            </p:cNvPr>
            <p:cNvSpPr/>
            <p:nvPr/>
          </p:nvSpPr>
          <p:spPr>
            <a:xfrm>
              <a:off x="3303422" y="2714624"/>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9" name="Rectangle 88">
              <a:extLst>
                <a:ext uri="{FF2B5EF4-FFF2-40B4-BE49-F238E27FC236}">
                  <a16:creationId xmlns:a16="http://schemas.microsoft.com/office/drawing/2014/main" id="{005B23A8-DD60-F2D8-001D-3ED4A2A87288}"/>
                </a:ext>
              </a:extLst>
            </p:cNvPr>
            <p:cNvSpPr/>
            <p:nvPr/>
          </p:nvSpPr>
          <p:spPr>
            <a:xfrm>
              <a:off x="2738561" y="265179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Rectangle 89">
              <a:extLst>
                <a:ext uri="{FF2B5EF4-FFF2-40B4-BE49-F238E27FC236}">
                  <a16:creationId xmlns:a16="http://schemas.microsoft.com/office/drawing/2014/main" id="{B835AD0C-0248-D0DA-4DCA-633055132C1A}"/>
                </a:ext>
              </a:extLst>
            </p:cNvPr>
            <p:cNvSpPr/>
            <p:nvPr/>
          </p:nvSpPr>
          <p:spPr>
            <a:xfrm>
              <a:off x="3303422" y="321892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grpSp>
      <p:sp>
        <p:nvSpPr>
          <p:cNvPr id="91" name="TextBox 90">
            <a:extLst>
              <a:ext uri="{FF2B5EF4-FFF2-40B4-BE49-F238E27FC236}">
                <a16:creationId xmlns:a16="http://schemas.microsoft.com/office/drawing/2014/main" id="{6EF3B564-39D7-2AC0-194F-20AB008A4491}"/>
              </a:ext>
            </a:extLst>
          </p:cNvPr>
          <p:cNvSpPr txBox="1"/>
          <p:nvPr/>
        </p:nvSpPr>
        <p:spPr>
          <a:xfrm>
            <a:off x="-8476952" y="986792"/>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sp>
        <p:nvSpPr>
          <p:cNvPr id="92" name="TextBox 91">
            <a:extLst>
              <a:ext uri="{FF2B5EF4-FFF2-40B4-BE49-F238E27FC236}">
                <a16:creationId xmlns:a16="http://schemas.microsoft.com/office/drawing/2014/main" id="{9DEFD26C-5372-D870-575C-23B365EEC03F}"/>
              </a:ext>
            </a:extLst>
          </p:cNvPr>
          <p:cNvSpPr txBox="1"/>
          <p:nvPr/>
        </p:nvSpPr>
        <p:spPr>
          <a:xfrm>
            <a:off x="13826564" y="1809268"/>
            <a:ext cx="5059398"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Logic-based number puzzle</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2D76134B-E264-510B-37C6-CC92C49D9FB2}"/>
                  </a:ext>
                </a:extLst>
              </p:cNvPr>
              <p:cNvSpPr txBox="1"/>
              <p:nvPr/>
            </p:nvSpPr>
            <p:spPr>
              <a:xfrm>
                <a:off x="13826564" y="2553756"/>
                <a:ext cx="7456885"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9</a:t>
                </a:r>
                <a14:m>
                  <m:oMath xmlns:m="http://schemas.openxmlformats.org/officeDocument/2006/math">
                    <m:r>
                      <a:rPr lang="en-US" sz="2800" b="0" i="0" smtClean="0">
                        <a:latin typeface="Cambria Math" panose="02040503050406030204" pitchFamily="18" charset="0"/>
                      </a:rPr>
                      <m:t>×</m:t>
                    </m:r>
                  </m:oMath>
                </a14:m>
                <a:r>
                  <a:rPr lang="en-US" sz="2800" dirty="0">
                    <a:latin typeface="Open Sans" panose="020B0606030504020204" pitchFamily="34" charset="0"/>
                    <a:ea typeface="Open Sans" panose="020B0606030504020204" pitchFamily="34" charset="0"/>
                    <a:cs typeface="Open Sans" panose="020B0606030504020204" pitchFamily="34" charset="0"/>
                  </a:rPr>
                  <a:t>9 grid with the digits</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1,2,3,4,5,6,7,8,9</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93" name="TextBox 92">
                <a:extLst>
                  <a:ext uri="{FF2B5EF4-FFF2-40B4-BE49-F238E27FC236}">
                    <a16:creationId xmlns:a16="http://schemas.microsoft.com/office/drawing/2014/main" id="{2D76134B-E264-510B-37C6-CC92C49D9FB2}"/>
                  </a:ext>
                </a:extLst>
              </p:cNvPr>
              <p:cNvSpPr txBox="1">
                <a:spLocks noRot="1" noChangeAspect="1" noMove="1" noResize="1" noEditPoints="1" noAdjustHandles="1" noChangeArrowheads="1" noChangeShapeType="1" noTextEdit="1"/>
              </p:cNvSpPr>
              <p:nvPr/>
            </p:nvSpPr>
            <p:spPr>
              <a:xfrm>
                <a:off x="13826564" y="2553756"/>
                <a:ext cx="7456885" cy="954107"/>
              </a:xfrm>
              <a:prstGeom prst="rect">
                <a:avLst/>
              </a:prstGeom>
              <a:blipFill>
                <a:blip r:embed="rId3"/>
                <a:stretch>
                  <a:fillRect l="-1361" t="-8000" b="-17333"/>
                </a:stretch>
              </a:blipFill>
            </p:spPr>
            <p:txBody>
              <a:bodyPr/>
              <a:lstStyle/>
              <a:p>
                <a:r>
                  <a:rPr lang="en-TW">
                    <a:noFill/>
                  </a:rPr>
                  <a:t> </a:t>
                </a:r>
              </a:p>
            </p:txBody>
          </p:sp>
        </mc:Fallback>
      </mc:AlternateContent>
      <p:sp>
        <p:nvSpPr>
          <p:cNvPr id="94" name="TextBox 93">
            <a:extLst>
              <a:ext uri="{FF2B5EF4-FFF2-40B4-BE49-F238E27FC236}">
                <a16:creationId xmlns:a16="http://schemas.microsoft.com/office/drawing/2014/main" id="{0C208187-9DFB-26A5-29DB-75925B5F254B}"/>
              </a:ext>
            </a:extLst>
          </p:cNvPr>
          <p:cNvSpPr txBox="1"/>
          <p:nvPr/>
        </p:nvSpPr>
        <p:spPr>
          <a:xfrm>
            <a:off x="13823492" y="3729131"/>
            <a:ext cx="5892960"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Puzzle have some digits appears</a:t>
            </a:r>
          </a:p>
          <a:p>
            <a:pPr marL="312738"/>
            <a:r>
              <a:rPr lang="en-US" sz="2800" dirty="0">
                <a:latin typeface="Open Sans" panose="020B0606030504020204" pitchFamily="34" charset="0"/>
                <a:ea typeface="Open Sans" panose="020B0606030504020204" pitchFamily="34" charset="0"/>
                <a:cs typeface="Open Sans" panose="020B0606030504020204" pitchFamily="34" charset="0"/>
              </a:rPr>
              <a:t>in some of the squares</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p:sp>
        <p:nvSpPr>
          <p:cNvPr id="95" name="TextBox 94">
            <a:extLst>
              <a:ext uri="{FF2B5EF4-FFF2-40B4-BE49-F238E27FC236}">
                <a16:creationId xmlns:a16="http://schemas.microsoft.com/office/drawing/2014/main" id="{BFAFAFEE-1831-B2A6-9CE9-64F29D4B5201}"/>
              </a:ext>
            </a:extLst>
          </p:cNvPr>
          <p:cNvSpPr txBox="1"/>
          <p:nvPr/>
        </p:nvSpPr>
        <p:spPr>
          <a:xfrm>
            <a:off x="13823492" y="4904506"/>
            <a:ext cx="3813865"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The goal is to </a:t>
            </a:r>
            <a:r>
              <a:rPr lang="en-US" sz="2800" dirty="0">
                <a:solidFill>
                  <a:srgbClr val="474747"/>
                </a:solidFill>
                <a:effectLst/>
                <a:latin typeface="Open Sans" panose="020B0606030504020204" pitchFamily="34" charset="0"/>
                <a:ea typeface="Open Sans" panose="020B0606030504020204" pitchFamily="34" charset="0"/>
                <a:cs typeface="Open Sans" panose="020B0606030504020204" pitchFamily="34" charset="0"/>
              </a:rPr>
              <a:t>fill the</a:t>
            </a:r>
          </a:p>
          <a:p>
            <a:pPr marL="280988"/>
            <a:r>
              <a:rPr lang="en-US" sz="2800" dirty="0">
                <a:solidFill>
                  <a:srgbClr val="474747"/>
                </a:solidFill>
                <a:effectLst/>
                <a:latin typeface="Open Sans" panose="020B0606030504020204" pitchFamily="34" charset="0"/>
                <a:ea typeface="Open Sans" panose="020B0606030504020204" pitchFamily="34" charset="0"/>
                <a:cs typeface="Open Sans" panose="020B0606030504020204" pitchFamily="34" charset="0"/>
              </a:rPr>
              <a:t>remaining squares</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551880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B6B07-6734-1825-DCCA-6F70780EB17D}"/>
              </a:ext>
            </a:extLst>
          </p:cNvPr>
          <p:cNvSpPr>
            <a:spLocks noGrp="1"/>
          </p:cNvSpPr>
          <p:nvPr>
            <p:ph type="ctrTitle"/>
          </p:nvPr>
        </p:nvSpPr>
        <p:spPr>
          <a:xfrm>
            <a:off x="1523998" y="-4987015"/>
            <a:ext cx="9144000" cy="3449637"/>
          </a:xfrm>
        </p:spPr>
        <p:txBody>
          <a:bodyPr>
            <a:normAutofit/>
          </a:bodyPr>
          <a:lstStyle/>
          <a:p>
            <a:pPr>
              <a:tabLst>
                <a:tab pos="395288" algn="l"/>
              </a:tabLst>
            </a:pPr>
            <a:r>
              <a:rPr lang="en-US" sz="11800" b="1" dirty="0">
                <a:solidFill>
                  <a:srgbClr val="272727"/>
                </a:solidFill>
                <a:effectLst/>
                <a:latin typeface="Playfair Display Black" pitchFamily="2" charset="77"/>
              </a:rPr>
              <a:t>SUDOKU</a:t>
            </a:r>
            <a:br>
              <a:rPr lang="en-US" b="1" dirty="0">
                <a:solidFill>
                  <a:srgbClr val="272727"/>
                </a:solidFill>
                <a:effectLst/>
                <a:latin typeface="Playfair Display Black" pitchFamily="2" charset="77"/>
              </a:rPr>
            </a:br>
            <a:r>
              <a:rPr lang="en-US" sz="10000" b="1" i="1" dirty="0">
                <a:solidFill>
                  <a:srgbClr val="272727"/>
                </a:solidFill>
                <a:effectLst/>
                <a:latin typeface="Playfair Display Black" pitchFamily="2" charset="77"/>
              </a:rPr>
              <a:t>Techniques</a:t>
            </a:r>
            <a:endParaRPr lang="en-TW" sz="10000" b="1" i="1" dirty="0">
              <a:latin typeface="Playfair Display Black" pitchFamily="2" charset="77"/>
            </a:endParaRPr>
          </a:p>
        </p:txBody>
      </p:sp>
      <p:sp>
        <p:nvSpPr>
          <p:cNvPr id="3" name="Subtitle 2">
            <a:extLst>
              <a:ext uri="{FF2B5EF4-FFF2-40B4-BE49-F238E27FC236}">
                <a16:creationId xmlns:a16="http://schemas.microsoft.com/office/drawing/2014/main" id="{56B4FED6-D5CE-94DD-0618-CC10C0534570}"/>
              </a:ext>
            </a:extLst>
          </p:cNvPr>
          <p:cNvSpPr>
            <a:spLocks noGrp="1"/>
          </p:cNvSpPr>
          <p:nvPr>
            <p:ph type="subTitle" idx="1"/>
          </p:nvPr>
        </p:nvSpPr>
        <p:spPr>
          <a:xfrm>
            <a:off x="1523998" y="7046906"/>
            <a:ext cx="9144000" cy="1655762"/>
          </a:xfrm>
        </p:spPr>
        <p:txBody>
          <a:bodyPr>
            <a:normAutofit/>
          </a:bodyPr>
          <a:lstStyle/>
          <a:p>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S</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olve Sudoku Puzzles </a:t>
            </a:r>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W</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ithout th</a:t>
            </a:r>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e </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Computer</a:t>
            </a:r>
          </a:p>
        </p:txBody>
      </p:sp>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102" name="Group 101">
            <a:extLst>
              <a:ext uri="{FF2B5EF4-FFF2-40B4-BE49-F238E27FC236}">
                <a16:creationId xmlns:a16="http://schemas.microsoft.com/office/drawing/2014/main" id="{A3CAA50E-1462-BE31-0654-5AE4027083C4}"/>
              </a:ext>
            </a:extLst>
          </p:cNvPr>
          <p:cNvGrpSpPr/>
          <p:nvPr/>
        </p:nvGrpSpPr>
        <p:grpSpPr>
          <a:xfrm>
            <a:off x="903729" y="1652120"/>
            <a:ext cx="4566905" cy="4564800"/>
            <a:chOff x="850898" y="806450"/>
            <a:chExt cx="5245100" cy="5245100"/>
          </a:xfrm>
        </p:grpSpPr>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850898" y="806450"/>
              <a:ext cx="5245100" cy="5245100"/>
            </a:xfrm>
            <a:prstGeom prst="rect">
              <a:avLst/>
            </a:prstGeom>
          </p:spPr>
        </p:pic>
        <p:sp>
          <p:nvSpPr>
            <p:cNvPr id="21" name="Rectangle 20">
              <a:extLst>
                <a:ext uri="{FF2B5EF4-FFF2-40B4-BE49-F238E27FC236}">
                  <a16:creationId xmlns:a16="http://schemas.microsoft.com/office/drawing/2014/main" id="{81BFCDB1-FBE6-FCE5-8DC3-82B6CD681AC1}"/>
                </a:ext>
              </a:extLst>
            </p:cNvPr>
            <p:cNvSpPr/>
            <p:nvPr/>
          </p:nvSpPr>
          <p:spPr>
            <a:xfrm>
              <a:off x="2747814" y="496454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 name="Rectangle 21">
              <a:extLst>
                <a:ext uri="{FF2B5EF4-FFF2-40B4-BE49-F238E27FC236}">
                  <a16:creationId xmlns:a16="http://schemas.microsoft.com/office/drawing/2014/main" id="{D10FCF3D-A76B-08B4-2EA1-4C6147FFC241}"/>
                </a:ext>
              </a:extLst>
            </p:cNvPr>
            <p:cNvSpPr/>
            <p:nvPr/>
          </p:nvSpPr>
          <p:spPr>
            <a:xfrm>
              <a:off x="3906977" y="496454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 name="Rectangle 22">
              <a:extLst>
                <a:ext uri="{FF2B5EF4-FFF2-40B4-BE49-F238E27FC236}">
                  <a16:creationId xmlns:a16="http://schemas.microsoft.com/office/drawing/2014/main" id="{E0B69E44-2B7F-FB4C-A1CD-8F11A9CCA6A8}"/>
                </a:ext>
              </a:extLst>
            </p:cNvPr>
            <p:cNvSpPr/>
            <p:nvPr/>
          </p:nvSpPr>
          <p:spPr>
            <a:xfrm>
              <a:off x="3906977" y="556768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 name="Rectangle 23">
              <a:extLst>
                <a:ext uri="{FF2B5EF4-FFF2-40B4-BE49-F238E27FC236}">
                  <a16:creationId xmlns:a16="http://schemas.microsoft.com/office/drawing/2014/main" id="{F6E80F80-E671-2BE9-9829-C0684DE42E4B}"/>
                </a:ext>
              </a:extLst>
            </p:cNvPr>
            <p:cNvSpPr/>
            <p:nvPr/>
          </p:nvSpPr>
          <p:spPr>
            <a:xfrm>
              <a:off x="3375599" y="556768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 name="Rectangle 24">
              <a:extLst>
                <a:ext uri="{FF2B5EF4-FFF2-40B4-BE49-F238E27FC236}">
                  <a16:creationId xmlns:a16="http://schemas.microsoft.com/office/drawing/2014/main" id="{5807615B-F4B8-766B-FEDA-9BE3C94760CB}"/>
                </a:ext>
              </a:extLst>
            </p:cNvPr>
            <p:cNvSpPr/>
            <p:nvPr/>
          </p:nvSpPr>
          <p:spPr>
            <a:xfrm>
              <a:off x="2772061" y="553992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 name="Rectangle 25">
              <a:extLst>
                <a:ext uri="{FF2B5EF4-FFF2-40B4-BE49-F238E27FC236}">
                  <a16:creationId xmlns:a16="http://schemas.microsoft.com/office/drawing/2014/main" id="{C27371E6-D179-8874-3391-1CB678AA055B}"/>
                </a:ext>
              </a:extLst>
            </p:cNvPr>
            <p:cNvSpPr/>
            <p:nvPr/>
          </p:nvSpPr>
          <p:spPr>
            <a:xfrm>
              <a:off x="3906976" y="4424164"/>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7" name="Rectangle 26">
              <a:extLst>
                <a:ext uri="{FF2B5EF4-FFF2-40B4-BE49-F238E27FC236}">
                  <a16:creationId xmlns:a16="http://schemas.microsoft.com/office/drawing/2014/main" id="{8D1F324B-C220-EC92-0FA1-C780E8543F30}"/>
                </a:ext>
              </a:extLst>
            </p:cNvPr>
            <p:cNvSpPr/>
            <p:nvPr/>
          </p:nvSpPr>
          <p:spPr>
            <a:xfrm>
              <a:off x="3321048" y="4460243"/>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8" name="Rectangle 27">
              <a:extLst>
                <a:ext uri="{FF2B5EF4-FFF2-40B4-BE49-F238E27FC236}">
                  <a16:creationId xmlns:a16="http://schemas.microsoft.com/office/drawing/2014/main" id="{A749F54C-FB59-66BD-B6F2-793E43C6CCC0}"/>
                </a:ext>
              </a:extLst>
            </p:cNvPr>
            <p:cNvSpPr/>
            <p:nvPr/>
          </p:nvSpPr>
          <p:spPr>
            <a:xfrm>
              <a:off x="2756187" y="439741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9" name="Rectangle 28">
              <a:extLst>
                <a:ext uri="{FF2B5EF4-FFF2-40B4-BE49-F238E27FC236}">
                  <a16:creationId xmlns:a16="http://schemas.microsoft.com/office/drawing/2014/main" id="{12DE52F0-36AD-CC48-E27B-1907AE88529B}"/>
                </a:ext>
              </a:extLst>
            </p:cNvPr>
            <p:cNvSpPr/>
            <p:nvPr/>
          </p:nvSpPr>
          <p:spPr>
            <a:xfrm>
              <a:off x="3321048" y="496454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0" name="Rectangle 29">
              <a:extLst>
                <a:ext uri="{FF2B5EF4-FFF2-40B4-BE49-F238E27FC236}">
                  <a16:creationId xmlns:a16="http://schemas.microsoft.com/office/drawing/2014/main" id="{F99E4B26-1250-0788-004B-8285044CFF92}"/>
                </a:ext>
              </a:extLst>
            </p:cNvPr>
            <p:cNvSpPr/>
            <p:nvPr/>
          </p:nvSpPr>
          <p:spPr>
            <a:xfrm>
              <a:off x="1035044" y="490171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1" name="Rectangle 30">
              <a:extLst>
                <a:ext uri="{FF2B5EF4-FFF2-40B4-BE49-F238E27FC236}">
                  <a16:creationId xmlns:a16="http://schemas.microsoft.com/office/drawing/2014/main" id="{00AB0FEF-BAE6-C660-383C-35F4AAFD74E5}"/>
                </a:ext>
              </a:extLst>
            </p:cNvPr>
            <p:cNvSpPr/>
            <p:nvPr/>
          </p:nvSpPr>
          <p:spPr>
            <a:xfrm>
              <a:off x="2194207" y="490171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2" name="Rectangle 31">
              <a:extLst>
                <a:ext uri="{FF2B5EF4-FFF2-40B4-BE49-F238E27FC236}">
                  <a16:creationId xmlns:a16="http://schemas.microsoft.com/office/drawing/2014/main" id="{6DA54F7F-7A7A-3EC0-895A-A76A432A4AF3}"/>
                </a:ext>
              </a:extLst>
            </p:cNvPr>
            <p:cNvSpPr/>
            <p:nvPr/>
          </p:nvSpPr>
          <p:spPr>
            <a:xfrm>
              <a:off x="2194207" y="550485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3" name="Rectangle 32">
              <a:extLst>
                <a:ext uri="{FF2B5EF4-FFF2-40B4-BE49-F238E27FC236}">
                  <a16:creationId xmlns:a16="http://schemas.microsoft.com/office/drawing/2014/main" id="{8A4EA3E2-E8C4-732C-8D87-952F81B28B01}"/>
                </a:ext>
              </a:extLst>
            </p:cNvPr>
            <p:cNvSpPr/>
            <p:nvPr/>
          </p:nvSpPr>
          <p:spPr>
            <a:xfrm>
              <a:off x="1662829" y="550485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4" name="Rectangle 33">
              <a:extLst>
                <a:ext uri="{FF2B5EF4-FFF2-40B4-BE49-F238E27FC236}">
                  <a16:creationId xmlns:a16="http://schemas.microsoft.com/office/drawing/2014/main" id="{298BB304-DAB2-762C-57DE-2E6AA58A2B5D}"/>
                </a:ext>
              </a:extLst>
            </p:cNvPr>
            <p:cNvSpPr/>
            <p:nvPr/>
          </p:nvSpPr>
          <p:spPr>
            <a:xfrm>
              <a:off x="1059291" y="547709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5" name="Rectangle 34">
              <a:extLst>
                <a:ext uri="{FF2B5EF4-FFF2-40B4-BE49-F238E27FC236}">
                  <a16:creationId xmlns:a16="http://schemas.microsoft.com/office/drawing/2014/main" id="{F1638716-5B81-F5B6-F847-30AA87915200}"/>
                </a:ext>
              </a:extLst>
            </p:cNvPr>
            <p:cNvSpPr/>
            <p:nvPr/>
          </p:nvSpPr>
          <p:spPr>
            <a:xfrm>
              <a:off x="2194206" y="436133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6" name="Rectangle 35">
              <a:extLst>
                <a:ext uri="{FF2B5EF4-FFF2-40B4-BE49-F238E27FC236}">
                  <a16:creationId xmlns:a16="http://schemas.microsoft.com/office/drawing/2014/main" id="{82AF1ED3-E08C-362F-0468-E8CC9F902309}"/>
                </a:ext>
              </a:extLst>
            </p:cNvPr>
            <p:cNvSpPr/>
            <p:nvPr/>
          </p:nvSpPr>
          <p:spPr>
            <a:xfrm>
              <a:off x="1608278" y="439741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7" name="Rectangle 36">
              <a:extLst>
                <a:ext uri="{FF2B5EF4-FFF2-40B4-BE49-F238E27FC236}">
                  <a16:creationId xmlns:a16="http://schemas.microsoft.com/office/drawing/2014/main" id="{34CFDF3C-C471-A3FA-4C9D-320AA4709583}"/>
                </a:ext>
              </a:extLst>
            </p:cNvPr>
            <p:cNvSpPr/>
            <p:nvPr/>
          </p:nvSpPr>
          <p:spPr>
            <a:xfrm>
              <a:off x="1043417" y="433458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8" name="Rectangle 37">
              <a:extLst>
                <a:ext uri="{FF2B5EF4-FFF2-40B4-BE49-F238E27FC236}">
                  <a16:creationId xmlns:a16="http://schemas.microsoft.com/office/drawing/2014/main" id="{6178536B-7871-3AE9-6285-55451A284C75}"/>
                </a:ext>
              </a:extLst>
            </p:cNvPr>
            <p:cNvSpPr/>
            <p:nvPr/>
          </p:nvSpPr>
          <p:spPr>
            <a:xfrm>
              <a:off x="1608278" y="490171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9" name="Rectangle 38">
              <a:extLst>
                <a:ext uri="{FF2B5EF4-FFF2-40B4-BE49-F238E27FC236}">
                  <a16:creationId xmlns:a16="http://schemas.microsoft.com/office/drawing/2014/main" id="{1000C67B-3743-59A4-5D85-FB9EA1B29F3A}"/>
                </a:ext>
              </a:extLst>
            </p:cNvPr>
            <p:cNvSpPr/>
            <p:nvPr/>
          </p:nvSpPr>
          <p:spPr>
            <a:xfrm>
              <a:off x="1029991" y="322709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0" name="Rectangle 39">
              <a:extLst>
                <a:ext uri="{FF2B5EF4-FFF2-40B4-BE49-F238E27FC236}">
                  <a16:creationId xmlns:a16="http://schemas.microsoft.com/office/drawing/2014/main" id="{C4DABDEA-8455-73C3-EDC2-F30534EBD1AD}"/>
                </a:ext>
              </a:extLst>
            </p:cNvPr>
            <p:cNvSpPr/>
            <p:nvPr/>
          </p:nvSpPr>
          <p:spPr>
            <a:xfrm>
              <a:off x="2189154" y="322709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1" name="Rectangle 40">
              <a:extLst>
                <a:ext uri="{FF2B5EF4-FFF2-40B4-BE49-F238E27FC236}">
                  <a16:creationId xmlns:a16="http://schemas.microsoft.com/office/drawing/2014/main" id="{E94CDF60-5754-E10C-7368-20A7D58E75C4}"/>
                </a:ext>
              </a:extLst>
            </p:cNvPr>
            <p:cNvSpPr/>
            <p:nvPr/>
          </p:nvSpPr>
          <p:spPr>
            <a:xfrm>
              <a:off x="2189154" y="383023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2" name="Rectangle 41">
              <a:extLst>
                <a:ext uri="{FF2B5EF4-FFF2-40B4-BE49-F238E27FC236}">
                  <a16:creationId xmlns:a16="http://schemas.microsoft.com/office/drawing/2014/main" id="{F5202645-E3D4-0C5E-6A13-FACFBA9528B5}"/>
                </a:ext>
              </a:extLst>
            </p:cNvPr>
            <p:cNvSpPr/>
            <p:nvPr/>
          </p:nvSpPr>
          <p:spPr>
            <a:xfrm>
              <a:off x="1657776" y="383023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3" name="Rectangle 42">
              <a:extLst>
                <a:ext uri="{FF2B5EF4-FFF2-40B4-BE49-F238E27FC236}">
                  <a16:creationId xmlns:a16="http://schemas.microsoft.com/office/drawing/2014/main" id="{E4A77DAD-59A7-4AB3-8890-34262B676BD6}"/>
                </a:ext>
              </a:extLst>
            </p:cNvPr>
            <p:cNvSpPr/>
            <p:nvPr/>
          </p:nvSpPr>
          <p:spPr>
            <a:xfrm>
              <a:off x="1054238" y="3802468"/>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4" name="Rectangle 43">
              <a:extLst>
                <a:ext uri="{FF2B5EF4-FFF2-40B4-BE49-F238E27FC236}">
                  <a16:creationId xmlns:a16="http://schemas.microsoft.com/office/drawing/2014/main" id="{13FBBDD9-8356-658F-5B5D-1607842D9511}"/>
                </a:ext>
              </a:extLst>
            </p:cNvPr>
            <p:cNvSpPr/>
            <p:nvPr/>
          </p:nvSpPr>
          <p:spPr>
            <a:xfrm>
              <a:off x="2189153" y="2686710"/>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5" name="Rectangle 44">
              <a:extLst>
                <a:ext uri="{FF2B5EF4-FFF2-40B4-BE49-F238E27FC236}">
                  <a16:creationId xmlns:a16="http://schemas.microsoft.com/office/drawing/2014/main" id="{E8F60D44-A8FE-31D7-6E12-F9911FA156F1}"/>
                </a:ext>
              </a:extLst>
            </p:cNvPr>
            <p:cNvSpPr/>
            <p:nvPr/>
          </p:nvSpPr>
          <p:spPr>
            <a:xfrm>
              <a:off x="1603225" y="272278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6" name="Rectangle 45">
              <a:extLst>
                <a:ext uri="{FF2B5EF4-FFF2-40B4-BE49-F238E27FC236}">
                  <a16:creationId xmlns:a16="http://schemas.microsoft.com/office/drawing/2014/main" id="{3378AD85-7D8A-7B26-32AB-93BBA62717AB}"/>
                </a:ext>
              </a:extLst>
            </p:cNvPr>
            <p:cNvSpPr/>
            <p:nvPr/>
          </p:nvSpPr>
          <p:spPr>
            <a:xfrm>
              <a:off x="1038364" y="265996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7" name="Rectangle 46">
              <a:extLst>
                <a:ext uri="{FF2B5EF4-FFF2-40B4-BE49-F238E27FC236}">
                  <a16:creationId xmlns:a16="http://schemas.microsoft.com/office/drawing/2014/main" id="{D39F5EBE-12C2-B18E-933B-25E2F05BDE81}"/>
                </a:ext>
              </a:extLst>
            </p:cNvPr>
            <p:cNvSpPr/>
            <p:nvPr/>
          </p:nvSpPr>
          <p:spPr>
            <a:xfrm>
              <a:off x="1603225" y="322709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8" name="Rectangle 47">
              <a:extLst>
                <a:ext uri="{FF2B5EF4-FFF2-40B4-BE49-F238E27FC236}">
                  <a16:creationId xmlns:a16="http://schemas.microsoft.com/office/drawing/2014/main" id="{1B62DDC1-1533-3CA0-D92F-D4605562DF5F}"/>
                </a:ext>
              </a:extLst>
            </p:cNvPr>
            <p:cNvSpPr/>
            <p:nvPr/>
          </p:nvSpPr>
          <p:spPr>
            <a:xfrm>
              <a:off x="1024938" y="155246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49" name="Rectangle 48">
              <a:extLst>
                <a:ext uri="{FF2B5EF4-FFF2-40B4-BE49-F238E27FC236}">
                  <a16:creationId xmlns:a16="http://schemas.microsoft.com/office/drawing/2014/main" id="{5FC0228D-1E6F-3F2E-BD75-2D431D902BE1}"/>
                </a:ext>
              </a:extLst>
            </p:cNvPr>
            <p:cNvSpPr/>
            <p:nvPr/>
          </p:nvSpPr>
          <p:spPr>
            <a:xfrm>
              <a:off x="2184101" y="155246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0" name="Rectangle 49">
              <a:extLst>
                <a:ext uri="{FF2B5EF4-FFF2-40B4-BE49-F238E27FC236}">
                  <a16:creationId xmlns:a16="http://schemas.microsoft.com/office/drawing/2014/main" id="{14F1329D-6AC6-BB57-3DDE-FD42C7353DA7}"/>
                </a:ext>
              </a:extLst>
            </p:cNvPr>
            <p:cNvSpPr/>
            <p:nvPr/>
          </p:nvSpPr>
          <p:spPr>
            <a:xfrm>
              <a:off x="2184101" y="2134380"/>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1" name="Rectangle 50">
              <a:extLst>
                <a:ext uri="{FF2B5EF4-FFF2-40B4-BE49-F238E27FC236}">
                  <a16:creationId xmlns:a16="http://schemas.microsoft.com/office/drawing/2014/main" id="{7B0A0195-DD60-44E1-0FFB-E36C89E5EDD4}"/>
                </a:ext>
              </a:extLst>
            </p:cNvPr>
            <p:cNvSpPr/>
            <p:nvPr/>
          </p:nvSpPr>
          <p:spPr>
            <a:xfrm>
              <a:off x="1652723" y="215560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2" name="Rectangle 51">
              <a:extLst>
                <a:ext uri="{FF2B5EF4-FFF2-40B4-BE49-F238E27FC236}">
                  <a16:creationId xmlns:a16="http://schemas.microsoft.com/office/drawing/2014/main" id="{4011D10F-A049-3E79-3E71-B48C2980E40D}"/>
                </a:ext>
              </a:extLst>
            </p:cNvPr>
            <p:cNvSpPr/>
            <p:nvPr/>
          </p:nvSpPr>
          <p:spPr>
            <a:xfrm>
              <a:off x="1049185" y="2127841"/>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3" name="Rectangle 52">
              <a:extLst>
                <a:ext uri="{FF2B5EF4-FFF2-40B4-BE49-F238E27FC236}">
                  <a16:creationId xmlns:a16="http://schemas.microsoft.com/office/drawing/2014/main" id="{F2E447A5-47E7-50E6-94F6-A88DFB693425}"/>
                </a:ext>
              </a:extLst>
            </p:cNvPr>
            <p:cNvSpPr/>
            <p:nvPr/>
          </p:nvSpPr>
          <p:spPr>
            <a:xfrm>
              <a:off x="2184100" y="1012083"/>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4" name="Rectangle 53">
              <a:extLst>
                <a:ext uri="{FF2B5EF4-FFF2-40B4-BE49-F238E27FC236}">
                  <a16:creationId xmlns:a16="http://schemas.microsoft.com/office/drawing/2014/main" id="{24608508-7C2E-83DC-B169-464D78087E0F}"/>
                </a:ext>
              </a:extLst>
            </p:cNvPr>
            <p:cNvSpPr/>
            <p:nvPr/>
          </p:nvSpPr>
          <p:spPr>
            <a:xfrm>
              <a:off x="1598172" y="104816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5" name="Rectangle 54">
              <a:extLst>
                <a:ext uri="{FF2B5EF4-FFF2-40B4-BE49-F238E27FC236}">
                  <a16:creationId xmlns:a16="http://schemas.microsoft.com/office/drawing/2014/main" id="{B98FF27E-8337-D9F2-A89C-6A3C4EC885BD}"/>
                </a:ext>
              </a:extLst>
            </p:cNvPr>
            <p:cNvSpPr/>
            <p:nvPr/>
          </p:nvSpPr>
          <p:spPr>
            <a:xfrm>
              <a:off x="1033311" y="98533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6" name="Rectangle 55">
              <a:extLst>
                <a:ext uri="{FF2B5EF4-FFF2-40B4-BE49-F238E27FC236}">
                  <a16:creationId xmlns:a16="http://schemas.microsoft.com/office/drawing/2014/main" id="{C7735A6E-2032-39E2-7DA6-3990C2B591D1}"/>
                </a:ext>
              </a:extLst>
            </p:cNvPr>
            <p:cNvSpPr/>
            <p:nvPr/>
          </p:nvSpPr>
          <p:spPr>
            <a:xfrm>
              <a:off x="1598172" y="155246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7" name="Rectangle 56">
              <a:extLst>
                <a:ext uri="{FF2B5EF4-FFF2-40B4-BE49-F238E27FC236}">
                  <a16:creationId xmlns:a16="http://schemas.microsoft.com/office/drawing/2014/main" id="{75954A6D-2FE1-BB8F-E055-FB6A800F142F}"/>
                </a:ext>
              </a:extLst>
            </p:cNvPr>
            <p:cNvSpPr/>
            <p:nvPr/>
          </p:nvSpPr>
          <p:spPr>
            <a:xfrm>
              <a:off x="2715478" y="152173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8" name="Rectangle 57">
              <a:extLst>
                <a:ext uri="{FF2B5EF4-FFF2-40B4-BE49-F238E27FC236}">
                  <a16:creationId xmlns:a16="http://schemas.microsoft.com/office/drawing/2014/main" id="{7E7DDDAC-4D9C-C937-4815-7CA1FC71A06E}"/>
                </a:ext>
              </a:extLst>
            </p:cNvPr>
            <p:cNvSpPr/>
            <p:nvPr/>
          </p:nvSpPr>
          <p:spPr>
            <a:xfrm>
              <a:off x="3874641" y="152173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59" name="Rectangle 58">
              <a:extLst>
                <a:ext uri="{FF2B5EF4-FFF2-40B4-BE49-F238E27FC236}">
                  <a16:creationId xmlns:a16="http://schemas.microsoft.com/office/drawing/2014/main" id="{7D631508-BD36-44F2-B326-4134577B453B}"/>
                </a:ext>
              </a:extLst>
            </p:cNvPr>
            <p:cNvSpPr/>
            <p:nvPr/>
          </p:nvSpPr>
          <p:spPr>
            <a:xfrm>
              <a:off x="3874641" y="212487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0" name="Rectangle 59">
              <a:extLst>
                <a:ext uri="{FF2B5EF4-FFF2-40B4-BE49-F238E27FC236}">
                  <a16:creationId xmlns:a16="http://schemas.microsoft.com/office/drawing/2014/main" id="{D6585A1E-FFCA-D6E1-32FB-D3527966DA29}"/>
                </a:ext>
              </a:extLst>
            </p:cNvPr>
            <p:cNvSpPr/>
            <p:nvPr/>
          </p:nvSpPr>
          <p:spPr>
            <a:xfrm>
              <a:off x="3343263" y="212487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1" name="Rectangle 60">
              <a:extLst>
                <a:ext uri="{FF2B5EF4-FFF2-40B4-BE49-F238E27FC236}">
                  <a16:creationId xmlns:a16="http://schemas.microsoft.com/office/drawing/2014/main" id="{8D3F0A14-7CEA-B962-BD4D-A69622A2A699}"/>
                </a:ext>
              </a:extLst>
            </p:cNvPr>
            <p:cNvSpPr/>
            <p:nvPr/>
          </p:nvSpPr>
          <p:spPr>
            <a:xfrm>
              <a:off x="2739725" y="2097108"/>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2" name="Rectangle 61">
              <a:extLst>
                <a:ext uri="{FF2B5EF4-FFF2-40B4-BE49-F238E27FC236}">
                  <a16:creationId xmlns:a16="http://schemas.microsoft.com/office/drawing/2014/main" id="{A928A9DA-7B63-BC2A-F267-4536437C60AF}"/>
                </a:ext>
              </a:extLst>
            </p:cNvPr>
            <p:cNvSpPr/>
            <p:nvPr/>
          </p:nvSpPr>
          <p:spPr>
            <a:xfrm>
              <a:off x="3874640" y="981350"/>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3" name="Rectangle 62">
              <a:extLst>
                <a:ext uri="{FF2B5EF4-FFF2-40B4-BE49-F238E27FC236}">
                  <a16:creationId xmlns:a16="http://schemas.microsoft.com/office/drawing/2014/main" id="{6800B385-1AF5-9402-09BE-2BA74003E8DA}"/>
                </a:ext>
              </a:extLst>
            </p:cNvPr>
            <p:cNvSpPr/>
            <p:nvPr/>
          </p:nvSpPr>
          <p:spPr>
            <a:xfrm>
              <a:off x="3288712" y="101742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4" name="Rectangle 63">
              <a:extLst>
                <a:ext uri="{FF2B5EF4-FFF2-40B4-BE49-F238E27FC236}">
                  <a16:creationId xmlns:a16="http://schemas.microsoft.com/office/drawing/2014/main" id="{3AAA888B-AAA8-CCF7-BBDF-A555695AD39D}"/>
                </a:ext>
              </a:extLst>
            </p:cNvPr>
            <p:cNvSpPr/>
            <p:nvPr/>
          </p:nvSpPr>
          <p:spPr>
            <a:xfrm>
              <a:off x="2723851" y="95460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Rectangle 64">
              <a:extLst>
                <a:ext uri="{FF2B5EF4-FFF2-40B4-BE49-F238E27FC236}">
                  <a16:creationId xmlns:a16="http://schemas.microsoft.com/office/drawing/2014/main" id="{EF8DE882-B2AA-8704-F2D4-0AF9BEBE32F1}"/>
                </a:ext>
              </a:extLst>
            </p:cNvPr>
            <p:cNvSpPr/>
            <p:nvPr/>
          </p:nvSpPr>
          <p:spPr>
            <a:xfrm>
              <a:off x="3288712" y="1521732"/>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6" name="Rectangle 65">
              <a:extLst>
                <a:ext uri="{FF2B5EF4-FFF2-40B4-BE49-F238E27FC236}">
                  <a16:creationId xmlns:a16="http://schemas.microsoft.com/office/drawing/2014/main" id="{42115500-E4B2-0530-F5FB-F9FA8BB94376}"/>
                </a:ext>
              </a:extLst>
            </p:cNvPr>
            <p:cNvSpPr/>
            <p:nvPr/>
          </p:nvSpPr>
          <p:spPr>
            <a:xfrm>
              <a:off x="4406018" y="149099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7" name="Rectangle 66">
              <a:extLst>
                <a:ext uri="{FF2B5EF4-FFF2-40B4-BE49-F238E27FC236}">
                  <a16:creationId xmlns:a16="http://schemas.microsoft.com/office/drawing/2014/main" id="{C51BDF38-94F7-30FA-1315-DF922678571F}"/>
                </a:ext>
              </a:extLst>
            </p:cNvPr>
            <p:cNvSpPr/>
            <p:nvPr/>
          </p:nvSpPr>
          <p:spPr>
            <a:xfrm>
              <a:off x="5565181" y="149099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8" name="Rectangle 67">
              <a:extLst>
                <a:ext uri="{FF2B5EF4-FFF2-40B4-BE49-F238E27FC236}">
                  <a16:creationId xmlns:a16="http://schemas.microsoft.com/office/drawing/2014/main" id="{AAB908F4-10EB-9145-AB2A-0606F85CCB17}"/>
                </a:ext>
              </a:extLst>
            </p:cNvPr>
            <p:cNvSpPr/>
            <p:nvPr/>
          </p:nvSpPr>
          <p:spPr>
            <a:xfrm>
              <a:off x="5565181" y="209413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9" name="Rectangle 68">
              <a:extLst>
                <a:ext uri="{FF2B5EF4-FFF2-40B4-BE49-F238E27FC236}">
                  <a16:creationId xmlns:a16="http://schemas.microsoft.com/office/drawing/2014/main" id="{64AD4426-0461-DBBE-90D8-4FCE33ADA391}"/>
                </a:ext>
              </a:extLst>
            </p:cNvPr>
            <p:cNvSpPr/>
            <p:nvPr/>
          </p:nvSpPr>
          <p:spPr>
            <a:xfrm>
              <a:off x="5033803" y="209413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0" name="Rectangle 69">
              <a:extLst>
                <a:ext uri="{FF2B5EF4-FFF2-40B4-BE49-F238E27FC236}">
                  <a16:creationId xmlns:a16="http://schemas.microsoft.com/office/drawing/2014/main" id="{EE7A624F-74C3-F538-6FEE-39F41A47D427}"/>
                </a:ext>
              </a:extLst>
            </p:cNvPr>
            <p:cNvSpPr/>
            <p:nvPr/>
          </p:nvSpPr>
          <p:spPr>
            <a:xfrm>
              <a:off x="4430265" y="206637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5565180" y="95061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2" name="Rectangle 71">
              <a:extLst>
                <a:ext uri="{FF2B5EF4-FFF2-40B4-BE49-F238E27FC236}">
                  <a16:creationId xmlns:a16="http://schemas.microsoft.com/office/drawing/2014/main" id="{86D10E84-6AFC-5628-E98A-B1EE796CBD4A}"/>
                </a:ext>
              </a:extLst>
            </p:cNvPr>
            <p:cNvSpPr/>
            <p:nvPr/>
          </p:nvSpPr>
          <p:spPr>
            <a:xfrm>
              <a:off x="4979252" y="98669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4414391" y="92386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4" name="Rectangle 73">
              <a:extLst>
                <a:ext uri="{FF2B5EF4-FFF2-40B4-BE49-F238E27FC236}">
                  <a16:creationId xmlns:a16="http://schemas.microsoft.com/office/drawing/2014/main" id="{CF666445-ED57-A849-DA04-E4DD93070B2F}"/>
                </a:ext>
              </a:extLst>
            </p:cNvPr>
            <p:cNvSpPr/>
            <p:nvPr/>
          </p:nvSpPr>
          <p:spPr>
            <a:xfrm>
              <a:off x="4979252" y="1490999"/>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5" name="Rectangle 74">
              <a:extLst>
                <a:ext uri="{FF2B5EF4-FFF2-40B4-BE49-F238E27FC236}">
                  <a16:creationId xmlns:a16="http://schemas.microsoft.com/office/drawing/2014/main" id="{B8EF2E2E-3CA3-1E6B-F14C-A74561930979}"/>
                </a:ext>
              </a:extLst>
            </p:cNvPr>
            <p:cNvSpPr/>
            <p:nvPr/>
          </p:nvSpPr>
          <p:spPr>
            <a:xfrm>
              <a:off x="4456521" y="3212468"/>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6" name="Rectangle 75">
              <a:extLst>
                <a:ext uri="{FF2B5EF4-FFF2-40B4-BE49-F238E27FC236}">
                  <a16:creationId xmlns:a16="http://schemas.microsoft.com/office/drawing/2014/main" id="{5FC1E2A9-F262-23C0-B9BA-FF978E4C900B}"/>
                </a:ext>
              </a:extLst>
            </p:cNvPr>
            <p:cNvSpPr/>
            <p:nvPr/>
          </p:nvSpPr>
          <p:spPr>
            <a:xfrm>
              <a:off x="5615684" y="3212468"/>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7" name="Rectangle 76">
              <a:extLst>
                <a:ext uri="{FF2B5EF4-FFF2-40B4-BE49-F238E27FC236}">
                  <a16:creationId xmlns:a16="http://schemas.microsoft.com/office/drawing/2014/main" id="{6CC5E6FD-FAC8-1C7B-81CA-3170611FF103}"/>
                </a:ext>
              </a:extLst>
            </p:cNvPr>
            <p:cNvSpPr/>
            <p:nvPr/>
          </p:nvSpPr>
          <p:spPr>
            <a:xfrm>
              <a:off x="5615684" y="3815608"/>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8" name="Rectangle 77">
              <a:extLst>
                <a:ext uri="{FF2B5EF4-FFF2-40B4-BE49-F238E27FC236}">
                  <a16:creationId xmlns:a16="http://schemas.microsoft.com/office/drawing/2014/main" id="{603B2362-6592-01D0-A13F-431B62B0369D}"/>
                </a:ext>
              </a:extLst>
            </p:cNvPr>
            <p:cNvSpPr/>
            <p:nvPr/>
          </p:nvSpPr>
          <p:spPr>
            <a:xfrm>
              <a:off x="5084306" y="3815608"/>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9" name="Rectangle 78">
              <a:extLst>
                <a:ext uri="{FF2B5EF4-FFF2-40B4-BE49-F238E27FC236}">
                  <a16:creationId xmlns:a16="http://schemas.microsoft.com/office/drawing/2014/main" id="{ED284CA0-C9AF-8BC9-468D-18F1089C1DCB}"/>
                </a:ext>
              </a:extLst>
            </p:cNvPr>
            <p:cNvSpPr/>
            <p:nvPr/>
          </p:nvSpPr>
          <p:spPr>
            <a:xfrm>
              <a:off x="4480768" y="3787844"/>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0" name="Rectangle 79">
              <a:extLst>
                <a:ext uri="{FF2B5EF4-FFF2-40B4-BE49-F238E27FC236}">
                  <a16:creationId xmlns:a16="http://schemas.microsoft.com/office/drawing/2014/main" id="{1E2C0D7F-ECDC-BC0E-F86E-E209E559C857}"/>
                </a:ext>
              </a:extLst>
            </p:cNvPr>
            <p:cNvSpPr/>
            <p:nvPr/>
          </p:nvSpPr>
          <p:spPr>
            <a:xfrm>
              <a:off x="5615683" y="2672086"/>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1" name="Rectangle 80">
              <a:extLst>
                <a:ext uri="{FF2B5EF4-FFF2-40B4-BE49-F238E27FC236}">
                  <a16:creationId xmlns:a16="http://schemas.microsoft.com/office/drawing/2014/main" id="{D04A8125-A085-2424-8003-5DCDF730CD5E}"/>
                </a:ext>
              </a:extLst>
            </p:cNvPr>
            <p:cNvSpPr/>
            <p:nvPr/>
          </p:nvSpPr>
          <p:spPr>
            <a:xfrm>
              <a:off x="5029755" y="270816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Rectangle 81">
              <a:extLst>
                <a:ext uri="{FF2B5EF4-FFF2-40B4-BE49-F238E27FC236}">
                  <a16:creationId xmlns:a16="http://schemas.microsoft.com/office/drawing/2014/main" id="{5259A76E-40D2-3038-4985-858277FC1A63}"/>
                </a:ext>
              </a:extLst>
            </p:cNvPr>
            <p:cNvSpPr/>
            <p:nvPr/>
          </p:nvSpPr>
          <p:spPr>
            <a:xfrm>
              <a:off x="4464894" y="2645338"/>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3" name="Rectangle 82">
              <a:extLst>
                <a:ext uri="{FF2B5EF4-FFF2-40B4-BE49-F238E27FC236}">
                  <a16:creationId xmlns:a16="http://schemas.microsoft.com/office/drawing/2014/main" id="{1E5005D5-8DD7-C855-6A55-0B41DBB40EFB}"/>
                </a:ext>
              </a:extLst>
            </p:cNvPr>
            <p:cNvSpPr/>
            <p:nvPr/>
          </p:nvSpPr>
          <p:spPr>
            <a:xfrm>
              <a:off x="5029755" y="3212468"/>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4" name="Rectangle 83">
              <a:extLst>
                <a:ext uri="{FF2B5EF4-FFF2-40B4-BE49-F238E27FC236}">
                  <a16:creationId xmlns:a16="http://schemas.microsoft.com/office/drawing/2014/main" id="{6AD1DFDB-B795-1387-8E44-B4BA25E3B115}"/>
                </a:ext>
              </a:extLst>
            </p:cNvPr>
            <p:cNvSpPr/>
            <p:nvPr/>
          </p:nvSpPr>
          <p:spPr>
            <a:xfrm>
              <a:off x="4507024" y="493393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Rectangle 84">
              <a:extLst>
                <a:ext uri="{FF2B5EF4-FFF2-40B4-BE49-F238E27FC236}">
                  <a16:creationId xmlns:a16="http://schemas.microsoft.com/office/drawing/2014/main" id="{2C41E9A6-4A95-A257-8366-A475386ACCD6}"/>
                </a:ext>
              </a:extLst>
            </p:cNvPr>
            <p:cNvSpPr/>
            <p:nvPr/>
          </p:nvSpPr>
          <p:spPr>
            <a:xfrm>
              <a:off x="5666187" y="493393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6" name="Rectangle 85">
              <a:extLst>
                <a:ext uri="{FF2B5EF4-FFF2-40B4-BE49-F238E27FC236}">
                  <a16:creationId xmlns:a16="http://schemas.microsoft.com/office/drawing/2014/main" id="{35ECB624-679D-0C8C-5EB7-18AF762DD309}"/>
                </a:ext>
              </a:extLst>
            </p:cNvPr>
            <p:cNvSpPr/>
            <p:nvPr/>
          </p:nvSpPr>
          <p:spPr>
            <a:xfrm>
              <a:off x="5666187" y="553707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7" name="Rectangle 86">
              <a:extLst>
                <a:ext uri="{FF2B5EF4-FFF2-40B4-BE49-F238E27FC236}">
                  <a16:creationId xmlns:a16="http://schemas.microsoft.com/office/drawing/2014/main" id="{C4DEE8BE-D209-DBC8-6D87-A0D0CC17B681}"/>
                </a:ext>
              </a:extLst>
            </p:cNvPr>
            <p:cNvSpPr/>
            <p:nvPr/>
          </p:nvSpPr>
          <p:spPr>
            <a:xfrm>
              <a:off x="5134809" y="553707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Rectangle 87">
              <a:extLst>
                <a:ext uri="{FF2B5EF4-FFF2-40B4-BE49-F238E27FC236}">
                  <a16:creationId xmlns:a16="http://schemas.microsoft.com/office/drawing/2014/main" id="{5A98BE5D-791F-DB5A-8D4D-B822DBE37FE7}"/>
                </a:ext>
              </a:extLst>
            </p:cNvPr>
            <p:cNvSpPr/>
            <p:nvPr/>
          </p:nvSpPr>
          <p:spPr>
            <a:xfrm>
              <a:off x="4531271" y="5509313"/>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9" name="Rectangle 88">
              <a:extLst>
                <a:ext uri="{FF2B5EF4-FFF2-40B4-BE49-F238E27FC236}">
                  <a16:creationId xmlns:a16="http://schemas.microsoft.com/office/drawing/2014/main" id="{386C110D-BF07-07B0-7A5D-2EEA7FBB20D3}"/>
                </a:ext>
              </a:extLst>
            </p:cNvPr>
            <p:cNvSpPr/>
            <p:nvPr/>
          </p:nvSpPr>
          <p:spPr>
            <a:xfrm>
              <a:off x="5666186" y="439355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Rectangle 89">
              <a:extLst>
                <a:ext uri="{FF2B5EF4-FFF2-40B4-BE49-F238E27FC236}">
                  <a16:creationId xmlns:a16="http://schemas.microsoft.com/office/drawing/2014/main" id="{B8791725-C575-574B-BE75-6CAAB715736B}"/>
                </a:ext>
              </a:extLst>
            </p:cNvPr>
            <p:cNvSpPr/>
            <p:nvPr/>
          </p:nvSpPr>
          <p:spPr>
            <a:xfrm>
              <a:off x="5080258" y="4429634"/>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1" name="Rectangle 90">
              <a:extLst>
                <a:ext uri="{FF2B5EF4-FFF2-40B4-BE49-F238E27FC236}">
                  <a16:creationId xmlns:a16="http://schemas.microsoft.com/office/drawing/2014/main" id="{1465A0E4-08B1-16F7-9B62-FA301A900BBB}"/>
                </a:ext>
              </a:extLst>
            </p:cNvPr>
            <p:cNvSpPr/>
            <p:nvPr/>
          </p:nvSpPr>
          <p:spPr>
            <a:xfrm>
              <a:off x="4515397" y="436680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2" name="Rectangle 91">
              <a:extLst>
                <a:ext uri="{FF2B5EF4-FFF2-40B4-BE49-F238E27FC236}">
                  <a16:creationId xmlns:a16="http://schemas.microsoft.com/office/drawing/2014/main" id="{F51EDD4A-15CA-1A7A-D02F-96EE80451782}"/>
                </a:ext>
              </a:extLst>
            </p:cNvPr>
            <p:cNvSpPr/>
            <p:nvPr/>
          </p:nvSpPr>
          <p:spPr>
            <a:xfrm>
              <a:off x="5080258" y="493393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1E36994-83B6-D075-5DDC-2CF074158830}"/>
                </a:ext>
              </a:extLst>
            </p:cNvPr>
            <p:cNvSpPr/>
            <p:nvPr/>
          </p:nvSpPr>
          <p:spPr>
            <a:xfrm>
              <a:off x="2730188" y="321892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Rectangle 93">
              <a:extLst>
                <a:ext uri="{FF2B5EF4-FFF2-40B4-BE49-F238E27FC236}">
                  <a16:creationId xmlns:a16="http://schemas.microsoft.com/office/drawing/2014/main" id="{99ADD5BA-E6E5-D859-D250-7EEF30B86B44}"/>
                </a:ext>
              </a:extLst>
            </p:cNvPr>
            <p:cNvSpPr/>
            <p:nvPr/>
          </p:nvSpPr>
          <p:spPr>
            <a:xfrm>
              <a:off x="3889351" y="321892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5" name="Rectangle 94">
              <a:extLst>
                <a:ext uri="{FF2B5EF4-FFF2-40B4-BE49-F238E27FC236}">
                  <a16:creationId xmlns:a16="http://schemas.microsoft.com/office/drawing/2014/main" id="{BC1A7A1A-6414-11EC-658C-35D2D735242D}"/>
                </a:ext>
              </a:extLst>
            </p:cNvPr>
            <p:cNvSpPr/>
            <p:nvPr/>
          </p:nvSpPr>
          <p:spPr>
            <a:xfrm>
              <a:off x="3889351" y="382206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Rectangle 95">
              <a:extLst>
                <a:ext uri="{FF2B5EF4-FFF2-40B4-BE49-F238E27FC236}">
                  <a16:creationId xmlns:a16="http://schemas.microsoft.com/office/drawing/2014/main" id="{20162BE8-677B-1981-2908-94FEC6F5D471}"/>
                </a:ext>
              </a:extLst>
            </p:cNvPr>
            <p:cNvSpPr/>
            <p:nvPr/>
          </p:nvSpPr>
          <p:spPr>
            <a:xfrm>
              <a:off x="3357973" y="382206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7" name="Rectangle 96">
              <a:extLst>
                <a:ext uri="{FF2B5EF4-FFF2-40B4-BE49-F238E27FC236}">
                  <a16:creationId xmlns:a16="http://schemas.microsoft.com/office/drawing/2014/main" id="{8F200ABF-B4AE-BD79-3785-3A4DA3C91226}"/>
                </a:ext>
              </a:extLst>
            </p:cNvPr>
            <p:cNvSpPr/>
            <p:nvPr/>
          </p:nvSpPr>
          <p:spPr>
            <a:xfrm>
              <a:off x="2754435" y="3794303"/>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8" name="Rectangle 97">
              <a:extLst>
                <a:ext uri="{FF2B5EF4-FFF2-40B4-BE49-F238E27FC236}">
                  <a16:creationId xmlns:a16="http://schemas.microsoft.com/office/drawing/2014/main" id="{1ED23CB9-483F-999A-416F-DA6D612E8220}"/>
                </a:ext>
              </a:extLst>
            </p:cNvPr>
            <p:cNvSpPr/>
            <p:nvPr/>
          </p:nvSpPr>
          <p:spPr>
            <a:xfrm>
              <a:off x="3889350" y="2678545"/>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Rectangle 98">
              <a:extLst>
                <a:ext uri="{FF2B5EF4-FFF2-40B4-BE49-F238E27FC236}">
                  <a16:creationId xmlns:a16="http://schemas.microsoft.com/office/drawing/2014/main" id="{33C2BD13-C41B-454E-2265-6CC6899701E2}"/>
                </a:ext>
              </a:extLst>
            </p:cNvPr>
            <p:cNvSpPr/>
            <p:nvPr/>
          </p:nvSpPr>
          <p:spPr>
            <a:xfrm>
              <a:off x="3303422" y="2714624"/>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0" name="Rectangle 99">
              <a:extLst>
                <a:ext uri="{FF2B5EF4-FFF2-40B4-BE49-F238E27FC236}">
                  <a16:creationId xmlns:a16="http://schemas.microsoft.com/office/drawing/2014/main" id="{ABCF9C91-9B7F-25F8-F171-8F10BD7F386D}"/>
                </a:ext>
              </a:extLst>
            </p:cNvPr>
            <p:cNvSpPr/>
            <p:nvPr/>
          </p:nvSpPr>
          <p:spPr>
            <a:xfrm>
              <a:off x="2738561" y="265179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Rectangle 100">
              <a:extLst>
                <a:ext uri="{FF2B5EF4-FFF2-40B4-BE49-F238E27FC236}">
                  <a16:creationId xmlns:a16="http://schemas.microsoft.com/office/drawing/2014/main" id="{20E63844-C7AF-DEE6-8F1D-527179563990}"/>
                </a:ext>
              </a:extLst>
            </p:cNvPr>
            <p:cNvSpPr/>
            <p:nvPr/>
          </p:nvSpPr>
          <p:spPr>
            <a:xfrm>
              <a:off x="3303422" y="3218927"/>
              <a:ext cx="304800" cy="35098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grpSp>
      <p:sp>
        <p:nvSpPr>
          <p:cNvPr id="103" name="TextBox 102">
            <a:extLst>
              <a:ext uri="{FF2B5EF4-FFF2-40B4-BE49-F238E27FC236}">
                <a16:creationId xmlns:a16="http://schemas.microsoft.com/office/drawing/2014/main" id="{5ACC7E1D-45CB-13A2-2FF2-041045EA2B89}"/>
              </a:ext>
            </a:extLst>
          </p:cNvPr>
          <p:cNvSpPr txBox="1"/>
          <p:nvPr/>
        </p:nvSpPr>
        <p:spPr>
          <a:xfrm>
            <a:off x="588419" y="464952"/>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6101460" y="1809268"/>
            <a:ext cx="5059398"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Logic-based number puzzle</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932DF16E-6CD0-DBA9-709B-105FC90C787D}"/>
                  </a:ext>
                </a:extLst>
              </p:cNvPr>
              <p:cNvSpPr txBox="1"/>
              <p:nvPr/>
            </p:nvSpPr>
            <p:spPr>
              <a:xfrm>
                <a:off x="6101460" y="2553756"/>
                <a:ext cx="7456885"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9</a:t>
                </a:r>
                <a14:m>
                  <m:oMath xmlns:m="http://schemas.openxmlformats.org/officeDocument/2006/math">
                    <m:r>
                      <a:rPr lang="en-US" sz="2800" b="0" i="0" smtClean="0">
                        <a:latin typeface="Cambria Math" panose="02040503050406030204" pitchFamily="18" charset="0"/>
                      </a:rPr>
                      <m:t>×</m:t>
                    </m:r>
                  </m:oMath>
                </a14:m>
                <a:r>
                  <a:rPr lang="en-US" sz="2800" dirty="0">
                    <a:latin typeface="Open Sans" panose="020B0606030504020204" pitchFamily="34" charset="0"/>
                    <a:ea typeface="Open Sans" panose="020B0606030504020204" pitchFamily="34" charset="0"/>
                    <a:cs typeface="Open Sans" panose="020B0606030504020204" pitchFamily="34" charset="0"/>
                  </a:rPr>
                  <a:t>9 grid with the digits</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1,2,3,4,5,6,7,8,9</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6" name="TextBox 105">
                <a:extLst>
                  <a:ext uri="{FF2B5EF4-FFF2-40B4-BE49-F238E27FC236}">
                    <a16:creationId xmlns:a16="http://schemas.microsoft.com/office/drawing/2014/main" id="{932DF16E-6CD0-DBA9-709B-105FC90C787D}"/>
                  </a:ext>
                </a:extLst>
              </p:cNvPr>
              <p:cNvSpPr txBox="1">
                <a:spLocks noRot="1" noChangeAspect="1" noMove="1" noResize="1" noEditPoints="1" noAdjustHandles="1" noChangeArrowheads="1" noChangeShapeType="1" noTextEdit="1"/>
              </p:cNvSpPr>
              <p:nvPr/>
            </p:nvSpPr>
            <p:spPr>
              <a:xfrm>
                <a:off x="6101460" y="2553756"/>
                <a:ext cx="7456885" cy="954107"/>
              </a:xfrm>
              <a:prstGeom prst="rect">
                <a:avLst/>
              </a:prstGeom>
              <a:blipFill>
                <a:blip r:embed="rId3"/>
                <a:stretch>
                  <a:fillRect l="-1531" t="-8000" b="-17333"/>
                </a:stretch>
              </a:blipFill>
            </p:spPr>
            <p:txBody>
              <a:bodyPr/>
              <a:lstStyle/>
              <a:p>
                <a:r>
                  <a:rPr lang="en-TW">
                    <a:noFill/>
                  </a:rPr>
                  <a:t> </a:t>
                </a:r>
              </a:p>
            </p:txBody>
          </p:sp>
        </mc:Fallback>
      </mc:AlternateContent>
      <p:sp>
        <p:nvSpPr>
          <p:cNvPr id="114" name="TextBox 113">
            <a:extLst>
              <a:ext uri="{FF2B5EF4-FFF2-40B4-BE49-F238E27FC236}">
                <a16:creationId xmlns:a16="http://schemas.microsoft.com/office/drawing/2014/main" id="{BE9CFE62-AE2F-349D-6EB5-269F1E027DC0}"/>
              </a:ext>
            </a:extLst>
          </p:cNvPr>
          <p:cNvSpPr txBox="1"/>
          <p:nvPr/>
        </p:nvSpPr>
        <p:spPr>
          <a:xfrm>
            <a:off x="6098388" y="3729131"/>
            <a:ext cx="5892960"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Puzzle have some digits appears</a:t>
            </a:r>
          </a:p>
          <a:p>
            <a:pPr marL="312738"/>
            <a:r>
              <a:rPr lang="en-US" sz="2800" dirty="0">
                <a:latin typeface="Open Sans" panose="020B0606030504020204" pitchFamily="34" charset="0"/>
                <a:ea typeface="Open Sans" panose="020B0606030504020204" pitchFamily="34" charset="0"/>
                <a:cs typeface="Open Sans" panose="020B0606030504020204" pitchFamily="34" charset="0"/>
              </a:rPr>
              <a:t>in some of the squares</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p:sp>
        <p:nvSpPr>
          <p:cNvPr id="115" name="TextBox 114">
            <a:extLst>
              <a:ext uri="{FF2B5EF4-FFF2-40B4-BE49-F238E27FC236}">
                <a16:creationId xmlns:a16="http://schemas.microsoft.com/office/drawing/2014/main" id="{D3D589DE-BE64-2668-D2BF-AEDCF12517CC}"/>
              </a:ext>
            </a:extLst>
          </p:cNvPr>
          <p:cNvSpPr txBox="1"/>
          <p:nvPr/>
        </p:nvSpPr>
        <p:spPr>
          <a:xfrm>
            <a:off x="6098388" y="4904506"/>
            <a:ext cx="3813865"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The goal is to </a:t>
            </a:r>
            <a:r>
              <a:rPr lang="en-US" sz="2800" dirty="0">
                <a:solidFill>
                  <a:srgbClr val="474747"/>
                </a:solidFill>
                <a:effectLst/>
                <a:latin typeface="Open Sans" panose="020B0606030504020204" pitchFamily="34" charset="0"/>
                <a:ea typeface="Open Sans" panose="020B0606030504020204" pitchFamily="34" charset="0"/>
                <a:cs typeface="Open Sans" panose="020B0606030504020204" pitchFamily="34" charset="0"/>
              </a:rPr>
              <a:t>fill the</a:t>
            </a:r>
          </a:p>
          <a:p>
            <a:pPr marL="280988"/>
            <a:r>
              <a:rPr lang="en-US" sz="2800" dirty="0">
                <a:solidFill>
                  <a:srgbClr val="474747"/>
                </a:solidFill>
                <a:effectLst/>
                <a:latin typeface="Open Sans" panose="020B0606030504020204" pitchFamily="34" charset="0"/>
                <a:ea typeface="Open Sans" panose="020B0606030504020204" pitchFamily="34" charset="0"/>
                <a:cs typeface="Open Sans" panose="020B0606030504020204" pitchFamily="34" charset="0"/>
              </a:rPr>
              <a:t>remaining squares</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43875962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B6B07-6734-1825-DCCA-6F70780EB17D}"/>
              </a:ext>
            </a:extLst>
          </p:cNvPr>
          <p:cNvSpPr>
            <a:spLocks noGrp="1"/>
          </p:cNvSpPr>
          <p:nvPr>
            <p:ph type="ctrTitle"/>
          </p:nvPr>
        </p:nvSpPr>
        <p:spPr>
          <a:xfrm>
            <a:off x="1523998" y="-4987015"/>
            <a:ext cx="9144000" cy="3449637"/>
          </a:xfrm>
        </p:spPr>
        <p:txBody>
          <a:bodyPr>
            <a:normAutofit/>
          </a:bodyPr>
          <a:lstStyle/>
          <a:p>
            <a:pPr>
              <a:tabLst>
                <a:tab pos="395288" algn="l"/>
              </a:tabLst>
            </a:pPr>
            <a:r>
              <a:rPr lang="en-US" sz="11800" b="1" dirty="0">
                <a:solidFill>
                  <a:srgbClr val="272727"/>
                </a:solidFill>
                <a:effectLst/>
                <a:latin typeface="Playfair Display Black" pitchFamily="2" charset="77"/>
              </a:rPr>
              <a:t>SUDOKU</a:t>
            </a:r>
            <a:br>
              <a:rPr lang="en-US" b="1" dirty="0">
                <a:solidFill>
                  <a:srgbClr val="272727"/>
                </a:solidFill>
                <a:effectLst/>
                <a:latin typeface="Playfair Display Black" pitchFamily="2" charset="77"/>
              </a:rPr>
            </a:br>
            <a:r>
              <a:rPr lang="en-US" sz="10000" b="1" i="1" dirty="0">
                <a:solidFill>
                  <a:srgbClr val="272727"/>
                </a:solidFill>
                <a:effectLst/>
                <a:latin typeface="Playfair Display Black" pitchFamily="2" charset="77"/>
              </a:rPr>
              <a:t>Techniques</a:t>
            </a:r>
            <a:endParaRPr lang="en-TW" sz="10000" b="1" i="1" dirty="0">
              <a:latin typeface="Playfair Display Black" pitchFamily="2" charset="77"/>
            </a:endParaRPr>
          </a:p>
        </p:txBody>
      </p:sp>
      <p:sp>
        <p:nvSpPr>
          <p:cNvPr id="3" name="Subtitle 2">
            <a:extLst>
              <a:ext uri="{FF2B5EF4-FFF2-40B4-BE49-F238E27FC236}">
                <a16:creationId xmlns:a16="http://schemas.microsoft.com/office/drawing/2014/main" id="{56B4FED6-D5CE-94DD-0618-CC10C0534570}"/>
              </a:ext>
            </a:extLst>
          </p:cNvPr>
          <p:cNvSpPr>
            <a:spLocks noGrp="1"/>
          </p:cNvSpPr>
          <p:nvPr>
            <p:ph type="subTitle" idx="1"/>
          </p:nvPr>
        </p:nvSpPr>
        <p:spPr>
          <a:xfrm>
            <a:off x="1523998" y="7046906"/>
            <a:ext cx="9144000" cy="1655762"/>
          </a:xfrm>
        </p:spPr>
        <p:txBody>
          <a:bodyPr>
            <a:normAutofit/>
          </a:bodyPr>
          <a:lstStyle/>
          <a:p>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S</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olve Sudoku Puzzles </a:t>
            </a:r>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W</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ithout th</a:t>
            </a:r>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e </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Computer</a:t>
            </a:r>
          </a:p>
        </p:txBody>
      </p:sp>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903729"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2534508"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5008451"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400646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588419" y="464952"/>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6101460" y="1809268"/>
            <a:ext cx="5059398"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Logic-based number puzzle</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932DF16E-6CD0-DBA9-709B-105FC90C787D}"/>
                  </a:ext>
                </a:extLst>
              </p:cNvPr>
              <p:cNvSpPr txBox="1"/>
              <p:nvPr/>
            </p:nvSpPr>
            <p:spPr>
              <a:xfrm>
                <a:off x="6101460" y="2553756"/>
                <a:ext cx="7456885"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9</a:t>
                </a:r>
                <a14:m>
                  <m:oMath xmlns:m="http://schemas.openxmlformats.org/officeDocument/2006/math">
                    <m:r>
                      <a:rPr lang="en-US" sz="2800" b="0" i="0" smtClean="0">
                        <a:latin typeface="Cambria Math" panose="02040503050406030204" pitchFamily="18" charset="0"/>
                      </a:rPr>
                      <m:t>×</m:t>
                    </m:r>
                  </m:oMath>
                </a14:m>
                <a:r>
                  <a:rPr lang="en-US" sz="2800" dirty="0">
                    <a:latin typeface="Open Sans" panose="020B0606030504020204" pitchFamily="34" charset="0"/>
                    <a:ea typeface="Open Sans" panose="020B0606030504020204" pitchFamily="34" charset="0"/>
                    <a:cs typeface="Open Sans" panose="020B0606030504020204" pitchFamily="34" charset="0"/>
                  </a:rPr>
                  <a:t>9 grid with the digits</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1,2,3,4,5,6,7,8,9</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6" name="TextBox 105">
                <a:extLst>
                  <a:ext uri="{FF2B5EF4-FFF2-40B4-BE49-F238E27FC236}">
                    <a16:creationId xmlns:a16="http://schemas.microsoft.com/office/drawing/2014/main" id="{932DF16E-6CD0-DBA9-709B-105FC90C787D}"/>
                  </a:ext>
                </a:extLst>
              </p:cNvPr>
              <p:cNvSpPr txBox="1">
                <a:spLocks noRot="1" noChangeAspect="1" noMove="1" noResize="1" noEditPoints="1" noAdjustHandles="1" noChangeArrowheads="1" noChangeShapeType="1" noTextEdit="1"/>
              </p:cNvSpPr>
              <p:nvPr/>
            </p:nvSpPr>
            <p:spPr>
              <a:xfrm>
                <a:off x="6101460" y="2553756"/>
                <a:ext cx="7456885" cy="954107"/>
              </a:xfrm>
              <a:prstGeom prst="rect">
                <a:avLst/>
              </a:prstGeom>
              <a:blipFill>
                <a:blip r:embed="rId3"/>
                <a:stretch>
                  <a:fillRect l="-1531" t="-8000" b="-17333"/>
                </a:stretch>
              </a:blipFill>
            </p:spPr>
            <p:txBody>
              <a:bodyPr/>
              <a:lstStyle/>
              <a:p>
                <a:r>
                  <a:rPr lang="en-TW">
                    <a:noFill/>
                  </a:rPr>
                  <a:t> </a:t>
                </a:r>
              </a:p>
            </p:txBody>
          </p:sp>
        </mc:Fallback>
      </mc:AlternateContent>
      <p:sp>
        <p:nvSpPr>
          <p:cNvPr id="114" name="TextBox 113">
            <a:extLst>
              <a:ext uri="{FF2B5EF4-FFF2-40B4-BE49-F238E27FC236}">
                <a16:creationId xmlns:a16="http://schemas.microsoft.com/office/drawing/2014/main" id="{BE9CFE62-AE2F-349D-6EB5-269F1E027DC0}"/>
              </a:ext>
            </a:extLst>
          </p:cNvPr>
          <p:cNvSpPr txBox="1"/>
          <p:nvPr/>
        </p:nvSpPr>
        <p:spPr>
          <a:xfrm>
            <a:off x="6098388" y="3729131"/>
            <a:ext cx="5892960"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Puzzle have some digits appears</a:t>
            </a:r>
          </a:p>
          <a:p>
            <a:pPr marL="312738"/>
            <a:r>
              <a:rPr lang="en-US" sz="2800" dirty="0">
                <a:latin typeface="Open Sans" panose="020B0606030504020204" pitchFamily="34" charset="0"/>
                <a:ea typeface="Open Sans" panose="020B0606030504020204" pitchFamily="34" charset="0"/>
                <a:cs typeface="Open Sans" panose="020B0606030504020204" pitchFamily="34" charset="0"/>
              </a:rPr>
              <a:t>in some of the squares</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p:sp>
        <p:nvSpPr>
          <p:cNvPr id="115" name="TextBox 114">
            <a:extLst>
              <a:ext uri="{FF2B5EF4-FFF2-40B4-BE49-F238E27FC236}">
                <a16:creationId xmlns:a16="http://schemas.microsoft.com/office/drawing/2014/main" id="{D3D589DE-BE64-2668-D2BF-AEDCF12517CC}"/>
              </a:ext>
            </a:extLst>
          </p:cNvPr>
          <p:cNvSpPr txBox="1"/>
          <p:nvPr/>
        </p:nvSpPr>
        <p:spPr>
          <a:xfrm>
            <a:off x="6098388" y="4904506"/>
            <a:ext cx="3813865"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The goal is to </a:t>
            </a:r>
            <a:r>
              <a:rPr lang="en-US" sz="2800" dirty="0">
                <a:solidFill>
                  <a:srgbClr val="474747"/>
                </a:solidFill>
                <a:effectLst/>
                <a:latin typeface="Open Sans" panose="020B0606030504020204" pitchFamily="34" charset="0"/>
                <a:ea typeface="Open Sans" panose="020B0606030504020204" pitchFamily="34" charset="0"/>
                <a:cs typeface="Open Sans" panose="020B0606030504020204" pitchFamily="34" charset="0"/>
              </a:rPr>
              <a:t>fill the</a:t>
            </a:r>
          </a:p>
          <a:p>
            <a:pPr marL="280988"/>
            <a:r>
              <a:rPr lang="en-US" sz="2800" dirty="0">
                <a:solidFill>
                  <a:srgbClr val="474747"/>
                </a:solidFill>
                <a:effectLst/>
                <a:latin typeface="Open Sans" panose="020B0606030504020204" pitchFamily="34" charset="0"/>
                <a:ea typeface="Open Sans" panose="020B0606030504020204" pitchFamily="34" charset="0"/>
                <a:cs typeface="Open Sans" panose="020B0606030504020204" pitchFamily="34" charset="0"/>
              </a:rPr>
              <a:t>remaining squares</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31298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B6B07-6734-1825-DCCA-6F70780EB17D}"/>
              </a:ext>
            </a:extLst>
          </p:cNvPr>
          <p:cNvSpPr>
            <a:spLocks noGrp="1"/>
          </p:cNvSpPr>
          <p:nvPr>
            <p:ph type="ctrTitle"/>
          </p:nvPr>
        </p:nvSpPr>
        <p:spPr>
          <a:xfrm>
            <a:off x="1523998" y="-4987015"/>
            <a:ext cx="9144000" cy="3449637"/>
          </a:xfrm>
        </p:spPr>
        <p:txBody>
          <a:bodyPr>
            <a:normAutofit/>
          </a:bodyPr>
          <a:lstStyle/>
          <a:p>
            <a:pPr>
              <a:tabLst>
                <a:tab pos="395288" algn="l"/>
              </a:tabLst>
            </a:pPr>
            <a:r>
              <a:rPr lang="en-US" sz="11800" b="1" dirty="0">
                <a:solidFill>
                  <a:srgbClr val="272727"/>
                </a:solidFill>
                <a:effectLst/>
                <a:latin typeface="Playfair Display Black" pitchFamily="2" charset="77"/>
              </a:rPr>
              <a:t>SUDOKU</a:t>
            </a:r>
            <a:br>
              <a:rPr lang="en-US" b="1" dirty="0">
                <a:solidFill>
                  <a:srgbClr val="272727"/>
                </a:solidFill>
                <a:effectLst/>
                <a:latin typeface="Playfair Display Black" pitchFamily="2" charset="77"/>
              </a:rPr>
            </a:br>
            <a:r>
              <a:rPr lang="en-US" sz="10000" b="1" i="1" dirty="0">
                <a:solidFill>
                  <a:srgbClr val="272727"/>
                </a:solidFill>
                <a:effectLst/>
                <a:latin typeface="Playfair Display Black" pitchFamily="2" charset="77"/>
              </a:rPr>
              <a:t>Techniques</a:t>
            </a:r>
            <a:endParaRPr lang="en-TW" sz="10000" b="1" i="1" dirty="0">
              <a:latin typeface="Playfair Display Black" pitchFamily="2" charset="77"/>
            </a:endParaRPr>
          </a:p>
        </p:txBody>
      </p:sp>
      <p:sp>
        <p:nvSpPr>
          <p:cNvPr id="3" name="Subtitle 2">
            <a:extLst>
              <a:ext uri="{FF2B5EF4-FFF2-40B4-BE49-F238E27FC236}">
                <a16:creationId xmlns:a16="http://schemas.microsoft.com/office/drawing/2014/main" id="{56B4FED6-D5CE-94DD-0618-CC10C0534570}"/>
              </a:ext>
            </a:extLst>
          </p:cNvPr>
          <p:cNvSpPr>
            <a:spLocks noGrp="1"/>
          </p:cNvSpPr>
          <p:nvPr>
            <p:ph type="subTitle" idx="1"/>
          </p:nvPr>
        </p:nvSpPr>
        <p:spPr>
          <a:xfrm>
            <a:off x="1523998" y="7046906"/>
            <a:ext cx="9144000" cy="1655762"/>
          </a:xfrm>
        </p:spPr>
        <p:txBody>
          <a:bodyPr>
            <a:normAutofit/>
          </a:bodyPr>
          <a:lstStyle/>
          <a:p>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S</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olve Sudoku Puzzles </a:t>
            </a:r>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W</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ithout th</a:t>
            </a:r>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e </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Computer</a:t>
            </a:r>
          </a:p>
        </p:txBody>
      </p:sp>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903729"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2534508"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5008451"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400646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588419" y="464952"/>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6101460" y="1809268"/>
            <a:ext cx="5059398"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Logic-based number puzzle</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932DF16E-6CD0-DBA9-709B-105FC90C787D}"/>
                  </a:ext>
                </a:extLst>
              </p:cNvPr>
              <p:cNvSpPr txBox="1"/>
              <p:nvPr/>
            </p:nvSpPr>
            <p:spPr>
              <a:xfrm>
                <a:off x="6101460" y="2553756"/>
                <a:ext cx="7456885"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9</a:t>
                </a:r>
                <a14:m>
                  <m:oMath xmlns:m="http://schemas.openxmlformats.org/officeDocument/2006/math">
                    <m:r>
                      <a:rPr lang="en-US" sz="2800" b="0" i="0" smtClean="0">
                        <a:latin typeface="Cambria Math" panose="02040503050406030204" pitchFamily="18" charset="0"/>
                      </a:rPr>
                      <m:t>×</m:t>
                    </m:r>
                  </m:oMath>
                </a14:m>
                <a:r>
                  <a:rPr lang="en-US" sz="2800" dirty="0">
                    <a:latin typeface="Open Sans" panose="020B0606030504020204" pitchFamily="34" charset="0"/>
                    <a:ea typeface="Open Sans" panose="020B0606030504020204" pitchFamily="34" charset="0"/>
                    <a:cs typeface="Open Sans" panose="020B0606030504020204" pitchFamily="34" charset="0"/>
                  </a:rPr>
                  <a:t>9 grid with the digits</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1,2,3,4,5,6,7,8,9</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106" name="TextBox 105">
                <a:extLst>
                  <a:ext uri="{FF2B5EF4-FFF2-40B4-BE49-F238E27FC236}">
                    <a16:creationId xmlns:a16="http://schemas.microsoft.com/office/drawing/2014/main" id="{932DF16E-6CD0-DBA9-709B-105FC90C787D}"/>
                  </a:ext>
                </a:extLst>
              </p:cNvPr>
              <p:cNvSpPr txBox="1">
                <a:spLocks noRot="1" noChangeAspect="1" noMove="1" noResize="1" noEditPoints="1" noAdjustHandles="1" noChangeArrowheads="1" noChangeShapeType="1" noTextEdit="1"/>
              </p:cNvSpPr>
              <p:nvPr/>
            </p:nvSpPr>
            <p:spPr>
              <a:xfrm>
                <a:off x="6101460" y="2553756"/>
                <a:ext cx="7456885" cy="954107"/>
              </a:xfrm>
              <a:prstGeom prst="rect">
                <a:avLst/>
              </a:prstGeom>
              <a:blipFill>
                <a:blip r:embed="rId3"/>
                <a:stretch>
                  <a:fillRect l="-1531" t="-8000" b="-17333"/>
                </a:stretch>
              </a:blipFill>
            </p:spPr>
            <p:txBody>
              <a:bodyPr/>
              <a:lstStyle/>
              <a:p>
                <a:r>
                  <a:rPr lang="en-TW">
                    <a:noFill/>
                  </a:rPr>
                  <a:t> </a:t>
                </a:r>
              </a:p>
            </p:txBody>
          </p:sp>
        </mc:Fallback>
      </mc:AlternateContent>
      <p:sp>
        <p:nvSpPr>
          <p:cNvPr id="114" name="TextBox 113">
            <a:extLst>
              <a:ext uri="{FF2B5EF4-FFF2-40B4-BE49-F238E27FC236}">
                <a16:creationId xmlns:a16="http://schemas.microsoft.com/office/drawing/2014/main" id="{BE9CFE62-AE2F-349D-6EB5-269F1E027DC0}"/>
              </a:ext>
            </a:extLst>
          </p:cNvPr>
          <p:cNvSpPr txBox="1"/>
          <p:nvPr/>
        </p:nvSpPr>
        <p:spPr>
          <a:xfrm>
            <a:off x="6098388" y="3729131"/>
            <a:ext cx="5892960"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Puzzle have some digits appears</a:t>
            </a:r>
          </a:p>
          <a:p>
            <a:pPr marL="312738"/>
            <a:r>
              <a:rPr lang="en-US" sz="2800" dirty="0">
                <a:latin typeface="Open Sans" panose="020B0606030504020204" pitchFamily="34" charset="0"/>
                <a:ea typeface="Open Sans" panose="020B0606030504020204" pitchFamily="34" charset="0"/>
                <a:cs typeface="Open Sans" panose="020B0606030504020204" pitchFamily="34" charset="0"/>
              </a:rPr>
              <a:t>in some of the squares</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p:sp>
        <p:nvSpPr>
          <p:cNvPr id="115" name="TextBox 114">
            <a:extLst>
              <a:ext uri="{FF2B5EF4-FFF2-40B4-BE49-F238E27FC236}">
                <a16:creationId xmlns:a16="http://schemas.microsoft.com/office/drawing/2014/main" id="{D3D589DE-BE64-2668-D2BF-AEDCF12517CC}"/>
              </a:ext>
            </a:extLst>
          </p:cNvPr>
          <p:cNvSpPr txBox="1"/>
          <p:nvPr/>
        </p:nvSpPr>
        <p:spPr>
          <a:xfrm>
            <a:off x="6098388" y="4904506"/>
            <a:ext cx="3813865"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The goal is to </a:t>
            </a:r>
            <a:r>
              <a:rPr lang="en-US" sz="2800" dirty="0">
                <a:solidFill>
                  <a:srgbClr val="474747"/>
                </a:solidFill>
                <a:effectLst/>
                <a:latin typeface="Open Sans" panose="020B0606030504020204" pitchFamily="34" charset="0"/>
                <a:ea typeface="Open Sans" panose="020B0606030504020204" pitchFamily="34" charset="0"/>
                <a:cs typeface="Open Sans" panose="020B0606030504020204" pitchFamily="34" charset="0"/>
              </a:rPr>
              <a:t>fill the</a:t>
            </a:r>
          </a:p>
          <a:p>
            <a:pPr marL="280988"/>
            <a:r>
              <a:rPr lang="en-US" sz="2800" dirty="0">
                <a:solidFill>
                  <a:srgbClr val="474747"/>
                </a:solidFill>
                <a:effectLst/>
                <a:latin typeface="Open Sans" panose="020B0606030504020204" pitchFamily="34" charset="0"/>
                <a:ea typeface="Open Sans" panose="020B0606030504020204" pitchFamily="34" charset="0"/>
                <a:cs typeface="Open Sans" panose="020B0606030504020204" pitchFamily="34" charset="0"/>
              </a:rPr>
              <a:t>remaining squares</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a:extLst>
              <a:ext uri="{FF2B5EF4-FFF2-40B4-BE49-F238E27FC236}">
                <a16:creationId xmlns:a16="http://schemas.microsoft.com/office/drawing/2014/main" id="{6E672AF0-6824-947C-45A5-914C511E733A}"/>
              </a:ext>
            </a:extLst>
          </p:cNvPr>
          <p:cNvSpPr txBox="1"/>
          <p:nvPr/>
        </p:nvSpPr>
        <p:spPr>
          <a:xfrm>
            <a:off x="1031142"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514743"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2006714"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513036"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511329"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02943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2514616"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3009087"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3503558"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3998029"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449250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512046"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2006609"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3009087"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40115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4494837"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018539"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007643"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009273"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010903"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012533"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014163"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514638"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51723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523998"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513036"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200337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2005809"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2514616"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2514616"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2514616"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3018637"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3009087"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3015029"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3018637"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3507781"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40115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3513518"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3507476"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401342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3498558"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4014537"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401342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401342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449250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4500752"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4989591"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4999894"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450077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498813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4500752"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4500729"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4500706"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4500706"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498813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498813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4989107"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67" name="TextBox 66">
            <a:extLst>
              <a:ext uri="{FF2B5EF4-FFF2-40B4-BE49-F238E27FC236}">
                <a16:creationId xmlns:a16="http://schemas.microsoft.com/office/drawing/2014/main" id="{0E83A89B-05FE-75C0-09F1-1D4C1E7B760B}"/>
              </a:ext>
            </a:extLst>
          </p:cNvPr>
          <p:cNvSpPr txBox="1"/>
          <p:nvPr/>
        </p:nvSpPr>
        <p:spPr>
          <a:xfrm>
            <a:off x="12608945"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68" name="TextBox 67">
            <a:extLst>
              <a:ext uri="{FF2B5EF4-FFF2-40B4-BE49-F238E27FC236}">
                <a16:creationId xmlns:a16="http://schemas.microsoft.com/office/drawing/2014/main" id="{CB06944D-7F83-6797-5E88-BF173618BE5E}"/>
              </a:ext>
            </a:extLst>
          </p:cNvPr>
          <p:cNvSpPr txBox="1"/>
          <p:nvPr/>
        </p:nvSpPr>
        <p:spPr>
          <a:xfrm>
            <a:off x="12619102"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69" name="TextBox 68">
            <a:extLst>
              <a:ext uri="{FF2B5EF4-FFF2-40B4-BE49-F238E27FC236}">
                <a16:creationId xmlns:a16="http://schemas.microsoft.com/office/drawing/2014/main" id="{193868A0-8E1C-7DD2-E3A5-6C7C24C926A2}"/>
              </a:ext>
            </a:extLst>
          </p:cNvPr>
          <p:cNvSpPr txBox="1"/>
          <p:nvPr/>
        </p:nvSpPr>
        <p:spPr>
          <a:xfrm>
            <a:off x="12605757"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0" name="TextBox 69">
            <a:extLst>
              <a:ext uri="{FF2B5EF4-FFF2-40B4-BE49-F238E27FC236}">
                <a16:creationId xmlns:a16="http://schemas.microsoft.com/office/drawing/2014/main" id="{671A5A99-1EEC-0F23-D2C5-3528A4BAD370}"/>
              </a:ext>
            </a:extLst>
          </p:cNvPr>
          <p:cNvSpPr txBox="1"/>
          <p:nvPr/>
        </p:nvSpPr>
        <p:spPr>
          <a:xfrm>
            <a:off x="13219690"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Tree>
    <p:extLst>
      <p:ext uri="{BB962C8B-B14F-4D97-AF65-F5344CB8AC3E}">
        <p14:creationId xmlns:p14="http://schemas.microsoft.com/office/powerpoint/2010/main" val="39247458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903729"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2534508"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5008451"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400646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588419"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6314452"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13765315"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13751970"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031142"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514743"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2006714"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513036"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511329"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02943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2514616"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3009087"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3503558"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3998029"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449250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512046"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2006609"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3009087"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40115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4494837"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018539"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007643"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009273"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010903"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012533"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014163"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514638"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51723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523998"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513036"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200337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2005809"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2514616"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2514616"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2514616"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3018637"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3009087"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3015029"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3018637"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3507781"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40115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3513518"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3507476"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401342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3498558"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4014537"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401342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401342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449250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4500752"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4989591"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4999894"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450077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498813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4500752"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4500729"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4500706"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4500706"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498813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498813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4989107"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sp>
        <p:nvSpPr>
          <p:cNvPr id="65" name="TextBox 64">
            <a:extLst>
              <a:ext uri="{FF2B5EF4-FFF2-40B4-BE49-F238E27FC236}">
                <a16:creationId xmlns:a16="http://schemas.microsoft.com/office/drawing/2014/main" id="{EC68D1A9-9042-6F2D-558E-CE2A29B78C61}"/>
              </a:ext>
            </a:extLst>
          </p:cNvPr>
          <p:cNvSpPr txBox="1"/>
          <p:nvPr/>
        </p:nvSpPr>
        <p:spPr>
          <a:xfrm>
            <a:off x="6727083" y="11317095"/>
            <a:ext cx="5059398"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Logic-based number puzzle</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6399E4AB-B7F2-39CA-EB7C-EEA9B8029027}"/>
                  </a:ext>
                </a:extLst>
              </p:cNvPr>
              <p:cNvSpPr txBox="1"/>
              <p:nvPr/>
            </p:nvSpPr>
            <p:spPr>
              <a:xfrm>
                <a:off x="6727083" y="12061583"/>
                <a:ext cx="7456885"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9</a:t>
                </a:r>
                <a14:m>
                  <m:oMath xmlns:m="http://schemas.openxmlformats.org/officeDocument/2006/math">
                    <m:r>
                      <a:rPr lang="en-US" sz="2800" b="0" i="0" smtClean="0">
                        <a:latin typeface="Cambria Math" panose="02040503050406030204" pitchFamily="18" charset="0"/>
                      </a:rPr>
                      <m:t>×</m:t>
                    </m:r>
                  </m:oMath>
                </a14:m>
                <a:r>
                  <a:rPr lang="en-US" sz="2800" dirty="0">
                    <a:latin typeface="Open Sans" panose="020B0606030504020204" pitchFamily="34" charset="0"/>
                    <a:ea typeface="Open Sans" panose="020B0606030504020204" pitchFamily="34" charset="0"/>
                    <a:cs typeface="Open Sans" panose="020B0606030504020204" pitchFamily="34" charset="0"/>
                  </a:rPr>
                  <a:t>9 grid with the digits</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1,2,3,4,5,6,7,8,9</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mc:Choice>
        <mc:Fallback xmlns="">
          <p:sp>
            <p:nvSpPr>
              <p:cNvPr id="66" name="TextBox 65">
                <a:extLst>
                  <a:ext uri="{FF2B5EF4-FFF2-40B4-BE49-F238E27FC236}">
                    <a16:creationId xmlns:a16="http://schemas.microsoft.com/office/drawing/2014/main" id="{6399E4AB-B7F2-39CA-EB7C-EEA9B8029027}"/>
                  </a:ext>
                </a:extLst>
              </p:cNvPr>
              <p:cNvSpPr txBox="1">
                <a:spLocks noRot="1" noChangeAspect="1" noMove="1" noResize="1" noEditPoints="1" noAdjustHandles="1" noChangeArrowheads="1" noChangeShapeType="1" noTextEdit="1"/>
              </p:cNvSpPr>
              <p:nvPr/>
            </p:nvSpPr>
            <p:spPr>
              <a:xfrm>
                <a:off x="6727083" y="12061583"/>
                <a:ext cx="7456885" cy="954107"/>
              </a:xfrm>
              <a:prstGeom prst="rect">
                <a:avLst/>
              </a:prstGeom>
              <a:blipFill>
                <a:blip r:embed="rId3"/>
                <a:stretch>
                  <a:fillRect l="-1361" t="-6579" b="-17105"/>
                </a:stretch>
              </a:blipFill>
            </p:spPr>
            <p:txBody>
              <a:bodyPr/>
              <a:lstStyle/>
              <a:p>
                <a:r>
                  <a:rPr lang="en-TW">
                    <a:noFill/>
                  </a:rPr>
                  <a:t> </a:t>
                </a:r>
              </a:p>
            </p:txBody>
          </p:sp>
        </mc:Fallback>
      </mc:AlternateContent>
      <p:sp>
        <p:nvSpPr>
          <p:cNvPr id="67" name="TextBox 66">
            <a:extLst>
              <a:ext uri="{FF2B5EF4-FFF2-40B4-BE49-F238E27FC236}">
                <a16:creationId xmlns:a16="http://schemas.microsoft.com/office/drawing/2014/main" id="{2F9B867D-5EFD-877F-9104-B1E1CC1A84AD}"/>
              </a:ext>
            </a:extLst>
          </p:cNvPr>
          <p:cNvSpPr txBox="1"/>
          <p:nvPr/>
        </p:nvSpPr>
        <p:spPr>
          <a:xfrm>
            <a:off x="6724011" y="13236958"/>
            <a:ext cx="5892960"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Puzzle have some digits appears</a:t>
            </a:r>
          </a:p>
          <a:p>
            <a:pPr marL="312738"/>
            <a:r>
              <a:rPr lang="en-US" sz="2800" dirty="0">
                <a:latin typeface="Open Sans" panose="020B0606030504020204" pitchFamily="34" charset="0"/>
                <a:ea typeface="Open Sans" panose="020B0606030504020204" pitchFamily="34" charset="0"/>
                <a:cs typeface="Open Sans" panose="020B0606030504020204" pitchFamily="34" charset="0"/>
              </a:rPr>
              <a:t>in some of the squares</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p:sp>
        <p:nvSpPr>
          <p:cNvPr id="68" name="TextBox 67">
            <a:extLst>
              <a:ext uri="{FF2B5EF4-FFF2-40B4-BE49-F238E27FC236}">
                <a16:creationId xmlns:a16="http://schemas.microsoft.com/office/drawing/2014/main" id="{7364CD2E-AA71-433E-0E70-60D4EF1067DE}"/>
              </a:ext>
            </a:extLst>
          </p:cNvPr>
          <p:cNvSpPr txBox="1"/>
          <p:nvPr/>
        </p:nvSpPr>
        <p:spPr>
          <a:xfrm>
            <a:off x="6724011" y="14412333"/>
            <a:ext cx="3813865"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The goal is to </a:t>
            </a:r>
            <a:r>
              <a:rPr lang="en-US" sz="2800" dirty="0">
                <a:solidFill>
                  <a:srgbClr val="474747"/>
                </a:solidFill>
                <a:effectLst/>
                <a:latin typeface="Open Sans" panose="020B0606030504020204" pitchFamily="34" charset="0"/>
                <a:ea typeface="Open Sans" panose="020B0606030504020204" pitchFamily="34" charset="0"/>
                <a:cs typeface="Open Sans" panose="020B0606030504020204" pitchFamily="34" charset="0"/>
              </a:rPr>
              <a:t>fill the</a:t>
            </a:r>
          </a:p>
          <a:p>
            <a:pPr marL="280988"/>
            <a:r>
              <a:rPr lang="en-US" sz="2800" dirty="0">
                <a:solidFill>
                  <a:srgbClr val="474747"/>
                </a:solidFill>
                <a:effectLst/>
                <a:latin typeface="Open Sans" panose="020B0606030504020204" pitchFamily="34" charset="0"/>
                <a:ea typeface="Open Sans" panose="020B0606030504020204" pitchFamily="34" charset="0"/>
                <a:cs typeface="Open Sans" panose="020B0606030504020204" pitchFamily="34" charset="0"/>
              </a:rPr>
              <a:t>remaining squares</a:t>
            </a:r>
            <a:endParaRPr lang="en-TW" sz="2800" dirty="0">
              <a:latin typeface="Open Sans" panose="020B0606030504020204" pitchFamily="34" charset="0"/>
              <a:ea typeface="Open Sans" panose="020B0606030504020204" pitchFamily="34" charset="0"/>
              <a:cs typeface="Open Sans" panose="020B0606030504020204" pitchFamily="34" charset="0"/>
            </a:endParaRPr>
          </a:p>
        </p:txBody>
      </p:sp>
      <p:grpSp>
        <p:nvGrpSpPr>
          <p:cNvPr id="84" name="Group 83">
            <a:extLst>
              <a:ext uri="{FF2B5EF4-FFF2-40B4-BE49-F238E27FC236}">
                <a16:creationId xmlns:a16="http://schemas.microsoft.com/office/drawing/2014/main" id="{FCAA1A45-9724-DE18-977A-0668D328CD15}"/>
              </a:ext>
            </a:extLst>
          </p:cNvPr>
          <p:cNvGrpSpPr/>
          <p:nvPr/>
        </p:nvGrpSpPr>
        <p:grpSpPr>
          <a:xfrm>
            <a:off x="941388" y="1692553"/>
            <a:ext cx="4488443" cy="4472784"/>
            <a:chOff x="941388" y="1692553"/>
            <a:chExt cx="4488443" cy="4472784"/>
          </a:xfrm>
        </p:grpSpPr>
        <p:sp>
          <p:nvSpPr>
            <p:cNvPr id="75" name="Rectangle 74">
              <a:extLst>
                <a:ext uri="{FF2B5EF4-FFF2-40B4-BE49-F238E27FC236}">
                  <a16:creationId xmlns:a16="http://schemas.microsoft.com/office/drawing/2014/main" id="{FB8FF0D4-4465-8E25-5426-20A4C303B3D6}"/>
                </a:ext>
              </a:extLst>
            </p:cNvPr>
            <p:cNvSpPr/>
            <p:nvPr/>
          </p:nvSpPr>
          <p:spPr>
            <a:xfrm>
              <a:off x="941388" y="1701884"/>
              <a:ext cx="503686" cy="4455977"/>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26749DC2-8B11-ACC7-DE5E-EC43C62C4C0C}"/>
                </a:ext>
              </a:extLst>
            </p:cNvPr>
            <p:cNvSpPr/>
            <p:nvPr/>
          </p:nvSpPr>
          <p:spPr>
            <a:xfrm>
              <a:off x="1448388" y="1705622"/>
              <a:ext cx="503686" cy="4455977"/>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7" name="Rectangle 76">
              <a:extLst>
                <a:ext uri="{FF2B5EF4-FFF2-40B4-BE49-F238E27FC236}">
                  <a16:creationId xmlns:a16="http://schemas.microsoft.com/office/drawing/2014/main" id="{4B7B3447-3A3E-5D87-C3B5-1267A600510D}"/>
                </a:ext>
              </a:extLst>
            </p:cNvPr>
            <p:cNvSpPr/>
            <p:nvPr/>
          </p:nvSpPr>
          <p:spPr>
            <a:xfrm>
              <a:off x="1946057" y="1709360"/>
              <a:ext cx="503686" cy="4455977"/>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8" name="Rectangle 77">
              <a:extLst>
                <a:ext uri="{FF2B5EF4-FFF2-40B4-BE49-F238E27FC236}">
                  <a16:creationId xmlns:a16="http://schemas.microsoft.com/office/drawing/2014/main" id="{38597350-436B-0CAA-5AC5-5EC17FA91F06}"/>
                </a:ext>
              </a:extLst>
            </p:cNvPr>
            <p:cNvSpPr/>
            <p:nvPr/>
          </p:nvSpPr>
          <p:spPr>
            <a:xfrm>
              <a:off x="2434472" y="1701884"/>
              <a:ext cx="503686" cy="4455977"/>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9" name="Rectangle 78">
              <a:extLst>
                <a:ext uri="{FF2B5EF4-FFF2-40B4-BE49-F238E27FC236}">
                  <a16:creationId xmlns:a16="http://schemas.microsoft.com/office/drawing/2014/main" id="{71F4FB69-EE71-F9EB-8D56-DD8577025BB1}"/>
                </a:ext>
              </a:extLst>
            </p:cNvPr>
            <p:cNvSpPr/>
            <p:nvPr/>
          </p:nvSpPr>
          <p:spPr>
            <a:xfrm>
              <a:off x="2922887" y="1694408"/>
              <a:ext cx="503686" cy="4455977"/>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80" name="Rectangle 79">
              <a:extLst>
                <a:ext uri="{FF2B5EF4-FFF2-40B4-BE49-F238E27FC236}">
                  <a16:creationId xmlns:a16="http://schemas.microsoft.com/office/drawing/2014/main" id="{13B7FB96-52CF-94EC-4806-949716D3C24F}"/>
                </a:ext>
              </a:extLst>
            </p:cNvPr>
            <p:cNvSpPr/>
            <p:nvPr/>
          </p:nvSpPr>
          <p:spPr>
            <a:xfrm>
              <a:off x="3420668" y="1700028"/>
              <a:ext cx="503686" cy="4455977"/>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81" name="Rectangle 80">
              <a:extLst>
                <a:ext uri="{FF2B5EF4-FFF2-40B4-BE49-F238E27FC236}">
                  <a16:creationId xmlns:a16="http://schemas.microsoft.com/office/drawing/2014/main" id="{1B9658BB-69F5-B60F-25AE-45045B358E26}"/>
                </a:ext>
              </a:extLst>
            </p:cNvPr>
            <p:cNvSpPr/>
            <p:nvPr/>
          </p:nvSpPr>
          <p:spPr>
            <a:xfrm>
              <a:off x="3936722" y="1703758"/>
              <a:ext cx="503686" cy="445597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82" name="Rectangle 81">
              <a:extLst>
                <a:ext uri="{FF2B5EF4-FFF2-40B4-BE49-F238E27FC236}">
                  <a16:creationId xmlns:a16="http://schemas.microsoft.com/office/drawing/2014/main" id="{A5042FA3-AFB4-FDEA-A3E6-040ED24E805B}"/>
                </a:ext>
              </a:extLst>
            </p:cNvPr>
            <p:cNvSpPr/>
            <p:nvPr/>
          </p:nvSpPr>
          <p:spPr>
            <a:xfrm>
              <a:off x="4414232" y="1692553"/>
              <a:ext cx="503686" cy="445597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83" name="Rectangle 82">
              <a:extLst>
                <a:ext uri="{FF2B5EF4-FFF2-40B4-BE49-F238E27FC236}">
                  <a16:creationId xmlns:a16="http://schemas.microsoft.com/office/drawing/2014/main" id="{FDF9B637-1E82-AB4A-BC83-86DE8BEF1B29}"/>
                </a:ext>
              </a:extLst>
            </p:cNvPr>
            <p:cNvSpPr/>
            <p:nvPr/>
          </p:nvSpPr>
          <p:spPr>
            <a:xfrm>
              <a:off x="4926145" y="1701884"/>
              <a:ext cx="503686" cy="4455977"/>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Tree>
    <p:extLst>
      <p:ext uri="{BB962C8B-B14F-4D97-AF65-F5344CB8AC3E}">
        <p14:creationId xmlns:p14="http://schemas.microsoft.com/office/powerpoint/2010/main" val="36316833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B6B07-6734-1825-DCCA-6F70780EB17D}"/>
              </a:ext>
            </a:extLst>
          </p:cNvPr>
          <p:cNvSpPr>
            <a:spLocks noGrp="1"/>
          </p:cNvSpPr>
          <p:nvPr>
            <p:ph type="ctrTitle"/>
          </p:nvPr>
        </p:nvSpPr>
        <p:spPr>
          <a:xfrm>
            <a:off x="1523998" y="-4987015"/>
            <a:ext cx="9144000" cy="3449637"/>
          </a:xfrm>
        </p:spPr>
        <p:txBody>
          <a:bodyPr>
            <a:normAutofit/>
          </a:bodyPr>
          <a:lstStyle/>
          <a:p>
            <a:pPr>
              <a:tabLst>
                <a:tab pos="395288" algn="l"/>
              </a:tabLst>
            </a:pPr>
            <a:r>
              <a:rPr lang="en-US" sz="11800" b="1" dirty="0">
                <a:solidFill>
                  <a:srgbClr val="272727"/>
                </a:solidFill>
                <a:effectLst/>
                <a:latin typeface="Playfair Display Black" pitchFamily="2" charset="77"/>
              </a:rPr>
              <a:t>SUDOKU</a:t>
            </a:r>
            <a:br>
              <a:rPr lang="en-US" b="1" dirty="0">
                <a:solidFill>
                  <a:srgbClr val="272727"/>
                </a:solidFill>
                <a:effectLst/>
                <a:latin typeface="Playfair Display Black" pitchFamily="2" charset="77"/>
              </a:rPr>
            </a:br>
            <a:r>
              <a:rPr lang="en-US" sz="10000" b="1" i="1" dirty="0">
                <a:solidFill>
                  <a:srgbClr val="272727"/>
                </a:solidFill>
                <a:effectLst/>
                <a:latin typeface="Playfair Display Black" pitchFamily="2" charset="77"/>
              </a:rPr>
              <a:t>Techniques</a:t>
            </a:r>
            <a:endParaRPr lang="en-TW" sz="10000" b="1" i="1" dirty="0">
              <a:latin typeface="Playfair Display Black" pitchFamily="2" charset="77"/>
            </a:endParaRPr>
          </a:p>
        </p:txBody>
      </p:sp>
      <p:sp>
        <p:nvSpPr>
          <p:cNvPr id="3" name="Subtitle 2">
            <a:extLst>
              <a:ext uri="{FF2B5EF4-FFF2-40B4-BE49-F238E27FC236}">
                <a16:creationId xmlns:a16="http://schemas.microsoft.com/office/drawing/2014/main" id="{56B4FED6-D5CE-94DD-0618-CC10C0534570}"/>
              </a:ext>
            </a:extLst>
          </p:cNvPr>
          <p:cNvSpPr>
            <a:spLocks noGrp="1"/>
          </p:cNvSpPr>
          <p:nvPr>
            <p:ph type="subTitle" idx="1"/>
          </p:nvPr>
        </p:nvSpPr>
        <p:spPr>
          <a:xfrm>
            <a:off x="1523998" y="7046906"/>
            <a:ext cx="9144000" cy="1655762"/>
          </a:xfrm>
        </p:spPr>
        <p:txBody>
          <a:bodyPr>
            <a:normAutofit/>
          </a:bodyPr>
          <a:lstStyle/>
          <a:p>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S</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olve Sudoku Puzzles </a:t>
            </a:r>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W</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ithout th</a:t>
            </a:r>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e </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Computer</a:t>
            </a:r>
          </a:p>
        </p:txBody>
      </p:sp>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903729"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2534508"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5008451"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400646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588419"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6314452"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6324609"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13357523"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031142"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514743"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2006714"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513036"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511329"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02943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2514616"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3009087"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3503558"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3998029"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449250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512046"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2006609"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3009087"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40115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4494837"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018539"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007643"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009273"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010903"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012533"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014163"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514638"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51723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523998"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513036"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200337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2005809"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2514616"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2514616"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2514616"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3018637"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3009087"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3015029"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3018637"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3507781"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40115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3513518"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3507476"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401342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3498558"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4014537"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401342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401342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449250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4500752"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4989591"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4999894"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450077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498813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4500752"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4500729"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4500706"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4500706"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498813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498813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4989107"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sp>
        <p:nvSpPr>
          <p:cNvPr id="66" name="Rectangle 65">
            <a:extLst>
              <a:ext uri="{FF2B5EF4-FFF2-40B4-BE49-F238E27FC236}">
                <a16:creationId xmlns:a16="http://schemas.microsoft.com/office/drawing/2014/main" id="{BFEADA10-4F3F-EFB0-18FD-1AC21F40E7D3}"/>
              </a:ext>
            </a:extLst>
          </p:cNvPr>
          <p:cNvSpPr/>
          <p:nvPr/>
        </p:nvSpPr>
        <p:spPr>
          <a:xfrm rot="5400000">
            <a:off x="2932839" y="-291422"/>
            <a:ext cx="503686" cy="4455977"/>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46D2701-5AC5-027F-83B1-C772065B1F7E}"/>
              </a:ext>
            </a:extLst>
          </p:cNvPr>
          <p:cNvSpPr/>
          <p:nvPr/>
        </p:nvSpPr>
        <p:spPr>
          <a:xfrm rot="5400000">
            <a:off x="2929101" y="215578"/>
            <a:ext cx="503686" cy="4455977"/>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3AB04DB0-CB7B-1181-7664-07883066BF7F}"/>
              </a:ext>
            </a:extLst>
          </p:cNvPr>
          <p:cNvSpPr/>
          <p:nvPr/>
        </p:nvSpPr>
        <p:spPr>
          <a:xfrm rot="5400000">
            <a:off x="2925363" y="713247"/>
            <a:ext cx="503686" cy="4455977"/>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B9629845-46B2-6418-A207-0168CF0A7752}"/>
              </a:ext>
            </a:extLst>
          </p:cNvPr>
          <p:cNvSpPr/>
          <p:nvPr/>
        </p:nvSpPr>
        <p:spPr>
          <a:xfrm rot="5400000">
            <a:off x="2932839" y="1201662"/>
            <a:ext cx="503686" cy="4455977"/>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B5BC42CB-C432-36B2-FD00-65D01A5E8287}"/>
              </a:ext>
            </a:extLst>
          </p:cNvPr>
          <p:cNvSpPr/>
          <p:nvPr/>
        </p:nvSpPr>
        <p:spPr>
          <a:xfrm rot="5400000">
            <a:off x="2940315" y="1690077"/>
            <a:ext cx="503686" cy="4455977"/>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CB373D05-777B-B9F8-FED3-CA53DCF49788}"/>
              </a:ext>
            </a:extLst>
          </p:cNvPr>
          <p:cNvSpPr/>
          <p:nvPr/>
        </p:nvSpPr>
        <p:spPr>
          <a:xfrm rot="5400000">
            <a:off x="2934695" y="2187858"/>
            <a:ext cx="503686" cy="4455977"/>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DC307686-0321-ADEA-6E71-BBEA0CCAC471}"/>
              </a:ext>
            </a:extLst>
          </p:cNvPr>
          <p:cNvSpPr/>
          <p:nvPr/>
        </p:nvSpPr>
        <p:spPr>
          <a:xfrm rot="5400000">
            <a:off x="2930965" y="2703912"/>
            <a:ext cx="503686" cy="445597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A773E912-69FA-6BD1-C7FF-A3B109652A84}"/>
              </a:ext>
            </a:extLst>
          </p:cNvPr>
          <p:cNvSpPr/>
          <p:nvPr/>
        </p:nvSpPr>
        <p:spPr>
          <a:xfrm rot="5400000">
            <a:off x="2942170" y="3181422"/>
            <a:ext cx="503686" cy="445597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52811CAB-AC08-CA70-CD0A-15E1EC1E25D9}"/>
              </a:ext>
            </a:extLst>
          </p:cNvPr>
          <p:cNvSpPr/>
          <p:nvPr/>
        </p:nvSpPr>
        <p:spPr>
          <a:xfrm rot="5400000">
            <a:off x="2932839" y="3693335"/>
            <a:ext cx="503686" cy="4455977"/>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Tree>
    <p:extLst>
      <p:ext uri="{BB962C8B-B14F-4D97-AF65-F5344CB8AC3E}">
        <p14:creationId xmlns:p14="http://schemas.microsoft.com/office/powerpoint/2010/main" val="17628063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B6B07-6734-1825-DCCA-6F70780EB17D}"/>
              </a:ext>
            </a:extLst>
          </p:cNvPr>
          <p:cNvSpPr>
            <a:spLocks noGrp="1"/>
          </p:cNvSpPr>
          <p:nvPr>
            <p:ph type="ctrTitle"/>
          </p:nvPr>
        </p:nvSpPr>
        <p:spPr>
          <a:xfrm>
            <a:off x="1523998" y="-4987015"/>
            <a:ext cx="9144000" cy="3449637"/>
          </a:xfrm>
        </p:spPr>
        <p:txBody>
          <a:bodyPr>
            <a:normAutofit/>
          </a:bodyPr>
          <a:lstStyle/>
          <a:p>
            <a:pPr>
              <a:tabLst>
                <a:tab pos="395288" algn="l"/>
              </a:tabLst>
            </a:pPr>
            <a:r>
              <a:rPr lang="en-US" sz="11800" b="1" dirty="0">
                <a:solidFill>
                  <a:srgbClr val="272727"/>
                </a:solidFill>
                <a:effectLst/>
                <a:latin typeface="Playfair Display Black" pitchFamily="2" charset="77"/>
              </a:rPr>
              <a:t>SUDOKU</a:t>
            </a:r>
            <a:br>
              <a:rPr lang="en-US" b="1" dirty="0">
                <a:solidFill>
                  <a:srgbClr val="272727"/>
                </a:solidFill>
                <a:effectLst/>
                <a:latin typeface="Playfair Display Black" pitchFamily="2" charset="77"/>
              </a:rPr>
            </a:br>
            <a:r>
              <a:rPr lang="en-US" sz="10000" b="1" i="1" dirty="0">
                <a:solidFill>
                  <a:srgbClr val="272727"/>
                </a:solidFill>
                <a:effectLst/>
                <a:latin typeface="Playfair Display Black" pitchFamily="2" charset="77"/>
              </a:rPr>
              <a:t>Techniques</a:t>
            </a:r>
            <a:endParaRPr lang="en-TW" sz="10000" b="1" i="1" dirty="0">
              <a:latin typeface="Playfair Display Black" pitchFamily="2" charset="77"/>
            </a:endParaRPr>
          </a:p>
        </p:txBody>
      </p:sp>
      <p:sp>
        <p:nvSpPr>
          <p:cNvPr id="3" name="Subtitle 2">
            <a:extLst>
              <a:ext uri="{FF2B5EF4-FFF2-40B4-BE49-F238E27FC236}">
                <a16:creationId xmlns:a16="http://schemas.microsoft.com/office/drawing/2014/main" id="{56B4FED6-D5CE-94DD-0618-CC10C0534570}"/>
              </a:ext>
            </a:extLst>
          </p:cNvPr>
          <p:cNvSpPr>
            <a:spLocks noGrp="1"/>
          </p:cNvSpPr>
          <p:nvPr>
            <p:ph type="subTitle" idx="1"/>
          </p:nvPr>
        </p:nvSpPr>
        <p:spPr>
          <a:xfrm>
            <a:off x="1523998" y="7046906"/>
            <a:ext cx="9144000" cy="1655762"/>
          </a:xfrm>
        </p:spPr>
        <p:txBody>
          <a:bodyPr>
            <a:normAutofit/>
          </a:bodyPr>
          <a:lstStyle/>
          <a:p>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S</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olve Sudoku Puzzles </a:t>
            </a:r>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W</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ithout th</a:t>
            </a:r>
            <a:r>
              <a:rPr lang="en-US" sz="2800" dirty="0">
                <a:solidFill>
                  <a:srgbClr val="272727"/>
                </a:solidFill>
                <a:latin typeface="Garamond" panose="02020404030301010803" pitchFamily="18" charset="0"/>
                <a:ea typeface="Open Sans" panose="020B0606030504020204" pitchFamily="34" charset="0"/>
                <a:cs typeface="Open Sans" panose="020B0606030504020204" pitchFamily="34" charset="0"/>
              </a:rPr>
              <a:t>e </a:t>
            </a:r>
            <a:r>
              <a:rPr lang="en-US" sz="2800" b="0" i="0" dirty="0">
                <a:solidFill>
                  <a:srgbClr val="272727"/>
                </a:solidFill>
                <a:effectLst/>
                <a:latin typeface="Garamond" panose="02020404030301010803" pitchFamily="18" charset="0"/>
                <a:ea typeface="Open Sans" panose="020B0606030504020204" pitchFamily="34" charset="0"/>
                <a:cs typeface="Open Sans" panose="020B0606030504020204" pitchFamily="34" charset="0"/>
              </a:rPr>
              <a:t>Computer</a:t>
            </a:r>
          </a:p>
        </p:txBody>
      </p:sp>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903729"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2534508"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5008451"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400646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588419"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6314452"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6324609"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6311264"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031142"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514743"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2006714"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513036"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511329"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02943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2514616"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3009087"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3503558"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3998029"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449250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512046"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2006609"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3009087"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40115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4494837"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018539"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007643"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009273"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010903"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012533"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014163"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514638"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51723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523998"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513036"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200337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2005809"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2514616"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2514616"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2514616"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3018637"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3009087"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3015029"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3018637"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3507781"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40115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3513518"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3507476"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401342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3498558"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4014537"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401342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401342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449250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4500752"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4989591"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4999894"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450077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498813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4500752"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4500729"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4500706"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4500706"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498813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498813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4989107"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941387"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Tree>
    <p:extLst>
      <p:ext uri="{BB962C8B-B14F-4D97-AF65-F5344CB8AC3E}">
        <p14:creationId xmlns:p14="http://schemas.microsoft.com/office/powerpoint/2010/main" val="34024942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45643" y="313155"/>
            <a:ext cx="5153777" cy="830997"/>
          </a:xfrm>
          <a:prstGeom prst="rect">
            <a:avLst/>
          </a:prstGeom>
          <a:noFill/>
        </p:spPr>
        <p:txBody>
          <a:bodyPr wrap="square" rtlCol="0">
            <a:spAutoFit/>
          </a:bodyPr>
          <a:lstStyle/>
          <a:p>
            <a:r>
              <a:rPr lang="en-TW" sz="4800" b="1" dirty="0">
                <a:latin typeface="Playfair Display Black" pitchFamily="2" charset="77"/>
              </a:rPr>
              <a:t>Basic </a:t>
            </a:r>
            <a:r>
              <a:rPr lang="en-TW" sz="4800" b="1" i="1" dirty="0">
                <a:latin typeface="Playfair Display SemiBold" pitchFamily="2" charset="77"/>
              </a:rPr>
              <a:t>Techniques</a:t>
            </a:r>
          </a:p>
        </p:txBody>
      </p:sp>
      <p:sp>
        <p:nvSpPr>
          <p:cNvPr id="87" name="TextBox 86">
            <a:extLst>
              <a:ext uri="{FF2B5EF4-FFF2-40B4-BE49-F238E27FC236}">
                <a16:creationId xmlns:a16="http://schemas.microsoft.com/office/drawing/2014/main" id="{1D1FD712-2CD6-B782-F9DC-618E16E18065}"/>
              </a:ext>
            </a:extLst>
          </p:cNvPr>
          <p:cNvSpPr txBox="1"/>
          <p:nvPr/>
        </p:nvSpPr>
        <p:spPr>
          <a:xfrm>
            <a:off x="354521" y="1207323"/>
            <a:ext cx="4707924" cy="707886"/>
          </a:xfrm>
          <a:prstGeom prst="rect">
            <a:avLst/>
          </a:prstGeom>
          <a:noFill/>
        </p:spPr>
        <p:txBody>
          <a:bodyPr wrap="square" rtlCol="0">
            <a:spAutoFit/>
          </a:bodyPr>
          <a:lstStyle/>
          <a:p>
            <a:r>
              <a:rPr lang="en-TW" sz="4000" b="1" dirty="0">
                <a:latin typeface="Lato" panose="020F0502020204030203" pitchFamily="34" charset="77"/>
              </a:rPr>
              <a:t>NAKED SINGLES</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92" name="Oval 91">
            <a:extLst>
              <a:ext uri="{FF2B5EF4-FFF2-40B4-BE49-F238E27FC236}">
                <a16:creationId xmlns:a16="http://schemas.microsoft.com/office/drawing/2014/main" id="{F8293077-8577-3DBE-0CD0-18D9DD677F11}"/>
              </a:ext>
            </a:extLst>
          </p:cNvPr>
          <p:cNvSpPr/>
          <p:nvPr/>
        </p:nvSpPr>
        <p:spPr>
          <a:xfrm>
            <a:off x="11147965" y="3763483"/>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94" name="TextBox 93">
            <a:extLst>
              <a:ext uri="{FF2B5EF4-FFF2-40B4-BE49-F238E27FC236}">
                <a16:creationId xmlns:a16="http://schemas.microsoft.com/office/drawing/2014/main" id="{27E74EA8-67C4-BC8B-1E96-31BB5EF03184}"/>
              </a:ext>
            </a:extLst>
          </p:cNvPr>
          <p:cNvSpPr txBox="1"/>
          <p:nvPr/>
        </p:nvSpPr>
        <p:spPr>
          <a:xfrm>
            <a:off x="479917" y="2440283"/>
            <a:ext cx="3987174" cy="3263201"/>
          </a:xfrm>
          <a:prstGeom prst="rect">
            <a:avLst/>
          </a:prstGeom>
          <a:noFill/>
        </p:spPr>
        <p:txBody>
          <a:bodyPr wrap="square" rtlCol="0">
            <a:spAutoFit/>
          </a:bodyPr>
          <a:lstStyle/>
          <a:p>
            <a:pPr>
              <a:lnSpc>
                <a:spcPct val="150000"/>
              </a:lnSpc>
            </a:pPr>
            <a:r>
              <a:rPr lang="en-US" sz="2000" i="0" dirty="0">
                <a:solidFill>
                  <a:srgbClr val="001D35"/>
                </a:solidFill>
                <a:effectLst/>
                <a:latin typeface="Lato" panose="020F0502020204030203" pitchFamily="34" charset="77"/>
                <a:ea typeface="Open Sans" panose="020B0606030504020204" pitchFamily="34" charset="0"/>
                <a:cs typeface="Open Sans" panose="020B0606030504020204" pitchFamily="34" charset="0"/>
              </a:rPr>
              <a:t>A naked single in Sudoku is </a:t>
            </a:r>
            <a:r>
              <a:rPr lang="en-US" sz="2000" dirty="0">
                <a:latin typeface="Lato" panose="020F0502020204030203" pitchFamily="34" charset="77"/>
                <a:ea typeface="Open Sans" panose="020B0606030504020204" pitchFamily="34" charset="0"/>
                <a:cs typeface="Open Sans" panose="020B0606030504020204" pitchFamily="34" charset="0"/>
              </a:rPr>
              <a:t>a cell where there is only one possible number that can be placed</a:t>
            </a:r>
          </a:p>
          <a:p>
            <a:pPr>
              <a:lnSpc>
                <a:spcPct val="150000"/>
              </a:lnSpc>
            </a:pPr>
            <a:endParaRPr lang="en-US" sz="2000" dirty="0">
              <a:latin typeface="Lato" panose="020F0502020204030203" pitchFamily="34" charset="77"/>
              <a:ea typeface="Open Sans" panose="020B0606030504020204" pitchFamily="34" charset="0"/>
              <a:cs typeface="Open Sans" panose="020B0606030504020204" pitchFamily="34" charset="0"/>
            </a:endParaRPr>
          </a:p>
          <a:p>
            <a:pPr>
              <a:lnSpc>
                <a:spcPct val="150000"/>
              </a:lnSpc>
            </a:pPr>
            <a:r>
              <a:rPr lang="en-US" sz="2000" dirty="0">
                <a:latin typeface="Lato" panose="020F0502020204030203" pitchFamily="34" charset="77"/>
                <a:ea typeface="Open Sans" panose="020B0606030504020204" pitchFamily="34" charset="0"/>
                <a:cs typeface="Open Sans" panose="020B0606030504020204" pitchFamily="34" charset="0"/>
              </a:rPr>
              <a:t>The circled number is the only possible number that can be placed in that square</a:t>
            </a:r>
            <a:endParaRPr lang="en-TW" sz="2000" dirty="0">
              <a:latin typeface="Lato" panose="020F0502020204030203" pitchFamily="34" charset="77"/>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12174180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45643" y="313155"/>
            <a:ext cx="5153777" cy="830997"/>
          </a:xfrm>
          <a:prstGeom prst="rect">
            <a:avLst/>
          </a:prstGeom>
          <a:noFill/>
        </p:spPr>
        <p:txBody>
          <a:bodyPr wrap="square" rtlCol="0">
            <a:spAutoFit/>
          </a:bodyPr>
          <a:lstStyle/>
          <a:p>
            <a:r>
              <a:rPr lang="en-TW" sz="4800" b="1" dirty="0">
                <a:latin typeface="Playfair Display Black" pitchFamily="2" charset="77"/>
              </a:rPr>
              <a:t>Basic </a:t>
            </a:r>
            <a:r>
              <a:rPr lang="en-TW" sz="4800" b="1" i="1" dirty="0">
                <a:latin typeface="Playfair Display SemiBold" pitchFamily="2" charset="77"/>
              </a:rPr>
              <a:t>Techniques</a:t>
            </a:r>
          </a:p>
        </p:txBody>
      </p:sp>
      <p:sp>
        <p:nvSpPr>
          <p:cNvPr id="87" name="TextBox 86">
            <a:extLst>
              <a:ext uri="{FF2B5EF4-FFF2-40B4-BE49-F238E27FC236}">
                <a16:creationId xmlns:a16="http://schemas.microsoft.com/office/drawing/2014/main" id="{1D1FD712-2CD6-B782-F9DC-618E16E18065}"/>
              </a:ext>
            </a:extLst>
          </p:cNvPr>
          <p:cNvSpPr txBox="1"/>
          <p:nvPr/>
        </p:nvSpPr>
        <p:spPr>
          <a:xfrm>
            <a:off x="345643" y="1207323"/>
            <a:ext cx="4707924" cy="707886"/>
          </a:xfrm>
          <a:prstGeom prst="rect">
            <a:avLst/>
          </a:prstGeom>
          <a:noFill/>
        </p:spPr>
        <p:txBody>
          <a:bodyPr wrap="square" rtlCol="0">
            <a:spAutoFit/>
          </a:bodyPr>
          <a:lstStyle/>
          <a:p>
            <a:r>
              <a:rPr lang="en-TW" sz="4000" b="1" dirty="0">
                <a:latin typeface="Lato" panose="020F0502020204030203" pitchFamily="34" charset="77"/>
              </a:rPr>
              <a:t>NAKED SINGLES</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2905611" y="410087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64FC871C-2954-0FE7-59D9-48AC226EA465}"/>
                  </a:ext>
                </a:extLst>
              </p:cNvPr>
              <p:cNvSpPr txBox="1"/>
              <p:nvPr/>
            </p:nvSpPr>
            <p:spPr>
              <a:xfrm>
                <a:off x="6332028" y="372872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1" name="TextBox 80">
                <a:extLst>
                  <a:ext uri="{FF2B5EF4-FFF2-40B4-BE49-F238E27FC236}">
                    <a16:creationId xmlns:a16="http://schemas.microsoft.com/office/drawing/2014/main" id="{64FC871C-2954-0FE7-59D9-48AC226EA465}"/>
                  </a:ext>
                </a:extLst>
              </p:cNvPr>
              <p:cNvSpPr txBox="1">
                <a:spLocks noRot="1" noChangeAspect="1" noMove="1" noResize="1" noEditPoints="1" noAdjustHandles="1" noChangeArrowheads="1" noChangeShapeType="1" noTextEdit="1"/>
              </p:cNvSpPr>
              <p:nvPr/>
            </p:nvSpPr>
            <p:spPr>
              <a:xfrm>
                <a:off x="6332028" y="3728724"/>
                <a:ext cx="229229" cy="276999"/>
              </a:xfrm>
              <a:prstGeom prst="rect">
                <a:avLst/>
              </a:prstGeom>
              <a:blipFill>
                <a:blip r:embed="rId5"/>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E9422535-1068-AA3C-8BA7-977C8965008C}"/>
                  </a:ext>
                </a:extLst>
              </p:cNvPr>
              <p:cNvSpPr txBox="1"/>
              <p:nvPr/>
            </p:nvSpPr>
            <p:spPr>
              <a:xfrm>
                <a:off x="5672183" y="372872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2" name="TextBox 81">
                <a:extLst>
                  <a:ext uri="{FF2B5EF4-FFF2-40B4-BE49-F238E27FC236}">
                    <a16:creationId xmlns:a16="http://schemas.microsoft.com/office/drawing/2014/main" id="{E9422535-1068-AA3C-8BA7-977C8965008C}"/>
                  </a:ext>
                </a:extLst>
              </p:cNvPr>
              <p:cNvSpPr txBox="1">
                <a:spLocks noRot="1" noChangeAspect="1" noMove="1" noResize="1" noEditPoints="1" noAdjustHandles="1" noChangeArrowheads="1" noChangeShapeType="1" noTextEdit="1"/>
              </p:cNvSpPr>
              <p:nvPr/>
            </p:nvSpPr>
            <p:spPr>
              <a:xfrm>
                <a:off x="5672183" y="3728724"/>
                <a:ext cx="229229" cy="276999"/>
              </a:xfrm>
              <a:prstGeom prst="rect">
                <a:avLst/>
              </a:prstGeom>
              <a:blipFill>
                <a:blip r:embed="rId6"/>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7"/>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8"/>
                <a:stretch>
                  <a:fillRect l="-15789" r="-15789" b="-9091"/>
                </a:stretch>
              </a:blipFill>
            </p:spPr>
            <p:txBody>
              <a:bodyPr/>
              <a:lstStyle/>
              <a:p>
                <a:r>
                  <a:rPr lang="en-TW">
                    <a:noFill/>
                  </a:rPr>
                  <a:t> </a:t>
                </a:r>
              </a:p>
            </p:txBody>
          </p:sp>
        </mc:Fallback>
      </mc:AlternateContent>
      <p:sp>
        <p:nvSpPr>
          <p:cNvPr id="85" name="Oval 84">
            <a:extLst>
              <a:ext uri="{FF2B5EF4-FFF2-40B4-BE49-F238E27FC236}">
                <a16:creationId xmlns:a16="http://schemas.microsoft.com/office/drawing/2014/main" id="{133B7701-ACF4-1DCE-124E-E47334496CED}"/>
              </a:ext>
            </a:extLst>
          </p:cNvPr>
          <p:cNvSpPr/>
          <p:nvPr/>
        </p:nvSpPr>
        <p:spPr>
          <a:xfrm>
            <a:off x="8633503" y="4198046"/>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86" name="Oval 85">
            <a:extLst>
              <a:ext uri="{FF2B5EF4-FFF2-40B4-BE49-F238E27FC236}">
                <a16:creationId xmlns:a16="http://schemas.microsoft.com/office/drawing/2014/main" id="{D81D1033-3A7E-59EF-6CF0-6E526B6B687E}"/>
              </a:ext>
            </a:extLst>
          </p:cNvPr>
          <p:cNvSpPr/>
          <p:nvPr/>
        </p:nvSpPr>
        <p:spPr>
          <a:xfrm>
            <a:off x="11589006" y="2625827"/>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88" name="Oval 87">
            <a:extLst>
              <a:ext uri="{FF2B5EF4-FFF2-40B4-BE49-F238E27FC236}">
                <a16:creationId xmlns:a16="http://schemas.microsoft.com/office/drawing/2014/main" id="{467DB969-4A1B-899F-64A8-C3D8DC4C8D58}"/>
              </a:ext>
            </a:extLst>
          </p:cNvPr>
          <p:cNvSpPr/>
          <p:nvPr/>
        </p:nvSpPr>
        <p:spPr>
          <a:xfrm>
            <a:off x="14544509" y="1053608"/>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3C5913F9-57E1-8162-BD51-199BD8B2B154}"/>
                  </a:ext>
                </a:extLst>
              </p:cNvPr>
              <p:cNvSpPr txBox="1"/>
              <p:nvPr/>
            </p:nvSpPr>
            <p:spPr>
              <a:xfrm>
                <a:off x="10446693" y="3041826"/>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6" name="TextBox 95">
                <a:extLst>
                  <a:ext uri="{FF2B5EF4-FFF2-40B4-BE49-F238E27FC236}">
                    <a16:creationId xmlns:a16="http://schemas.microsoft.com/office/drawing/2014/main" id="{3C5913F9-57E1-8162-BD51-199BD8B2B154}"/>
                  </a:ext>
                </a:extLst>
              </p:cNvPr>
              <p:cNvSpPr txBox="1">
                <a:spLocks noRot="1" noChangeAspect="1" noMove="1" noResize="1" noEditPoints="1" noAdjustHandles="1" noChangeArrowheads="1" noChangeShapeType="1" noTextEdit="1"/>
              </p:cNvSpPr>
              <p:nvPr/>
            </p:nvSpPr>
            <p:spPr>
              <a:xfrm>
                <a:off x="10446693" y="3041826"/>
                <a:ext cx="229229" cy="276999"/>
              </a:xfrm>
              <a:prstGeom prst="rect">
                <a:avLst/>
              </a:prstGeom>
              <a:blipFill>
                <a:blip r:embed="rId5"/>
                <a:stretch>
                  <a:fillRect l="-15789" r="-15789" b="-4348"/>
                </a:stretch>
              </a:blipFill>
            </p:spPr>
            <p:txBody>
              <a:bodyPr/>
              <a:lstStyle/>
              <a:p>
                <a:r>
                  <a:rPr lang="en-TW">
                    <a:noFill/>
                  </a:rPr>
                  <a:t> </a:t>
                </a:r>
              </a:p>
            </p:txBody>
          </p:sp>
        </mc:Fallback>
      </mc:AlternateContent>
      <p:sp>
        <p:nvSpPr>
          <p:cNvPr id="97" name="TextBox 96">
            <a:extLst>
              <a:ext uri="{FF2B5EF4-FFF2-40B4-BE49-F238E27FC236}">
                <a16:creationId xmlns:a16="http://schemas.microsoft.com/office/drawing/2014/main" id="{6FEEF949-7E3A-E49D-11B0-7633E40ADD21}"/>
              </a:ext>
            </a:extLst>
          </p:cNvPr>
          <p:cNvSpPr txBox="1"/>
          <p:nvPr/>
        </p:nvSpPr>
        <p:spPr>
          <a:xfrm>
            <a:off x="502307" y="2561910"/>
            <a:ext cx="3952994" cy="2115066"/>
          </a:xfrm>
          <a:prstGeom prst="rect">
            <a:avLst/>
          </a:prstGeom>
          <a:noFill/>
        </p:spPr>
        <p:txBody>
          <a:bodyPr wrap="square" rtlCol="0">
            <a:spAutoFit/>
          </a:bodyPr>
          <a:lstStyle/>
          <a:p>
            <a:pPr>
              <a:lnSpc>
                <a:spcPct val="150000"/>
              </a:lnSpc>
            </a:pPr>
            <a:r>
              <a:rPr lang="en-TW" dirty="0">
                <a:latin typeface="Lato" panose="020F0502020204030203" pitchFamily="34" charset="77"/>
              </a:rPr>
              <a:t>By putting “1” in the square, some possibilties can be eliminated because they are in the square that is related to the square that just had the number “1”</a:t>
            </a:r>
          </a:p>
        </p:txBody>
      </p:sp>
    </p:spTree>
    <p:extLst>
      <p:ext uri="{BB962C8B-B14F-4D97-AF65-F5344CB8AC3E}">
        <p14:creationId xmlns:p14="http://schemas.microsoft.com/office/powerpoint/2010/main" val="3950555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45643" y="313155"/>
            <a:ext cx="5153777" cy="830997"/>
          </a:xfrm>
          <a:prstGeom prst="rect">
            <a:avLst/>
          </a:prstGeom>
          <a:noFill/>
        </p:spPr>
        <p:txBody>
          <a:bodyPr wrap="square" rtlCol="0">
            <a:spAutoFit/>
          </a:bodyPr>
          <a:lstStyle/>
          <a:p>
            <a:r>
              <a:rPr lang="en-TW" sz="4800" b="1" dirty="0">
                <a:latin typeface="Playfair Display Black" pitchFamily="2" charset="77"/>
              </a:rPr>
              <a:t>Basic </a:t>
            </a:r>
            <a:r>
              <a:rPr lang="en-TW" sz="4800" b="1" i="1" dirty="0">
                <a:latin typeface="Playfair Display SemiBold" pitchFamily="2" charset="77"/>
              </a:rPr>
              <a:t>Techniques</a:t>
            </a:r>
          </a:p>
        </p:txBody>
      </p:sp>
      <p:sp>
        <p:nvSpPr>
          <p:cNvPr id="87" name="TextBox 86">
            <a:extLst>
              <a:ext uri="{FF2B5EF4-FFF2-40B4-BE49-F238E27FC236}">
                <a16:creationId xmlns:a16="http://schemas.microsoft.com/office/drawing/2014/main" id="{1D1FD712-2CD6-B782-F9DC-618E16E18065}"/>
              </a:ext>
            </a:extLst>
          </p:cNvPr>
          <p:cNvSpPr txBox="1"/>
          <p:nvPr/>
        </p:nvSpPr>
        <p:spPr>
          <a:xfrm>
            <a:off x="345643" y="1207323"/>
            <a:ext cx="4707924" cy="707886"/>
          </a:xfrm>
          <a:prstGeom prst="rect">
            <a:avLst/>
          </a:prstGeom>
          <a:noFill/>
        </p:spPr>
        <p:txBody>
          <a:bodyPr wrap="square" rtlCol="0">
            <a:spAutoFit/>
          </a:bodyPr>
          <a:lstStyle/>
          <a:p>
            <a:r>
              <a:rPr lang="en-TW" sz="4000" b="1" dirty="0">
                <a:latin typeface="Lato" panose="020F0502020204030203" pitchFamily="34" charset="77"/>
              </a:rPr>
              <a:t>NAKED SINGLES</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2905611" y="410087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64FC871C-2954-0FE7-59D9-48AC226EA465}"/>
                  </a:ext>
                </a:extLst>
              </p:cNvPr>
              <p:cNvSpPr txBox="1"/>
              <p:nvPr/>
            </p:nvSpPr>
            <p:spPr>
              <a:xfrm>
                <a:off x="6332028" y="372872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1" name="TextBox 80">
                <a:extLst>
                  <a:ext uri="{FF2B5EF4-FFF2-40B4-BE49-F238E27FC236}">
                    <a16:creationId xmlns:a16="http://schemas.microsoft.com/office/drawing/2014/main" id="{64FC871C-2954-0FE7-59D9-48AC226EA465}"/>
                  </a:ext>
                </a:extLst>
              </p:cNvPr>
              <p:cNvSpPr txBox="1">
                <a:spLocks noRot="1" noChangeAspect="1" noMove="1" noResize="1" noEditPoints="1" noAdjustHandles="1" noChangeArrowheads="1" noChangeShapeType="1" noTextEdit="1"/>
              </p:cNvSpPr>
              <p:nvPr/>
            </p:nvSpPr>
            <p:spPr>
              <a:xfrm>
                <a:off x="6332028" y="3728724"/>
                <a:ext cx="229229" cy="276999"/>
              </a:xfrm>
              <a:prstGeom prst="rect">
                <a:avLst/>
              </a:prstGeom>
              <a:blipFill>
                <a:blip r:embed="rId5"/>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E9422535-1068-AA3C-8BA7-977C8965008C}"/>
                  </a:ext>
                </a:extLst>
              </p:cNvPr>
              <p:cNvSpPr txBox="1"/>
              <p:nvPr/>
            </p:nvSpPr>
            <p:spPr>
              <a:xfrm>
                <a:off x="5672183" y="372872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2" name="TextBox 81">
                <a:extLst>
                  <a:ext uri="{FF2B5EF4-FFF2-40B4-BE49-F238E27FC236}">
                    <a16:creationId xmlns:a16="http://schemas.microsoft.com/office/drawing/2014/main" id="{E9422535-1068-AA3C-8BA7-977C8965008C}"/>
                  </a:ext>
                </a:extLst>
              </p:cNvPr>
              <p:cNvSpPr txBox="1">
                <a:spLocks noRot="1" noChangeAspect="1" noMove="1" noResize="1" noEditPoints="1" noAdjustHandles="1" noChangeArrowheads="1" noChangeShapeType="1" noTextEdit="1"/>
              </p:cNvSpPr>
              <p:nvPr/>
            </p:nvSpPr>
            <p:spPr>
              <a:xfrm>
                <a:off x="5672183" y="3728724"/>
                <a:ext cx="229229" cy="276999"/>
              </a:xfrm>
              <a:prstGeom prst="rect">
                <a:avLst/>
              </a:prstGeom>
              <a:blipFill>
                <a:blip r:embed="rId6"/>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7"/>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8"/>
                <a:stretch>
                  <a:fillRect l="-15789" r="-15789" b="-9091"/>
                </a:stretch>
              </a:blipFill>
            </p:spPr>
            <p:txBody>
              <a:bodyPr/>
              <a:lstStyle/>
              <a:p>
                <a:r>
                  <a:rPr lang="en-TW">
                    <a:noFill/>
                  </a:rPr>
                  <a:t> </a:t>
                </a:r>
              </a:p>
            </p:txBody>
          </p:sp>
        </mc:Fallback>
      </mc:AlternateContent>
      <p:sp>
        <p:nvSpPr>
          <p:cNvPr id="88" name="Oval 87">
            <a:extLst>
              <a:ext uri="{FF2B5EF4-FFF2-40B4-BE49-F238E27FC236}">
                <a16:creationId xmlns:a16="http://schemas.microsoft.com/office/drawing/2014/main" id="{467DB969-4A1B-899F-64A8-C3D8DC4C8D58}"/>
              </a:ext>
            </a:extLst>
          </p:cNvPr>
          <p:cNvSpPr/>
          <p:nvPr/>
        </p:nvSpPr>
        <p:spPr>
          <a:xfrm>
            <a:off x="14544509" y="1053608"/>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8C11B03F-146D-C22A-F4A8-337038A13352}"/>
                  </a:ext>
                </a:extLst>
              </p:cNvPr>
              <p:cNvSpPr txBox="1"/>
              <p:nvPr/>
            </p:nvSpPr>
            <p:spPr>
              <a:xfrm>
                <a:off x="6332028" y="372872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3" name="TextBox 92">
                <a:extLst>
                  <a:ext uri="{FF2B5EF4-FFF2-40B4-BE49-F238E27FC236}">
                    <a16:creationId xmlns:a16="http://schemas.microsoft.com/office/drawing/2014/main" id="{8C11B03F-146D-C22A-F4A8-337038A13352}"/>
                  </a:ext>
                </a:extLst>
              </p:cNvPr>
              <p:cNvSpPr txBox="1">
                <a:spLocks noRot="1" noChangeAspect="1" noMove="1" noResize="1" noEditPoints="1" noAdjustHandles="1" noChangeArrowheads="1" noChangeShapeType="1" noTextEdit="1"/>
              </p:cNvSpPr>
              <p:nvPr/>
            </p:nvSpPr>
            <p:spPr>
              <a:xfrm>
                <a:off x="6332028" y="3728724"/>
                <a:ext cx="229229" cy="276999"/>
              </a:xfrm>
              <a:prstGeom prst="rect">
                <a:avLst/>
              </a:prstGeom>
              <a:blipFill>
                <a:blip r:embed="rId5"/>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1F24B43E-1D83-BE7C-5244-49B34078BF1A}"/>
                  </a:ext>
                </a:extLst>
              </p:cNvPr>
              <p:cNvSpPr txBox="1"/>
              <p:nvPr/>
            </p:nvSpPr>
            <p:spPr>
              <a:xfrm>
                <a:off x="5672183" y="372872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4" name="TextBox 93">
                <a:extLst>
                  <a:ext uri="{FF2B5EF4-FFF2-40B4-BE49-F238E27FC236}">
                    <a16:creationId xmlns:a16="http://schemas.microsoft.com/office/drawing/2014/main" id="{1F24B43E-1D83-BE7C-5244-49B34078BF1A}"/>
                  </a:ext>
                </a:extLst>
              </p:cNvPr>
              <p:cNvSpPr txBox="1">
                <a:spLocks noRot="1" noChangeAspect="1" noMove="1" noResize="1" noEditPoints="1" noAdjustHandles="1" noChangeArrowheads="1" noChangeShapeType="1" noTextEdit="1"/>
              </p:cNvSpPr>
              <p:nvPr/>
            </p:nvSpPr>
            <p:spPr>
              <a:xfrm>
                <a:off x="5672183" y="3728724"/>
                <a:ext cx="229229" cy="276999"/>
              </a:xfrm>
              <a:prstGeom prst="rect">
                <a:avLst/>
              </a:prstGeom>
              <a:blipFill>
                <a:blip r:embed="rId6"/>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497846" y="380849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9"/>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85E3BFDB-0DF2-3A6C-59B6-4AC1ABEE9DC3}"/>
                  </a:ext>
                </a:extLst>
              </p:cNvPr>
              <p:cNvSpPr txBox="1"/>
              <p:nvPr/>
            </p:nvSpPr>
            <p:spPr>
              <a:xfrm>
                <a:off x="6561257" y="4145302"/>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0" name="TextBox 99">
                <a:extLst>
                  <a:ext uri="{FF2B5EF4-FFF2-40B4-BE49-F238E27FC236}">
                    <a16:creationId xmlns:a16="http://schemas.microsoft.com/office/drawing/2014/main" id="{85E3BFDB-0DF2-3A6C-59B6-4AC1ABEE9DC3}"/>
                  </a:ext>
                </a:extLst>
              </p:cNvPr>
              <p:cNvSpPr txBox="1">
                <a:spLocks noRot="1" noChangeAspect="1" noMove="1" noResize="1" noEditPoints="1" noAdjustHandles="1" noChangeArrowheads="1" noChangeShapeType="1" noTextEdit="1"/>
              </p:cNvSpPr>
              <p:nvPr/>
            </p:nvSpPr>
            <p:spPr>
              <a:xfrm>
                <a:off x="6561257" y="4145302"/>
                <a:ext cx="229229" cy="276999"/>
              </a:xfrm>
              <a:prstGeom prst="rect">
                <a:avLst/>
              </a:prstGeom>
              <a:blipFill>
                <a:blip r:embed="rId10"/>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943443A1-F437-C589-21D3-EBAFA3352752}"/>
                  </a:ext>
                </a:extLst>
              </p:cNvPr>
              <p:cNvSpPr txBox="1"/>
              <p:nvPr/>
            </p:nvSpPr>
            <p:spPr>
              <a:xfrm>
                <a:off x="5866769" y="416444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1" name="TextBox 100">
                <a:extLst>
                  <a:ext uri="{FF2B5EF4-FFF2-40B4-BE49-F238E27FC236}">
                    <a16:creationId xmlns:a16="http://schemas.microsoft.com/office/drawing/2014/main" id="{943443A1-F437-C589-21D3-EBAFA3352752}"/>
                  </a:ext>
                </a:extLst>
              </p:cNvPr>
              <p:cNvSpPr txBox="1">
                <a:spLocks noRot="1" noChangeAspect="1" noMove="1" noResize="1" noEditPoints="1" noAdjustHandles="1" noChangeArrowheads="1" noChangeShapeType="1" noTextEdit="1"/>
              </p:cNvSpPr>
              <p:nvPr/>
            </p:nvSpPr>
            <p:spPr>
              <a:xfrm>
                <a:off x="5866769" y="4164444"/>
                <a:ext cx="229229" cy="276999"/>
              </a:xfrm>
              <a:prstGeom prst="rect">
                <a:avLst/>
              </a:prstGeom>
              <a:blipFill>
                <a:blip r:embed="rId11"/>
                <a:stretch>
                  <a:fillRect l="-10000" r="-10000"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12"/>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8"/>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13"/>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1"/>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8"/>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0"/>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4"/>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13"/>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C992B78D-5203-E34D-79A5-C04E7F5EE67C}"/>
                  </a:ext>
                </a:extLst>
              </p:cNvPr>
              <p:cNvSpPr txBox="1"/>
              <p:nvPr/>
            </p:nvSpPr>
            <p:spPr>
              <a:xfrm>
                <a:off x="11558909" y="465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3" name="TextBox 112">
                <a:extLst>
                  <a:ext uri="{FF2B5EF4-FFF2-40B4-BE49-F238E27FC236}">
                    <a16:creationId xmlns:a16="http://schemas.microsoft.com/office/drawing/2014/main" id="{C992B78D-5203-E34D-79A5-C04E7F5EE67C}"/>
                  </a:ext>
                </a:extLst>
              </p:cNvPr>
              <p:cNvSpPr txBox="1">
                <a:spLocks noRot="1" noChangeAspect="1" noMove="1" noResize="1" noEditPoints="1" noAdjustHandles="1" noChangeArrowheads="1" noChangeShapeType="1" noTextEdit="1"/>
              </p:cNvSpPr>
              <p:nvPr/>
            </p:nvSpPr>
            <p:spPr>
              <a:xfrm>
                <a:off x="11558909" y="4657615"/>
                <a:ext cx="229229" cy="276999"/>
              </a:xfrm>
              <a:prstGeom prst="rect">
                <a:avLst/>
              </a:prstGeom>
              <a:blipFill>
                <a:blip r:embed="rId4"/>
                <a:stretch>
                  <a:fillRect l="-15789" r="-10526"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13"/>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4"/>
                <a:stretch>
                  <a:fillRect l="-15789" r="-10526" b="-4348"/>
                </a:stretch>
              </a:blipFill>
            </p:spPr>
            <p:txBody>
              <a:bodyPr/>
              <a:lstStyle/>
              <a:p>
                <a:r>
                  <a:rPr lang="en-TW">
                    <a:noFill/>
                  </a:rPr>
                  <a:t> </a:t>
                </a:r>
              </a:p>
            </p:txBody>
          </p:sp>
        </mc:Fallback>
      </mc:AlternateContent>
      <p:sp>
        <p:nvSpPr>
          <p:cNvPr id="117" name="Oval 116">
            <a:extLst>
              <a:ext uri="{FF2B5EF4-FFF2-40B4-BE49-F238E27FC236}">
                <a16:creationId xmlns:a16="http://schemas.microsoft.com/office/drawing/2014/main" id="{9A40A421-DEB5-3EB2-F556-D936CCA187C5}"/>
              </a:ext>
            </a:extLst>
          </p:cNvPr>
          <p:cNvSpPr/>
          <p:nvPr/>
        </p:nvSpPr>
        <p:spPr>
          <a:xfrm>
            <a:off x="6561860" y="3767884"/>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18" name="Oval 117">
            <a:extLst>
              <a:ext uri="{FF2B5EF4-FFF2-40B4-BE49-F238E27FC236}">
                <a16:creationId xmlns:a16="http://schemas.microsoft.com/office/drawing/2014/main" id="{09662CA3-D911-DCD3-C4CF-688691414F22}"/>
              </a:ext>
            </a:extLst>
          </p:cNvPr>
          <p:cNvSpPr/>
          <p:nvPr/>
        </p:nvSpPr>
        <p:spPr>
          <a:xfrm>
            <a:off x="11143897" y="4678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19" name="TextBox 118">
            <a:extLst>
              <a:ext uri="{FF2B5EF4-FFF2-40B4-BE49-F238E27FC236}">
                <a16:creationId xmlns:a16="http://schemas.microsoft.com/office/drawing/2014/main" id="{7C66B6A0-B3E8-5DB7-B386-2CDCF2DD7A02}"/>
              </a:ext>
            </a:extLst>
          </p:cNvPr>
          <p:cNvSpPr txBox="1"/>
          <p:nvPr/>
        </p:nvSpPr>
        <p:spPr>
          <a:xfrm>
            <a:off x="525055" y="2360844"/>
            <a:ext cx="4431648" cy="3777060"/>
          </a:xfrm>
          <a:prstGeom prst="rect">
            <a:avLst/>
          </a:prstGeom>
          <a:noFill/>
        </p:spPr>
        <p:txBody>
          <a:bodyPr wrap="square" rtlCol="0">
            <a:spAutoFit/>
          </a:bodyPr>
          <a:lstStyle/>
          <a:p>
            <a:pPr>
              <a:lnSpc>
                <a:spcPct val="150000"/>
              </a:lnSpc>
            </a:pPr>
            <a:r>
              <a:rPr lang="en-TW" dirty="0">
                <a:latin typeface="Lato" panose="020F0502020204030203" pitchFamily="34" charset="77"/>
              </a:rPr>
              <a:t>These technique can be repeated after finding more naked singles, and eliminating more possibilities</a:t>
            </a:r>
          </a:p>
          <a:p>
            <a:pPr>
              <a:lnSpc>
                <a:spcPct val="150000"/>
              </a:lnSpc>
            </a:pPr>
            <a:endParaRPr lang="en-TW" dirty="0">
              <a:latin typeface="Lato" panose="020F0502020204030203" pitchFamily="34" charset="77"/>
            </a:endParaRPr>
          </a:p>
          <a:p>
            <a:pPr>
              <a:lnSpc>
                <a:spcPct val="150000"/>
              </a:lnSpc>
            </a:pPr>
            <a:r>
              <a:rPr lang="en-TW" dirty="0">
                <a:latin typeface="Lato" panose="020F0502020204030203" pitchFamily="34" charset="77"/>
              </a:rPr>
              <a:t>Example:</a:t>
            </a:r>
          </a:p>
          <a:p>
            <a:pPr marL="285750" indent="-285750">
              <a:lnSpc>
                <a:spcPct val="150000"/>
              </a:lnSpc>
              <a:buFont typeface="Arial" panose="020B0604020202020204" pitchFamily="34" charset="0"/>
              <a:buChar char="•"/>
            </a:pPr>
            <a:r>
              <a:rPr lang="en-TW" dirty="0">
                <a:latin typeface="Lato" panose="020F0502020204030203" pitchFamily="34" charset="77"/>
              </a:rPr>
              <a:t>Eliminating other possibilities of the number “8” in row 6 and in column 5</a:t>
            </a:r>
          </a:p>
          <a:p>
            <a:pPr marL="285750" indent="-285750">
              <a:lnSpc>
                <a:spcPct val="150000"/>
              </a:lnSpc>
              <a:buFont typeface="Arial" panose="020B0604020202020204" pitchFamily="34" charset="0"/>
              <a:buChar char="•"/>
            </a:pPr>
            <a:r>
              <a:rPr lang="en-TW" dirty="0">
                <a:latin typeface="Lato" panose="020F0502020204030203" pitchFamily="34" charset="77"/>
              </a:rPr>
              <a:t>Eliminating other possibilities of the number “6” in row 4 and in column 9</a:t>
            </a:r>
          </a:p>
        </p:txBody>
      </p:sp>
    </p:spTree>
    <p:extLst>
      <p:ext uri="{BB962C8B-B14F-4D97-AF65-F5344CB8AC3E}">
        <p14:creationId xmlns:p14="http://schemas.microsoft.com/office/powerpoint/2010/main" val="3989940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45643" y="313155"/>
            <a:ext cx="5153777" cy="830997"/>
          </a:xfrm>
          <a:prstGeom prst="rect">
            <a:avLst/>
          </a:prstGeom>
          <a:noFill/>
        </p:spPr>
        <p:txBody>
          <a:bodyPr wrap="square" rtlCol="0">
            <a:spAutoFit/>
          </a:bodyPr>
          <a:lstStyle/>
          <a:p>
            <a:r>
              <a:rPr lang="en-TW" sz="4800" b="1" dirty="0">
                <a:latin typeface="Playfair Display Black" pitchFamily="2" charset="77"/>
              </a:rPr>
              <a:t>Basic </a:t>
            </a:r>
            <a:r>
              <a:rPr lang="en-TW" sz="4800" b="1" i="1" dirty="0">
                <a:latin typeface="Playfair Display SemiBold" pitchFamily="2" charset="77"/>
              </a:rPr>
              <a:t>Techniques</a:t>
            </a:r>
          </a:p>
        </p:txBody>
      </p:sp>
      <p:sp>
        <p:nvSpPr>
          <p:cNvPr id="87" name="TextBox 86">
            <a:extLst>
              <a:ext uri="{FF2B5EF4-FFF2-40B4-BE49-F238E27FC236}">
                <a16:creationId xmlns:a16="http://schemas.microsoft.com/office/drawing/2014/main" id="{1D1FD712-2CD6-B782-F9DC-618E16E18065}"/>
              </a:ext>
            </a:extLst>
          </p:cNvPr>
          <p:cNvSpPr txBox="1"/>
          <p:nvPr/>
        </p:nvSpPr>
        <p:spPr>
          <a:xfrm>
            <a:off x="345643" y="1207323"/>
            <a:ext cx="4707924" cy="707886"/>
          </a:xfrm>
          <a:prstGeom prst="rect">
            <a:avLst/>
          </a:prstGeom>
          <a:noFill/>
        </p:spPr>
        <p:txBody>
          <a:bodyPr wrap="square" rtlCol="0">
            <a:spAutoFit/>
          </a:bodyPr>
          <a:lstStyle/>
          <a:p>
            <a:r>
              <a:rPr lang="en-TW" sz="4000" b="1" dirty="0">
                <a:latin typeface="Lato" panose="020F0502020204030203" pitchFamily="34" charset="77"/>
              </a:rPr>
              <a:t>NAKED SINGLES</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E9422535-1068-AA3C-8BA7-977C8965008C}"/>
                  </a:ext>
                </a:extLst>
              </p:cNvPr>
              <p:cNvSpPr txBox="1"/>
              <p:nvPr/>
            </p:nvSpPr>
            <p:spPr>
              <a:xfrm>
                <a:off x="5672183" y="372872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2" name="TextBox 81">
                <a:extLst>
                  <a:ext uri="{FF2B5EF4-FFF2-40B4-BE49-F238E27FC236}">
                    <a16:creationId xmlns:a16="http://schemas.microsoft.com/office/drawing/2014/main" id="{E9422535-1068-AA3C-8BA7-977C8965008C}"/>
                  </a:ext>
                </a:extLst>
              </p:cNvPr>
              <p:cNvSpPr txBox="1">
                <a:spLocks noRot="1" noChangeAspect="1" noMove="1" noResize="1" noEditPoints="1" noAdjustHandles="1" noChangeArrowheads="1" noChangeShapeType="1" noTextEdit="1"/>
              </p:cNvSpPr>
              <p:nvPr/>
            </p:nvSpPr>
            <p:spPr>
              <a:xfrm>
                <a:off x="5672183" y="3728724"/>
                <a:ext cx="229229" cy="276999"/>
              </a:xfrm>
              <a:prstGeom prst="rect">
                <a:avLst/>
              </a:prstGeom>
              <a:blipFill>
                <a:blip r:embed="rId5"/>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7"/>
                <a:stretch>
                  <a:fillRect l="-15789" r="-15789" b="-9091"/>
                </a:stretch>
              </a:blipFill>
            </p:spPr>
            <p:txBody>
              <a:bodyPr/>
              <a:lstStyle/>
              <a:p>
                <a:r>
                  <a:rPr lang="en-TW">
                    <a:noFill/>
                  </a:rPr>
                  <a:t> </a:t>
                </a:r>
              </a:p>
            </p:txBody>
          </p:sp>
        </mc:Fallback>
      </mc:AlternateContent>
      <p:sp>
        <p:nvSpPr>
          <p:cNvPr id="88" name="Oval 87">
            <a:extLst>
              <a:ext uri="{FF2B5EF4-FFF2-40B4-BE49-F238E27FC236}">
                <a16:creationId xmlns:a16="http://schemas.microsoft.com/office/drawing/2014/main" id="{467DB969-4A1B-899F-64A8-C3D8DC4C8D58}"/>
              </a:ext>
            </a:extLst>
          </p:cNvPr>
          <p:cNvSpPr/>
          <p:nvPr/>
        </p:nvSpPr>
        <p:spPr>
          <a:xfrm>
            <a:off x="14544509" y="1053608"/>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1F24B43E-1D83-BE7C-5244-49B34078BF1A}"/>
                  </a:ext>
                </a:extLst>
              </p:cNvPr>
              <p:cNvSpPr txBox="1"/>
              <p:nvPr/>
            </p:nvSpPr>
            <p:spPr>
              <a:xfrm>
                <a:off x="5672183" y="372872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4" name="TextBox 93">
                <a:extLst>
                  <a:ext uri="{FF2B5EF4-FFF2-40B4-BE49-F238E27FC236}">
                    <a16:creationId xmlns:a16="http://schemas.microsoft.com/office/drawing/2014/main" id="{1F24B43E-1D83-BE7C-5244-49B34078BF1A}"/>
                  </a:ext>
                </a:extLst>
              </p:cNvPr>
              <p:cNvSpPr txBox="1">
                <a:spLocks noRot="1" noChangeAspect="1" noMove="1" noResize="1" noEditPoints="1" noAdjustHandles="1" noChangeArrowheads="1" noChangeShapeType="1" noTextEdit="1"/>
              </p:cNvSpPr>
              <p:nvPr/>
            </p:nvSpPr>
            <p:spPr>
              <a:xfrm>
                <a:off x="5672183" y="3728724"/>
                <a:ext cx="229229" cy="276999"/>
              </a:xfrm>
              <a:prstGeom prst="rect">
                <a:avLst/>
              </a:prstGeom>
              <a:blipFill>
                <a:blip r:embed="rId5"/>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497846" y="380849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8"/>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943443A1-F437-C589-21D3-EBAFA3352752}"/>
                  </a:ext>
                </a:extLst>
              </p:cNvPr>
              <p:cNvSpPr txBox="1"/>
              <p:nvPr/>
            </p:nvSpPr>
            <p:spPr>
              <a:xfrm>
                <a:off x="5866769" y="416444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1" name="TextBox 100">
                <a:extLst>
                  <a:ext uri="{FF2B5EF4-FFF2-40B4-BE49-F238E27FC236}">
                    <a16:creationId xmlns:a16="http://schemas.microsoft.com/office/drawing/2014/main" id="{943443A1-F437-C589-21D3-EBAFA3352752}"/>
                  </a:ext>
                </a:extLst>
              </p:cNvPr>
              <p:cNvSpPr txBox="1">
                <a:spLocks noRot="1" noChangeAspect="1" noMove="1" noResize="1" noEditPoints="1" noAdjustHandles="1" noChangeArrowheads="1" noChangeShapeType="1" noTextEdit="1"/>
              </p:cNvSpPr>
              <p:nvPr/>
            </p:nvSpPr>
            <p:spPr>
              <a:xfrm>
                <a:off x="5866769" y="4164444"/>
                <a:ext cx="229229" cy="276999"/>
              </a:xfrm>
              <a:prstGeom prst="rect">
                <a:avLst/>
              </a:prstGeom>
              <a:blipFill>
                <a:blip r:embed="rId9"/>
                <a:stretch>
                  <a:fillRect l="-10000" r="-10000"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10"/>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7"/>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11"/>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9"/>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7"/>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2"/>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3"/>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11"/>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3"/>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4</a:t>
            </a:r>
          </a:p>
        </p:txBody>
      </p:sp>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4F1A4CBF-9434-02F7-9522-9A2129F90867}"/>
                  </a:ext>
                </a:extLst>
              </p:cNvPr>
              <p:cNvSpPr txBox="1"/>
              <p:nvPr/>
            </p:nvSpPr>
            <p:spPr>
              <a:xfrm>
                <a:off x="11139278" y="120396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20" name="TextBox 119">
                <a:extLst>
                  <a:ext uri="{FF2B5EF4-FFF2-40B4-BE49-F238E27FC236}">
                    <a16:creationId xmlns:a16="http://schemas.microsoft.com/office/drawing/2014/main" id="{4F1A4CBF-9434-02F7-9522-9A2129F90867}"/>
                  </a:ext>
                </a:extLst>
              </p:cNvPr>
              <p:cNvSpPr txBox="1">
                <a:spLocks noRot="1" noChangeAspect="1" noMove="1" noResize="1" noEditPoints="1" noAdjustHandles="1" noChangeArrowheads="1" noChangeShapeType="1" noTextEdit="1"/>
              </p:cNvSpPr>
              <p:nvPr/>
            </p:nvSpPr>
            <p:spPr>
              <a:xfrm>
                <a:off x="11139278" y="1203961"/>
                <a:ext cx="229229" cy="276999"/>
              </a:xfrm>
              <a:prstGeom prst="rect">
                <a:avLst/>
              </a:prstGeom>
              <a:blipFill>
                <a:blip r:embed="rId10"/>
                <a:stretch>
                  <a:fillRect l="-10000" r="-10000" b="-9091"/>
                </a:stretch>
              </a:blipFill>
            </p:spPr>
            <p:txBody>
              <a:bodyPr/>
              <a:lstStyle/>
              <a:p>
                <a:r>
                  <a:rPr lang="en-TW">
                    <a:noFill/>
                  </a:rPr>
                  <a:t> </a:t>
                </a:r>
              </a:p>
            </p:txBody>
          </p:sp>
        </mc:Fallback>
      </mc:AlternateContent>
      <p:sp>
        <p:nvSpPr>
          <p:cNvPr id="121" name="TextBox 120">
            <a:extLst>
              <a:ext uri="{FF2B5EF4-FFF2-40B4-BE49-F238E27FC236}">
                <a16:creationId xmlns:a16="http://schemas.microsoft.com/office/drawing/2014/main" id="{F8D0C6DE-787F-F877-D89C-D6D01E5B68AB}"/>
              </a:ext>
            </a:extLst>
          </p:cNvPr>
          <p:cNvSpPr txBox="1"/>
          <p:nvPr/>
        </p:nvSpPr>
        <p:spPr>
          <a:xfrm>
            <a:off x="546794" y="3047994"/>
            <a:ext cx="3952994" cy="1284069"/>
          </a:xfrm>
          <a:prstGeom prst="rect">
            <a:avLst/>
          </a:prstGeom>
          <a:noFill/>
        </p:spPr>
        <p:txBody>
          <a:bodyPr wrap="square" rtlCol="0">
            <a:spAutoFit/>
          </a:bodyPr>
          <a:lstStyle/>
          <a:p>
            <a:pPr>
              <a:lnSpc>
                <a:spcPct val="150000"/>
              </a:lnSpc>
            </a:pPr>
            <a:r>
              <a:rPr lang="en-TW" dirty="0">
                <a:latin typeface="Lato" panose="020F0502020204030203" pitchFamily="34" charset="77"/>
              </a:rPr>
              <a:t>These technique can be repeated after finding more naked singles, and eliminating more possibilities</a:t>
            </a:r>
          </a:p>
        </p:txBody>
      </p:sp>
    </p:spTree>
    <p:extLst>
      <p:ext uri="{BB962C8B-B14F-4D97-AF65-F5344CB8AC3E}">
        <p14:creationId xmlns:p14="http://schemas.microsoft.com/office/powerpoint/2010/main" val="2047240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45643" y="313155"/>
            <a:ext cx="5153777" cy="830997"/>
          </a:xfrm>
          <a:prstGeom prst="rect">
            <a:avLst/>
          </a:prstGeom>
          <a:noFill/>
        </p:spPr>
        <p:txBody>
          <a:bodyPr wrap="square" rtlCol="0">
            <a:spAutoFit/>
          </a:bodyPr>
          <a:lstStyle/>
          <a:p>
            <a:r>
              <a:rPr lang="en-TW" sz="4800" b="1" dirty="0">
                <a:latin typeface="Playfair Display Black" pitchFamily="2" charset="77"/>
              </a:rPr>
              <a:t>Basic </a:t>
            </a:r>
            <a:r>
              <a:rPr lang="en-TW" sz="4800" b="1" i="1" dirty="0">
                <a:latin typeface="Playfair Display SemiBold" pitchFamily="2" charset="77"/>
              </a:rPr>
              <a:t>Techniques</a:t>
            </a:r>
          </a:p>
        </p:txBody>
      </p:sp>
      <p:sp>
        <p:nvSpPr>
          <p:cNvPr id="87" name="TextBox 86">
            <a:extLst>
              <a:ext uri="{FF2B5EF4-FFF2-40B4-BE49-F238E27FC236}">
                <a16:creationId xmlns:a16="http://schemas.microsoft.com/office/drawing/2014/main" id="{1D1FD712-2CD6-B782-F9DC-618E16E18065}"/>
              </a:ext>
            </a:extLst>
          </p:cNvPr>
          <p:cNvSpPr txBox="1"/>
          <p:nvPr/>
        </p:nvSpPr>
        <p:spPr>
          <a:xfrm>
            <a:off x="345643" y="1207323"/>
            <a:ext cx="4707924" cy="707886"/>
          </a:xfrm>
          <a:prstGeom prst="rect">
            <a:avLst/>
          </a:prstGeom>
          <a:noFill/>
        </p:spPr>
        <p:txBody>
          <a:bodyPr wrap="square" rtlCol="0">
            <a:spAutoFit/>
          </a:bodyPr>
          <a:lstStyle/>
          <a:p>
            <a:r>
              <a:rPr lang="en-TW" sz="4000" b="1" dirty="0">
                <a:latin typeface="Lato" panose="020F0502020204030203" pitchFamily="34" charset="77"/>
              </a:rPr>
              <a:t>HIDDEN SINGLES</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497846" y="380849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0" name="Rectangle 99">
            <a:extLst>
              <a:ext uri="{FF2B5EF4-FFF2-40B4-BE49-F238E27FC236}">
                <a16:creationId xmlns:a16="http://schemas.microsoft.com/office/drawing/2014/main" id="{6B8874A5-1A27-0E3A-E64B-2D78D61739A1}"/>
              </a:ext>
            </a:extLst>
          </p:cNvPr>
          <p:cNvSpPr/>
          <p:nvPr/>
        </p:nvSpPr>
        <p:spPr>
          <a:xfrm>
            <a:off x="7895058"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197876" y="1156151"/>
            <a:ext cx="58776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612015" y="615777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D185A099-64F1-D6AC-B1B0-DDA15AD9D230}"/>
              </a:ext>
            </a:extLst>
          </p:cNvPr>
          <p:cNvSpPr/>
          <p:nvPr/>
        </p:nvSpPr>
        <p:spPr>
          <a:xfrm rot="5400000">
            <a:off x="8401490" y="3085204"/>
            <a:ext cx="649725" cy="6118567"/>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40" name="Oval 139">
            <a:extLst>
              <a:ext uri="{FF2B5EF4-FFF2-40B4-BE49-F238E27FC236}">
                <a16:creationId xmlns:a16="http://schemas.microsoft.com/office/drawing/2014/main" id="{21911B48-006C-C518-2F3F-1A2B3A384A9C}"/>
              </a:ext>
            </a:extLst>
          </p:cNvPr>
          <p:cNvSpPr/>
          <p:nvPr/>
        </p:nvSpPr>
        <p:spPr>
          <a:xfrm>
            <a:off x="7464160" y="5827898"/>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1" name="Rectangle 140">
            <a:extLst>
              <a:ext uri="{FF2B5EF4-FFF2-40B4-BE49-F238E27FC236}">
                <a16:creationId xmlns:a16="http://schemas.microsoft.com/office/drawing/2014/main" id="{7E60E6D6-4F0A-BE56-DB2F-3AEDA66EACF3}"/>
              </a:ext>
            </a:extLst>
          </p:cNvPr>
          <p:cNvSpPr/>
          <p:nvPr/>
        </p:nvSpPr>
        <p:spPr>
          <a:xfrm rot="5400000">
            <a:off x="8418884" y="1035262"/>
            <a:ext cx="649725" cy="6118567"/>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42" name="Oval 141">
            <a:extLst>
              <a:ext uri="{FF2B5EF4-FFF2-40B4-BE49-F238E27FC236}">
                <a16:creationId xmlns:a16="http://schemas.microsoft.com/office/drawing/2014/main" id="{C79C03E0-FFF6-E94F-555D-C51698BB02F3}"/>
              </a:ext>
            </a:extLst>
          </p:cNvPr>
          <p:cNvSpPr/>
          <p:nvPr/>
        </p:nvSpPr>
        <p:spPr>
          <a:xfrm>
            <a:off x="9776985" y="4191469"/>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3" name="Oval 142">
            <a:extLst>
              <a:ext uri="{FF2B5EF4-FFF2-40B4-BE49-F238E27FC236}">
                <a16:creationId xmlns:a16="http://schemas.microsoft.com/office/drawing/2014/main" id="{BD2FEC4B-9397-EE67-F768-893475448207}"/>
              </a:ext>
            </a:extLst>
          </p:cNvPr>
          <p:cNvSpPr/>
          <p:nvPr/>
        </p:nvSpPr>
        <p:spPr>
          <a:xfrm>
            <a:off x="6116342" y="4206367"/>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5" name="Rectangle 144">
            <a:extLst>
              <a:ext uri="{FF2B5EF4-FFF2-40B4-BE49-F238E27FC236}">
                <a16:creationId xmlns:a16="http://schemas.microsoft.com/office/drawing/2014/main" id="{F09387D2-46C1-6D24-3F3D-677B4E81E643}"/>
              </a:ext>
            </a:extLst>
          </p:cNvPr>
          <p:cNvSpPr/>
          <p:nvPr/>
        </p:nvSpPr>
        <p:spPr>
          <a:xfrm>
            <a:off x="9793305" y="5318208"/>
            <a:ext cx="238955" cy="25725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7" name="TextBox 146">
            <a:extLst>
              <a:ext uri="{FF2B5EF4-FFF2-40B4-BE49-F238E27FC236}">
                <a16:creationId xmlns:a16="http://schemas.microsoft.com/office/drawing/2014/main" id="{FF41C44A-2AE2-4491-EA78-4ADB5DB0D0FC}"/>
              </a:ext>
            </a:extLst>
          </p:cNvPr>
          <p:cNvSpPr txBox="1"/>
          <p:nvPr/>
        </p:nvSpPr>
        <p:spPr>
          <a:xfrm>
            <a:off x="498832" y="2195622"/>
            <a:ext cx="4341002" cy="3361561"/>
          </a:xfrm>
          <a:prstGeom prst="rect">
            <a:avLst/>
          </a:prstGeom>
          <a:noFill/>
        </p:spPr>
        <p:txBody>
          <a:bodyPr wrap="square" rtlCol="0">
            <a:spAutoFit/>
          </a:bodyPr>
          <a:lstStyle/>
          <a:p>
            <a:pPr>
              <a:lnSpc>
                <a:spcPct val="150000"/>
              </a:lnSpc>
            </a:pPr>
            <a:r>
              <a:rPr lang="en-US" b="0" i="0" dirty="0">
                <a:solidFill>
                  <a:srgbClr val="001D35"/>
                </a:solidFill>
                <a:effectLst/>
                <a:latin typeface="Lato" panose="020F0502020204030203" pitchFamily="34" charset="77"/>
              </a:rPr>
              <a:t>A hidden single in Sudoku is </a:t>
            </a:r>
            <a:r>
              <a:rPr lang="en-US" dirty="0">
                <a:latin typeface="Lato" panose="020F0502020204030203" pitchFamily="34" charset="77"/>
              </a:rPr>
              <a:t>a cell where only one possible digit can be placed, even though there are other candidate numbers in the cell</a:t>
            </a:r>
          </a:p>
          <a:p>
            <a:pPr>
              <a:lnSpc>
                <a:spcPct val="150000"/>
              </a:lnSpc>
            </a:pPr>
            <a:endParaRPr lang="en-US" dirty="0">
              <a:latin typeface="Lato" panose="020F0502020204030203" pitchFamily="34" charset="77"/>
            </a:endParaRPr>
          </a:p>
          <a:p>
            <a:pPr>
              <a:lnSpc>
                <a:spcPct val="150000"/>
              </a:lnSpc>
            </a:pPr>
            <a:r>
              <a:rPr lang="en-US" dirty="0">
                <a:latin typeface="Lato" panose="020F0502020204030203" pitchFamily="34" charset="77"/>
              </a:rPr>
              <a:t>The circled numbers only appear once in the highlighted cells, so those are a hidden singles</a:t>
            </a:r>
            <a:endParaRPr lang="en-TW" dirty="0">
              <a:latin typeface="Lato" panose="020F0502020204030203" pitchFamily="34" charset="77"/>
            </a:endParaRPr>
          </a:p>
        </p:txBody>
      </p:sp>
    </p:spTree>
    <p:extLst>
      <p:ext uri="{BB962C8B-B14F-4D97-AF65-F5344CB8AC3E}">
        <p14:creationId xmlns:p14="http://schemas.microsoft.com/office/powerpoint/2010/main" val="111730396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45643" y="313155"/>
            <a:ext cx="5153777" cy="830997"/>
          </a:xfrm>
          <a:prstGeom prst="rect">
            <a:avLst/>
          </a:prstGeom>
          <a:noFill/>
        </p:spPr>
        <p:txBody>
          <a:bodyPr wrap="square" rtlCol="0">
            <a:spAutoFit/>
          </a:bodyPr>
          <a:lstStyle/>
          <a:p>
            <a:r>
              <a:rPr lang="en-TW" sz="4800" b="1" dirty="0">
                <a:latin typeface="Playfair Display Black" pitchFamily="2" charset="77"/>
              </a:rPr>
              <a:t>Basic </a:t>
            </a:r>
            <a:r>
              <a:rPr lang="en-TW" sz="4800" b="1" i="1" dirty="0">
                <a:latin typeface="Playfair Display SemiBold" pitchFamily="2" charset="77"/>
              </a:rPr>
              <a:t>Techniques</a:t>
            </a:r>
          </a:p>
        </p:txBody>
      </p:sp>
      <p:sp>
        <p:nvSpPr>
          <p:cNvPr id="87" name="TextBox 86">
            <a:extLst>
              <a:ext uri="{FF2B5EF4-FFF2-40B4-BE49-F238E27FC236}">
                <a16:creationId xmlns:a16="http://schemas.microsoft.com/office/drawing/2014/main" id="{1D1FD712-2CD6-B782-F9DC-618E16E18065}"/>
              </a:ext>
            </a:extLst>
          </p:cNvPr>
          <p:cNvSpPr txBox="1"/>
          <p:nvPr/>
        </p:nvSpPr>
        <p:spPr>
          <a:xfrm>
            <a:off x="345643" y="1207323"/>
            <a:ext cx="4707924" cy="707886"/>
          </a:xfrm>
          <a:prstGeom prst="rect">
            <a:avLst/>
          </a:prstGeom>
          <a:noFill/>
        </p:spPr>
        <p:txBody>
          <a:bodyPr wrap="square" rtlCol="0">
            <a:spAutoFit/>
          </a:bodyPr>
          <a:lstStyle/>
          <a:p>
            <a:r>
              <a:rPr lang="en-TW" sz="4000" b="1" dirty="0">
                <a:latin typeface="Lato" panose="020F0502020204030203" pitchFamily="34" charset="77"/>
              </a:rPr>
              <a:t>HIDDEN SINGLES</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497846" y="380849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0" name="Rectangle 99">
            <a:extLst>
              <a:ext uri="{FF2B5EF4-FFF2-40B4-BE49-F238E27FC236}">
                <a16:creationId xmlns:a16="http://schemas.microsoft.com/office/drawing/2014/main" id="{6B8874A5-1A27-0E3A-E64B-2D78D61739A1}"/>
              </a:ext>
            </a:extLst>
          </p:cNvPr>
          <p:cNvSpPr/>
          <p:nvPr/>
        </p:nvSpPr>
        <p:spPr>
          <a:xfrm>
            <a:off x="7895058"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612015" y="615777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2" name="TextBox 171">
            <a:extLst>
              <a:ext uri="{FF2B5EF4-FFF2-40B4-BE49-F238E27FC236}">
                <a16:creationId xmlns:a16="http://schemas.microsoft.com/office/drawing/2014/main" id="{A6D71189-7599-15C6-F4D0-E5B5E3B93E87}"/>
              </a:ext>
            </a:extLst>
          </p:cNvPr>
          <p:cNvSpPr txBox="1"/>
          <p:nvPr/>
        </p:nvSpPr>
        <p:spPr>
          <a:xfrm>
            <a:off x="498832" y="2195622"/>
            <a:ext cx="4341002" cy="3361561"/>
          </a:xfrm>
          <a:prstGeom prst="rect">
            <a:avLst/>
          </a:prstGeom>
          <a:noFill/>
        </p:spPr>
        <p:txBody>
          <a:bodyPr wrap="square" rtlCol="0">
            <a:spAutoFit/>
          </a:bodyPr>
          <a:lstStyle/>
          <a:p>
            <a:pPr>
              <a:lnSpc>
                <a:spcPct val="150000"/>
              </a:lnSpc>
            </a:pPr>
            <a:r>
              <a:rPr lang="en-US" b="0" i="0" dirty="0">
                <a:solidFill>
                  <a:srgbClr val="001D35"/>
                </a:solidFill>
                <a:effectLst/>
                <a:latin typeface="Lato" panose="020F0502020204030203" pitchFamily="34" charset="77"/>
              </a:rPr>
              <a:t>A hidden single in Sudoku is </a:t>
            </a:r>
            <a:r>
              <a:rPr lang="en-US" dirty="0">
                <a:latin typeface="Lato" panose="020F0502020204030203" pitchFamily="34" charset="77"/>
              </a:rPr>
              <a:t>a cell where only one possible digit can be placed, even though there are other candidate numbers in the cell</a:t>
            </a:r>
          </a:p>
          <a:p>
            <a:pPr>
              <a:lnSpc>
                <a:spcPct val="150000"/>
              </a:lnSpc>
            </a:pPr>
            <a:endParaRPr lang="en-US" dirty="0">
              <a:latin typeface="Lato" panose="020F0502020204030203" pitchFamily="34" charset="77"/>
            </a:endParaRPr>
          </a:p>
          <a:p>
            <a:pPr>
              <a:lnSpc>
                <a:spcPct val="150000"/>
              </a:lnSpc>
            </a:pPr>
            <a:r>
              <a:rPr lang="en-US" dirty="0">
                <a:latin typeface="Lato" panose="020F0502020204030203" pitchFamily="34" charset="77"/>
              </a:rPr>
              <a:t>The circled numbers only appear once in the highlighted cells, so those are a hidden singles</a:t>
            </a:r>
            <a:endParaRPr lang="en-TW" dirty="0">
              <a:latin typeface="Lato" panose="020F0502020204030203" pitchFamily="34" charset="77"/>
            </a:endParaRPr>
          </a:p>
        </p:txBody>
      </p:sp>
    </p:spTree>
    <p:extLst>
      <p:ext uri="{BB962C8B-B14F-4D97-AF65-F5344CB8AC3E}">
        <p14:creationId xmlns:p14="http://schemas.microsoft.com/office/powerpoint/2010/main" val="3662119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87" name="TextBox 86">
            <a:extLst>
              <a:ext uri="{FF2B5EF4-FFF2-40B4-BE49-F238E27FC236}">
                <a16:creationId xmlns:a16="http://schemas.microsoft.com/office/drawing/2014/main" id="{1D1FD712-2CD6-B782-F9DC-618E16E18065}"/>
              </a:ext>
            </a:extLst>
          </p:cNvPr>
          <p:cNvSpPr txBox="1"/>
          <p:nvPr/>
        </p:nvSpPr>
        <p:spPr>
          <a:xfrm>
            <a:off x="345643" y="1207323"/>
            <a:ext cx="4707924" cy="707886"/>
          </a:xfrm>
          <a:prstGeom prst="rect">
            <a:avLst/>
          </a:prstGeom>
          <a:noFill/>
        </p:spPr>
        <p:txBody>
          <a:bodyPr wrap="square" rtlCol="0">
            <a:spAutoFit/>
          </a:bodyPr>
          <a:lstStyle/>
          <a:p>
            <a:r>
              <a:rPr lang="en-TW" sz="4000" b="1" dirty="0">
                <a:latin typeface="Lato" panose="020F0502020204030203" pitchFamily="34" charset="77"/>
              </a:rPr>
              <a:t>Locked Candidates</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497846" y="380849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0" name="Rectangle 99">
            <a:extLst>
              <a:ext uri="{FF2B5EF4-FFF2-40B4-BE49-F238E27FC236}">
                <a16:creationId xmlns:a16="http://schemas.microsoft.com/office/drawing/2014/main" id="{6B8874A5-1A27-0E3A-E64B-2D78D61739A1}"/>
              </a:ext>
            </a:extLst>
          </p:cNvPr>
          <p:cNvSpPr/>
          <p:nvPr/>
        </p:nvSpPr>
        <p:spPr>
          <a:xfrm>
            <a:off x="7895058"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612015" y="615777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9" name="Rectangle 158">
            <a:extLst>
              <a:ext uri="{FF2B5EF4-FFF2-40B4-BE49-F238E27FC236}">
                <a16:creationId xmlns:a16="http://schemas.microsoft.com/office/drawing/2014/main" id="{9B1E2F1A-F6C8-3120-5193-86F9DCFC783B}"/>
              </a:ext>
            </a:extLst>
          </p:cNvPr>
          <p:cNvSpPr/>
          <p:nvPr/>
        </p:nvSpPr>
        <p:spPr>
          <a:xfrm rot="10800000">
            <a:off x="5685840" y="351422"/>
            <a:ext cx="649725" cy="6118567"/>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60" name="Oval 159">
            <a:extLst>
              <a:ext uri="{FF2B5EF4-FFF2-40B4-BE49-F238E27FC236}">
                <a16:creationId xmlns:a16="http://schemas.microsoft.com/office/drawing/2014/main" id="{67418F5E-E3B4-1D6F-1C74-3EF6FDEE1832}"/>
              </a:ext>
            </a:extLst>
          </p:cNvPr>
          <p:cNvSpPr/>
          <p:nvPr/>
        </p:nvSpPr>
        <p:spPr>
          <a:xfrm>
            <a:off x="5905790" y="5807697"/>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61" name="Oval 160">
            <a:extLst>
              <a:ext uri="{FF2B5EF4-FFF2-40B4-BE49-F238E27FC236}">
                <a16:creationId xmlns:a16="http://schemas.microsoft.com/office/drawing/2014/main" id="{8466173D-8A3A-D256-F781-149C571DCBE5}"/>
              </a:ext>
            </a:extLst>
          </p:cNvPr>
          <p:cNvSpPr/>
          <p:nvPr/>
        </p:nvSpPr>
        <p:spPr>
          <a:xfrm>
            <a:off x="5907054" y="4451570"/>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68" name="TextBox 167">
            <a:extLst>
              <a:ext uri="{FF2B5EF4-FFF2-40B4-BE49-F238E27FC236}">
                <a16:creationId xmlns:a16="http://schemas.microsoft.com/office/drawing/2014/main" id="{09454687-CF61-EF75-7924-D67FD354AA89}"/>
              </a:ext>
            </a:extLst>
          </p:cNvPr>
          <p:cNvSpPr txBox="1"/>
          <p:nvPr/>
        </p:nvSpPr>
        <p:spPr>
          <a:xfrm>
            <a:off x="319009" y="313155"/>
            <a:ext cx="5220626" cy="707886"/>
          </a:xfrm>
          <a:prstGeom prst="rect">
            <a:avLst/>
          </a:prstGeom>
          <a:noFill/>
        </p:spPr>
        <p:txBody>
          <a:bodyPr wrap="square" rtlCol="0">
            <a:spAutoFit/>
          </a:bodyPr>
          <a:lstStyle/>
          <a:p>
            <a:r>
              <a:rPr lang="en-TW" sz="4000" b="1" dirty="0">
                <a:latin typeface="Playfair Display Black" pitchFamily="2" charset="77"/>
              </a:rPr>
              <a:t>Advanced </a:t>
            </a:r>
            <a:r>
              <a:rPr lang="en-TW" sz="4000" b="1" i="1" dirty="0">
                <a:latin typeface="Playfair Display SemiBold" pitchFamily="2" charset="77"/>
              </a:rPr>
              <a:t>Techniques</a:t>
            </a:r>
          </a:p>
        </p:txBody>
      </p:sp>
      <p:sp>
        <p:nvSpPr>
          <p:cNvPr id="170" name="TextBox 169">
            <a:extLst>
              <a:ext uri="{FF2B5EF4-FFF2-40B4-BE49-F238E27FC236}">
                <a16:creationId xmlns:a16="http://schemas.microsoft.com/office/drawing/2014/main" id="{C5DF1566-C7AC-5FC1-D79F-88A58739538F}"/>
              </a:ext>
            </a:extLst>
          </p:cNvPr>
          <p:cNvSpPr txBox="1"/>
          <p:nvPr/>
        </p:nvSpPr>
        <p:spPr>
          <a:xfrm>
            <a:off x="413177" y="2837563"/>
            <a:ext cx="4967777" cy="2530565"/>
          </a:xfrm>
          <a:prstGeom prst="rect">
            <a:avLst/>
          </a:prstGeom>
          <a:noFill/>
        </p:spPr>
        <p:txBody>
          <a:bodyPr wrap="square" rtlCol="0">
            <a:spAutoFit/>
          </a:bodyPr>
          <a:lstStyle/>
          <a:p>
            <a:pPr>
              <a:lnSpc>
                <a:spcPct val="150000"/>
              </a:lnSpc>
            </a:pPr>
            <a:r>
              <a:rPr lang="en-US" dirty="0">
                <a:latin typeface="Lato" panose="020F0502020204030203" pitchFamily="34" charset="77"/>
              </a:rPr>
              <a:t>A locked candidate in Sudoku is a digit that can only be placed in a house (row, column, or box) at the intersection with another house. This allows the digit to be eliminated from the remaining cells of the other house.</a:t>
            </a:r>
          </a:p>
          <a:p>
            <a:pPr>
              <a:lnSpc>
                <a:spcPct val="150000"/>
              </a:lnSpc>
            </a:pPr>
            <a:endParaRPr lang="en-US" dirty="0">
              <a:latin typeface="Lato" panose="020F0502020204030203" pitchFamily="34" charset="77"/>
            </a:endParaRPr>
          </a:p>
        </p:txBody>
      </p:sp>
    </p:spTree>
    <p:extLst>
      <p:ext uri="{BB962C8B-B14F-4D97-AF65-F5344CB8AC3E}">
        <p14:creationId xmlns:p14="http://schemas.microsoft.com/office/powerpoint/2010/main" val="3704484731"/>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87" name="TextBox 86">
            <a:extLst>
              <a:ext uri="{FF2B5EF4-FFF2-40B4-BE49-F238E27FC236}">
                <a16:creationId xmlns:a16="http://schemas.microsoft.com/office/drawing/2014/main" id="{1D1FD712-2CD6-B782-F9DC-618E16E18065}"/>
              </a:ext>
            </a:extLst>
          </p:cNvPr>
          <p:cNvSpPr txBox="1"/>
          <p:nvPr/>
        </p:nvSpPr>
        <p:spPr>
          <a:xfrm>
            <a:off x="345643" y="1207323"/>
            <a:ext cx="4707924" cy="707886"/>
          </a:xfrm>
          <a:prstGeom prst="rect">
            <a:avLst/>
          </a:prstGeom>
          <a:noFill/>
        </p:spPr>
        <p:txBody>
          <a:bodyPr wrap="square" rtlCol="0">
            <a:spAutoFit/>
          </a:bodyPr>
          <a:lstStyle/>
          <a:p>
            <a:r>
              <a:rPr lang="en-TW" sz="4000" b="1" dirty="0">
                <a:latin typeface="Lato" panose="020F0502020204030203" pitchFamily="34" charset="77"/>
              </a:rPr>
              <a:t>Locked Candidates</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497846" y="380849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0" name="Rectangle 99">
            <a:extLst>
              <a:ext uri="{FF2B5EF4-FFF2-40B4-BE49-F238E27FC236}">
                <a16:creationId xmlns:a16="http://schemas.microsoft.com/office/drawing/2014/main" id="{6B8874A5-1A27-0E3A-E64B-2D78D61739A1}"/>
              </a:ext>
            </a:extLst>
          </p:cNvPr>
          <p:cNvSpPr/>
          <p:nvPr/>
        </p:nvSpPr>
        <p:spPr>
          <a:xfrm>
            <a:off x="7895058"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612015" y="615777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9" name="Rectangle 158">
            <a:extLst>
              <a:ext uri="{FF2B5EF4-FFF2-40B4-BE49-F238E27FC236}">
                <a16:creationId xmlns:a16="http://schemas.microsoft.com/office/drawing/2014/main" id="{9B1E2F1A-F6C8-3120-5193-86F9DCFC783B}"/>
              </a:ext>
            </a:extLst>
          </p:cNvPr>
          <p:cNvSpPr/>
          <p:nvPr/>
        </p:nvSpPr>
        <p:spPr>
          <a:xfrm rot="10800000">
            <a:off x="5685840" y="351422"/>
            <a:ext cx="649725" cy="6118567"/>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60" name="Oval 159">
            <a:extLst>
              <a:ext uri="{FF2B5EF4-FFF2-40B4-BE49-F238E27FC236}">
                <a16:creationId xmlns:a16="http://schemas.microsoft.com/office/drawing/2014/main" id="{67418F5E-E3B4-1D6F-1C74-3EF6FDEE1832}"/>
              </a:ext>
            </a:extLst>
          </p:cNvPr>
          <p:cNvSpPr/>
          <p:nvPr/>
        </p:nvSpPr>
        <p:spPr>
          <a:xfrm>
            <a:off x="5905790" y="5807697"/>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61" name="Oval 160">
            <a:extLst>
              <a:ext uri="{FF2B5EF4-FFF2-40B4-BE49-F238E27FC236}">
                <a16:creationId xmlns:a16="http://schemas.microsoft.com/office/drawing/2014/main" id="{8466173D-8A3A-D256-F781-149C571DCBE5}"/>
              </a:ext>
            </a:extLst>
          </p:cNvPr>
          <p:cNvSpPr/>
          <p:nvPr/>
        </p:nvSpPr>
        <p:spPr>
          <a:xfrm>
            <a:off x="5907054" y="4451570"/>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68" name="TextBox 167">
            <a:extLst>
              <a:ext uri="{FF2B5EF4-FFF2-40B4-BE49-F238E27FC236}">
                <a16:creationId xmlns:a16="http://schemas.microsoft.com/office/drawing/2014/main" id="{09454687-CF61-EF75-7924-D67FD354AA89}"/>
              </a:ext>
            </a:extLst>
          </p:cNvPr>
          <p:cNvSpPr txBox="1"/>
          <p:nvPr/>
        </p:nvSpPr>
        <p:spPr>
          <a:xfrm>
            <a:off x="319009" y="313155"/>
            <a:ext cx="5220626" cy="707886"/>
          </a:xfrm>
          <a:prstGeom prst="rect">
            <a:avLst/>
          </a:prstGeom>
          <a:noFill/>
        </p:spPr>
        <p:txBody>
          <a:bodyPr wrap="square" rtlCol="0">
            <a:spAutoFit/>
          </a:bodyPr>
          <a:lstStyle/>
          <a:p>
            <a:r>
              <a:rPr lang="en-TW" sz="4000" b="1" dirty="0">
                <a:latin typeface="Playfair Display Black" pitchFamily="2" charset="77"/>
              </a:rPr>
              <a:t>Advanced </a:t>
            </a:r>
            <a:r>
              <a:rPr lang="en-TW" sz="4000" b="1" i="1" dirty="0">
                <a:latin typeface="Playfair Display SemiBold" pitchFamily="2" charset="77"/>
              </a:rPr>
              <a:t>Techniques</a:t>
            </a:r>
          </a:p>
        </p:txBody>
      </p:sp>
      <p:sp>
        <p:nvSpPr>
          <p:cNvPr id="170" name="TextBox 169">
            <a:extLst>
              <a:ext uri="{FF2B5EF4-FFF2-40B4-BE49-F238E27FC236}">
                <a16:creationId xmlns:a16="http://schemas.microsoft.com/office/drawing/2014/main" id="{C5DF1566-C7AC-5FC1-D79F-88A58739538F}"/>
              </a:ext>
            </a:extLst>
          </p:cNvPr>
          <p:cNvSpPr txBox="1"/>
          <p:nvPr/>
        </p:nvSpPr>
        <p:spPr>
          <a:xfrm>
            <a:off x="413177" y="2837563"/>
            <a:ext cx="4967777" cy="2115066"/>
          </a:xfrm>
          <a:prstGeom prst="rect">
            <a:avLst/>
          </a:prstGeom>
          <a:noFill/>
        </p:spPr>
        <p:txBody>
          <a:bodyPr wrap="square" rtlCol="0">
            <a:spAutoFit/>
          </a:bodyPr>
          <a:lstStyle/>
          <a:p>
            <a:pPr>
              <a:lnSpc>
                <a:spcPct val="150000"/>
              </a:lnSpc>
            </a:pPr>
            <a:r>
              <a:rPr lang="en-US" dirty="0">
                <a:latin typeface="Lato" panose="020F0502020204030203" pitchFamily="34" charset="77"/>
              </a:rPr>
              <a:t>The circled number “2” in the highlighted column indicates that it is the only valid position for the number “2” within the bottom-left box. This is because no other square in the box allows for the placement of a “2”</a:t>
            </a:r>
            <a:endParaRPr lang="en-TW" dirty="0">
              <a:latin typeface="Lato" panose="020F0502020204030203" pitchFamily="34" charset="77"/>
            </a:endParaRPr>
          </a:p>
        </p:txBody>
      </p:sp>
    </p:spTree>
    <p:extLst>
      <p:ext uri="{BB962C8B-B14F-4D97-AF65-F5344CB8AC3E}">
        <p14:creationId xmlns:p14="http://schemas.microsoft.com/office/powerpoint/2010/main" val="1404730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87" name="TextBox 86">
            <a:extLst>
              <a:ext uri="{FF2B5EF4-FFF2-40B4-BE49-F238E27FC236}">
                <a16:creationId xmlns:a16="http://schemas.microsoft.com/office/drawing/2014/main" id="{1D1FD712-2CD6-B782-F9DC-618E16E18065}"/>
              </a:ext>
            </a:extLst>
          </p:cNvPr>
          <p:cNvSpPr txBox="1"/>
          <p:nvPr/>
        </p:nvSpPr>
        <p:spPr>
          <a:xfrm>
            <a:off x="345643" y="1207323"/>
            <a:ext cx="4707924" cy="707886"/>
          </a:xfrm>
          <a:prstGeom prst="rect">
            <a:avLst/>
          </a:prstGeom>
          <a:noFill/>
        </p:spPr>
        <p:txBody>
          <a:bodyPr wrap="square" rtlCol="0">
            <a:spAutoFit/>
          </a:bodyPr>
          <a:lstStyle/>
          <a:p>
            <a:r>
              <a:rPr lang="en-TW" sz="4000" b="1" dirty="0">
                <a:latin typeface="Lato" panose="020F0502020204030203" pitchFamily="34" charset="77"/>
              </a:rPr>
              <a:t>Locked Candidates</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497846" y="380849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0" name="Rectangle 99">
            <a:extLst>
              <a:ext uri="{FF2B5EF4-FFF2-40B4-BE49-F238E27FC236}">
                <a16:creationId xmlns:a16="http://schemas.microsoft.com/office/drawing/2014/main" id="{6B8874A5-1A27-0E3A-E64B-2D78D61739A1}"/>
              </a:ext>
            </a:extLst>
          </p:cNvPr>
          <p:cNvSpPr/>
          <p:nvPr/>
        </p:nvSpPr>
        <p:spPr>
          <a:xfrm>
            <a:off x="7895058"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612015" y="615777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9" name="Rectangle 158">
            <a:extLst>
              <a:ext uri="{FF2B5EF4-FFF2-40B4-BE49-F238E27FC236}">
                <a16:creationId xmlns:a16="http://schemas.microsoft.com/office/drawing/2014/main" id="{9B1E2F1A-F6C8-3120-5193-86F9DCFC783B}"/>
              </a:ext>
            </a:extLst>
          </p:cNvPr>
          <p:cNvSpPr/>
          <p:nvPr/>
        </p:nvSpPr>
        <p:spPr>
          <a:xfrm rot="10800000">
            <a:off x="5685840" y="351422"/>
            <a:ext cx="649725" cy="6118567"/>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60" name="Oval 159">
            <a:extLst>
              <a:ext uri="{FF2B5EF4-FFF2-40B4-BE49-F238E27FC236}">
                <a16:creationId xmlns:a16="http://schemas.microsoft.com/office/drawing/2014/main" id="{67418F5E-E3B4-1D6F-1C74-3EF6FDEE1832}"/>
              </a:ext>
            </a:extLst>
          </p:cNvPr>
          <p:cNvSpPr/>
          <p:nvPr/>
        </p:nvSpPr>
        <p:spPr>
          <a:xfrm>
            <a:off x="5905790" y="5807697"/>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61" name="Oval 160">
            <a:extLst>
              <a:ext uri="{FF2B5EF4-FFF2-40B4-BE49-F238E27FC236}">
                <a16:creationId xmlns:a16="http://schemas.microsoft.com/office/drawing/2014/main" id="{8466173D-8A3A-D256-F781-149C571DCBE5}"/>
              </a:ext>
            </a:extLst>
          </p:cNvPr>
          <p:cNvSpPr/>
          <p:nvPr/>
        </p:nvSpPr>
        <p:spPr>
          <a:xfrm>
            <a:off x="5907054" y="4451570"/>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p:sp>
        <p:nvSpPr>
          <p:cNvPr id="170" name="TextBox 169">
            <a:extLst>
              <a:ext uri="{FF2B5EF4-FFF2-40B4-BE49-F238E27FC236}">
                <a16:creationId xmlns:a16="http://schemas.microsoft.com/office/drawing/2014/main" id="{4906A75C-5F58-DBAD-300F-6F2B186BFF5D}"/>
              </a:ext>
            </a:extLst>
          </p:cNvPr>
          <p:cNvSpPr txBox="1"/>
          <p:nvPr/>
        </p:nvSpPr>
        <p:spPr>
          <a:xfrm>
            <a:off x="319009" y="313155"/>
            <a:ext cx="5220626" cy="707886"/>
          </a:xfrm>
          <a:prstGeom prst="rect">
            <a:avLst/>
          </a:prstGeom>
          <a:noFill/>
        </p:spPr>
        <p:txBody>
          <a:bodyPr wrap="square" rtlCol="0">
            <a:spAutoFit/>
          </a:bodyPr>
          <a:lstStyle/>
          <a:p>
            <a:r>
              <a:rPr lang="en-TW" sz="4000" b="1" dirty="0">
                <a:latin typeface="Playfair Display Black" pitchFamily="2" charset="77"/>
              </a:rPr>
              <a:t>Advanced </a:t>
            </a:r>
            <a:r>
              <a:rPr lang="en-TW" sz="4000" b="1" i="1" dirty="0">
                <a:latin typeface="Playfair Display SemiBold" pitchFamily="2" charset="77"/>
              </a:rPr>
              <a:t>Techniques</a:t>
            </a:r>
          </a:p>
        </p:txBody>
      </p:sp>
      <p:sp>
        <p:nvSpPr>
          <p:cNvPr id="171" name="TextBox 170">
            <a:extLst>
              <a:ext uri="{FF2B5EF4-FFF2-40B4-BE49-F238E27FC236}">
                <a16:creationId xmlns:a16="http://schemas.microsoft.com/office/drawing/2014/main" id="{D4E6B31C-679E-0FFB-39F9-A4D1E2BBE8F1}"/>
              </a:ext>
            </a:extLst>
          </p:cNvPr>
          <p:cNvSpPr txBox="1"/>
          <p:nvPr/>
        </p:nvSpPr>
        <p:spPr>
          <a:xfrm>
            <a:off x="486178" y="2566090"/>
            <a:ext cx="4585467" cy="2946063"/>
          </a:xfrm>
          <a:prstGeom prst="rect">
            <a:avLst/>
          </a:prstGeom>
          <a:noFill/>
        </p:spPr>
        <p:txBody>
          <a:bodyPr wrap="square" rtlCol="0">
            <a:spAutoFit/>
          </a:bodyPr>
          <a:lstStyle/>
          <a:p>
            <a:pPr>
              <a:lnSpc>
                <a:spcPct val="150000"/>
              </a:lnSpc>
            </a:pPr>
            <a:r>
              <a:rPr lang="en-US" dirty="0">
                <a:latin typeface="Lato" panose="020F0502020204030203" pitchFamily="34" charset="77"/>
              </a:rPr>
              <a:t>As a result, any other potential candidates in the highlighted column are invalid since the number “2” must occupy the circled positions. This conclusion ensures that the number “2” is uniquely placed in the leftmost column of the box, as no other possibilities exist.</a:t>
            </a:r>
            <a:endParaRPr lang="en-TW" dirty="0">
              <a:latin typeface="Lato" panose="020F0502020204030203" pitchFamily="34" charset="77"/>
            </a:endParaRPr>
          </a:p>
        </p:txBody>
      </p:sp>
    </p:spTree>
    <p:extLst>
      <p:ext uri="{BB962C8B-B14F-4D97-AF65-F5344CB8AC3E}">
        <p14:creationId xmlns:p14="http://schemas.microsoft.com/office/powerpoint/2010/main" val="3403971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87" name="TextBox 86">
            <a:extLst>
              <a:ext uri="{FF2B5EF4-FFF2-40B4-BE49-F238E27FC236}">
                <a16:creationId xmlns:a16="http://schemas.microsoft.com/office/drawing/2014/main" id="{1D1FD712-2CD6-B782-F9DC-618E16E18065}"/>
              </a:ext>
            </a:extLst>
          </p:cNvPr>
          <p:cNvSpPr txBox="1"/>
          <p:nvPr/>
        </p:nvSpPr>
        <p:spPr>
          <a:xfrm>
            <a:off x="345643" y="1207323"/>
            <a:ext cx="4707924" cy="707886"/>
          </a:xfrm>
          <a:prstGeom prst="rect">
            <a:avLst/>
          </a:prstGeom>
          <a:noFill/>
        </p:spPr>
        <p:txBody>
          <a:bodyPr wrap="square" rtlCol="0">
            <a:spAutoFit/>
          </a:bodyPr>
          <a:lstStyle/>
          <a:p>
            <a:r>
              <a:rPr lang="en-TW" sz="4000" b="1" dirty="0">
                <a:latin typeface="Lato" panose="020F0502020204030203" pitchFamily="34" charset="77"/>
              </a:rPr>
              <a:t>Locked Candidates</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497846" y="380849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0" name="Rectangle 99">
            <a:extLst>
              <a:ext uri="{FF2B5EF4-FFF2-40B4-BE49-F238E27FC236}">
                <a16:creationId xmlns:a16="http://schemas.microsoft.com/office/drawing/2014/main" id="{6B8874A5-1A27-0E3A-E64B-2D78D61739A1}"/>
              </a:ext>
            </a:extLst>
          </p:cNvPr>
          <p:cNvSpPr/>
          <p:nvPr/>
        </p:nvSpPr>
        <p:spPr>
          <a:xfrm>
            <a:off x="7895058"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612015" y="615777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0" name="Oval 159">
            <a:extLst>
              <a:ext uri="{FF2B5EF4-FFF2-40B4-BE49-F238E27FC236}">
                <a16:creationId xmlns:a16="http://schemas.microsoft.com/office/drawing/2014/main" id="{67418F5E-E3B4-1D6F-1C74-3EF6FDEE1832}"/>
              </a:ext>
            </a:extLst>
          </p:cNvPr>
          <p:cNvSpPr/>
          <p:nvPr/>
        </p:nvSpPr>
        <p:spPr>
          <a:xfrm>
            <a:off x="5905790" y="5807697"/>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61" name="Oval 160">
            <a:extLst>
              <a:ext uri="{FF2B5EF4-FFF2-40B4-BE49-F238E27FC236}">
                <a16:creationId xmlns:a16="http://schemas.microsoft.com/office/drawing/2014/main" id="{8466173D-8A3A-D256-F781-149C571DCBE5}"/>
              </a:ext>
            </a:extLst>
          </p:cNvPr>
          <p:cNvSpPr/>
          <p:nvPr/>
        </p:nvSpPr>
        <p:spPr>
          <a:xfrm>
            <a:off x="5907054" y="4451570"/>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p:sp>
        <p:nvSpPr>
          <p:cNvPr id="170" name="Rectangle 169">
            <a:extLst>
              <a:ext uri="{FF2B5EF4-FFF2-40B4-BE49-F238E27FC236}">
                <a16:creationId xmlns:a16="http://schemas.microsoft.com/office/drawing/2014/main" id="{AF5F17D5-FCA1-5DF1-5201-5C3BEAC2BB4D}"/>
              </a:ext>
            </a:extLst>
          </p:cNvPr>
          <p:cNvSpPr/>
          <p:nvPr/>
        </p:nvSpPr>
        <p:spPr>
          <a:xfrm rot="16200000">
            <a:off x="8407530" y="369777"/>
            <a:ext cx="649725" cy="6095808"/>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71" name="Oval 170">
            <a:extLst>
              <a:ext uri="{FF2B5EF4-FFF2-40B4-BE49-F238E27FC236}">
                <a16:creationId xmlns:a16="http://schemas.microsoft.com/office/drawing/2014/main" id="{4F7E108A-694B-73E8-BA51-064C7B4C6635}"/>
              </a:ext>
            </a:extLst>
          </p:cNvPr>
          <p:cNvSpPr/>
          <p:nvPr/>
        </p:nvSpPr>
        <p:spPr>
          <a:xfrm>
            <a:off x="10689031" y="3321417"/>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72" name="Oval 171">
            <a:extLst>
              <a:ext uri="{FF2B5EF4-FFF2-40B4-BE49-F238E27FC236}">
                <a16:creationId xmlns:a16="http://schemas.microsoft.com/office/drawing/2014/main" id="{094700CE-7762-182D-4502-DA85BCE4E46E}"/>
              </a:ext>
            </a:extLst>
          </p:cNvPr>
          <p:cNvSpPr/>
          <p:nvPr/>
        </p:nvSpPr>
        <p:spPr>
          <a:xfrm>
            <a:off x="9998913" y="3311407"/>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73" name="TextBox 172">
            <a:extLst>
              <a:ext uri="{FF2B5EF4-FFF2-40B4-BE49-F238E27FC236}">
                <a16:creationId xmlns:a16="http://schemas.microsoft.com/office/drawing/2014/main" id="{E6F5AC4E-80CB-781F-6D9C-1A4CAE47FBE1}"/>
              </a:ext>
            </a:extLst>
          </p:cNvPr>
          <p:cNvSpPr txBox="1"/>
          <p:nvPr/>
        </p:nvSpPr>
        <p:spPr>
          <a:xfrm>
            <a:off x="319009" y="313155"/>
            <a:ext cx="5220626" cy="707886"/>
          </a:xfrm>
          <a:prstGeom prst="rect">
            <a:avLst/>
          </a:prstGeom>
          <a:noFill/>
        </p:spPr>
        <p:txBody>
          <a:bodyPr wrap="square" rtlCol="0">
            <a:spAutoFit/>
          </a:bodyPr>
          <a:lstStyle/>
          <a:p>
            <a:r>
              <a:rPr lang="en-TW" sz="4000" b="1" dirty="0">
                <a:latin typeface="Playfair Display Black" pitchFamily="2" charset="77"/>
              </a:rPr>
              <a:t>Advanced </a:t>
            </a:r>
            <a:r>
              <a:rPr lang="en-TW" sz="4000" b="1" i="1" dirty="0">
                <a:latin typeface="Playfair Display SemiBold" pitchFamily="2" charset="77"/>
              </a:rPr>
              <a:t>Techniques</a:t>
            </a:r>
          </a:p>
        </p:txBody>
      </p:sp>
      <p:sp>
        <p:nvSpPr>
          <p:cNvPr id="174" name="TextBox 173">
            <a:extLst>
              <a:ext uri="{FF2B5EF4-FFF2-40B4-BE49-F238E27FC236}">
                <a16:creationId xmlns:a16="http://schemas.microsoft.com/office/drawing/2014/main" id="{011E545D-B6DB-51A1-3886-95A0B36A9E9F}"/>
              </a:ext>
            </a:extLst>
          </p:cNvPr>
          <p:cNvSpPr txBox="1"/>
          <p:nvPr/>
        </p:nvSpPr>
        <p:spPr>
          <a:xfrm>
            <a:off x="497314" y="2709580"/>
            <a:ext cx="4197884" cy="2530565"/>
          </a:xfrm>
          <a:prstGeom prst="rect">
            <a:avLst/>
          </a:prstGeom>
          <a:noFill/>
        </p:spPr>
        <p:txBody>
          <a:bodyPr wrap="square" rtlCol="0">
            <a:spAutoFit/>
          </a:bodyPr>
          <a:lstStyle/>
          <a:p>
            <a:pPr>
              <a:lnSpc>
                <a:spcPct val="150000"/>
              </a:lnSpc>
            </a:pPr>
            <a:r>
              <a:rPr lang="en-US" dirty="0">
                <a:latin typeface="Lato" panose="020F0502020204030203" pitchFamily="34" charset="77"/>
              </a:rPr>
              <a:t>The circled number “5” in the highlighted row demonstrates that it is the only valid position for the number “5” within the box. This is because no other square in its box allows for the placement of a “5” </a:t>
            </a:r>
            <a:endParaRPr lang="en-TW" dirty="0">
              <a:latin typeface="Lato" panose="020F0502020204030203" pitchFamily="34" charset="77"/>
            </a:endParaRPr>
          </a:p>
        </p:txBody>
      </p:sp>
    </p:spTree>
    <p:extLst>
      <p:ext uri="{BB962C8B-B14F-4D97-AF65-F5344CB8AC3E}">
        <p14:creationId xmlns:p14="http://schemas.microsoft.com/office/powerpoint/2010/main" val="3862463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87" name="TextBox 86">
            <a:extLst>
              <a:ext uri="{FF2B5EF4-FFF2-40B4-BE49-F238E27FC236}">
                <a16:creationId xmlns:a16="http://schemas.microsoft.com/office/drawing/2014/main" id="{1D1FD712-2CD6-B782-F9DC-618E16E18065}"/>
              </a:ext>
            </a:extLst>
          </p:cNvPr>
          <p:cNvSpPr txBox="1"/>
          <p:nvPr/>
        </p:nvSpPr>
        <p:spPr>
          <a:xfrm>
            <a:off x="345643" y="1207323"/>
            <a:ext cx="4707924" cy="707886"/>
          </a:xfrm>
          <a:prstGeom prst="rect">
            <a:avLst/>
          </a:prstGeom>
          <a:noFill/>
        </p:spPr>
        <p:txBody>
          <a:bodyPr wrap="square" rtlCol="0">
            <a:spAutoFit/>
          </a:bodyPr>
          <a:lstStyle/>
          <a:p>
            <a:r>
              <a:rPr lang="en-TW" sz="4000" b="1" dirty="0">
                <a:latin typeface="Lato" panose="020F0502020204030203" pitchFamily="34" charset="77"/>
              </a:rPr>
              <a:t>Locked Candidates</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497846" y="380849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0" name="Rectangle 99">
            <a:extLst>
              <a:ext uri="{FF2B5EF4-FFF2-40B4-BE49-F238E27FC236}">
                <a16:creationId xmlns:a16="http://schemas.microsoft.com/office/drawing/2014/main" id="{6B8874A5-1A27-0E3A-E64B-2D78D61739A1}"/>
              </a:ext>
            </a:extLst>
          </p:cNvPr>
          <p:cNvSpPr/>
          <p:nvPr/>
        </p:nvSpPr>
        <p:spPr>
          <a:xfrm>
            <a:off x="7895058"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612015" y="615777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0" name="Oval 159">
            <a:extLst>
              <a:ext uri="{FF2B5EF4-FFF2-40B4-BE49-F238E27FC236}">
                <a16:creationId xmlns:a16="http://schemas.microsoft.com/office/drawing/2014/main" id="{67418F5E-E3B4-1D6F-1C74-3EF6FDEE1832}"/>
              </a:ext>
            </a:extLst>
          </p:cNvPr>
          <p:cNvSpPr/>
          <p:nvPr/>
        </p:nvSpPr>
        <p:spPr>
          <a:xfrm>
            <a:off x="5905790" y="5807697"/>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61" name="Oval 160">
            <a:extLst>
              <a:ext uri="{FF2B5EF4-FFF2-40B4-BE49-F238E27FC236}">
                <a16:creationId xmlns:a16="http://schemas.microsoft.com/office/drawing/2014/main" id="{8466173D-8A3A-D256-F781-149C571DCBE5}"/>
              </a:ext>
            </a:extLst>
          </p:cNvPr>
          <p:cNvSpPr/>
          <p:nvPr/>
        </p:nvSpPr>
        <p:spPr>
          <a:xfrm>
            <a:off x="5907054" y="4451570"/>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p:sp>
        <p:nvSpPr>
          <p:cNvPr id="170" name="Rectangle 169">
            <a:extLst>
              <a:ext uri="{FF2B5EF4-FFF2-40B4-BE49-F238E27FC236}">
                <a16:creationId xmlns:a16="http://schemas.microsoft.com/office/drawing/2014/main" id="{AF5F17D5-FCA1-5DF1-5201-5C3BEAC2BB4D}"/>
              </a:ext>
            </a:extLst>
          </p:cNvPr>
          <p:cNvSpPr/>
          <p:nvPr/>
        </p:nvSpPr>
        <p:spPr>
          <a:xfrm rot="16200000">
            <a:off x="8407530" y="369777"/>
            <a:ext cx="649725" cy="6095808"/>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71" name="Oval 170">
            <a:extLst>
              <a:ext uri="{FF2B5EF4-FFF2-40B4-BE49-F238E27FC236}">
                <a16:creationId xmlns:a16="http://schemas.microsoft.com/office/drawing/2014/main" id="{4F7E108A-694B-73E8-BA51-064C7B4C6635}"/>
              </a:ext>
            </a:extLst>
          </p:cNvPr>
          <p:cNvSpPr/>
          <p:nvPr/>
        </p:nvSpPr>
        <p:spPr>
          <a:xfrm>
            <a:off x="10689031" y="3321417"/>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72" name="Oval 171">
            <a:extLst>
              <a:ext uri="{FF2B5EF4-FFF2-40B4-BE49-F238E27FC236}">
                <a16:creationId xmlns:a16="http://schemas.microsoft.com/office/drawing/2014/main" id="{094700CE-7762-182D-4502-DA85BCE4E46E}"/>
              </a:ext>
            </a:extLst>
          </p:cNvPr>
          <p:cNvSpPr/>
          <p:nvPr/>
        </p:nvSpPr>
        <p:spPr>
          <a:xfrm>
            <a:off x="9998913" y="3311407"/>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mc:AlternateContent xmlns:mc="http://schemas.openxmlformats.org/markup-compatibility/2006" xmlns:a14="http://schemas.microsoft.com/office/drawing/2010/main">
        <mc:Choice Requires="a14">
          <p:sp>
            <p:nvSpPr>
              <p:cNvPr id="173" name="TextBox 172">
                <a:extLst>
                  <a:ext uri="{FF2B5EF4-FFF2-40B4-BE49-F238E27FC236}">
                    <a16:creationId xmlns:a16="http://schemas.microsoft.com/office/drawing/2014/main" id="{C73DC6D2-4DD8-6370-D176-41D5E54CB90E}"/>
                  </a:ext>
                </a:extLst>
              </p:cNvPr>
              <p:cNvSpPr txBox="1"/>
              <p:nvPr/>
            </p:nvSpPr>
            <p:spPr>
              <a:xfrm>
                <a:off x="5892561" y="3252866"/>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3" name="TextBox 172">
                <a:extLst>
                  <a:ext uri="{FF2B5EF4-FFF2-40B4-BE49-F238E27FC236}">
                    <a16:creationId xmlns:a16="http://schemas.microsoft.com/office/drawing/2014/main" id="{C73DC6D2-4DD8-6370-D176-41D5E54CB90E}"/>
                  </a:ext>
                </a:extLst>
              </p:cNvPr>
              <p:cNvSpPr txBox="1">
                <a:spLocks noRot="1" noChangeAspect="1" noMove="1" noResize="1" noEditPoints="1" noAdjustHandles="1" noChangeArrowheads="1" noChangeShapeType="1" noTextEdit="1"/>
              </p:cNvSpPr>
              <p:nvPr/>
            </p:nvSpPr>
            <p:spPr>
              <a:xfrm>
                <a:off x="5892561" y="3252866"/>
                <a:ext cx="229229" cy="276999"/>
              </a:xfrm>
              <a:prstGeom prst="rect">
                <a:avLst/>
              </a:prstGeom>
              <a:blipFill>
                <a:blip r:embed="rId9"/>
                <a:stretch>
                  <a:fillRect l="-16667" r="-16667"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4D23527E-5313-DA8F-F21F-5E0792A03D66}"/>
                  </a:ext>
                </a:extLst>
              </p:cNvPr>
              <p:cNvSpPr txBox="1"/>
              <p:nvPr/>
            </p:nvSpPr>
            <p:spPr>
              <a:xfrm>
                <a:off x="6567051" y="327918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4" name="TextBox 173">
                <a:extLst>
                  <a:ext uri="{FF2B5EF4-FFF2-40B4-BE49-F238E27FC236}">
                    <a16:creationId xmlns:a16="http://schemas.microsoft.com/office/drawing/2014/main" id="{4D23527E-5313-DA8F-F21F-5E0792A03D66}"/>
                  </a:ext>
                </a:extLst>
              </p:cNvPr>
              <p:cNvSpPr txBox="1">
                <a:spLocks noRot="1" noChangeAspect="1" noMove="1" noResize="1" noEditPoints="1" noAdjustHandles="1" noChangeArrowheads="1" noChangeShapeType="1" noTextEdit="1"/>
              </p:cNvSpPr>
              <p:nvPr/>
            </p:nvSpPr>
            <p:spPr>
              <a:xfrm>
                <a:off x="6567051" y="3279181"/>
                <a:ext cx="229229" cy="276999"/>
              </a:xfrm>
              <a:prstGeom prst="rect">
                <a:avLst/>
              </a:prstGeom>
              <a:blipFill>
                <a:blip r:embed="rId9"/>
                <a:stretch>
                  <a:fillRect l="-10000" r="-10000"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E5415620-88F9-DC82-56F9-ABEC7044A9BA}"/>
                  </a:ext>
                </a:extLst>
              </p:cNvPr>
              <p:cNvSpPr txBox="1"/>
              <p:nvPr/>
            </p:nvSpPr>
            <p:spPr>
              <a:xfrm>
                <a:off x="7249621" y="32702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5" name="TextBox 174">
                <a:extLst>
                  <a:ext uri="{FF2B5EF4-FFF2-40B4-BE49-F238E27FC236}">
                    <a16:creationId xmlns:a16="http://schemas.microsoft.com/office/drawing/2014/main" id="{E5415620-88F9-DC82-56F9-ABEC7044A9BA}"/>
                  </a:ext>
                </a:extLst>
              </p:cNvPr>
              <p:cNvSpPr txBox="1">
                <a:spLocks noRot="1" noChangeAspect="1" noMove="1" noResize="1" noEditPoints="1" noAdjustHandles="1" noChangeArrowheads="1" noChangeShapeType="1" noTextEdit="1"/>
              </p:cNvSpPr>
              <p:nvPr/>
            </p:nvSpPr>
            <p:spPr>
              <a:xfrm>
                <a:off x="7249621" y="3270229"/>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176" name="Oval 175">
            <a:extLst>
              <a:ext uri="{FF2B5EF4-FFF2-40B4-BE49-F238E27FC236}">
                <a16:creationId xmlns:a16="http://schemas.microsoft.com/office/drawing/2014/main" id="{0B56B95F-3B9E-6F97-86EE-8AA5B99B1B65}"/>
              </a:ext>
            </a:extLst>
          </p:cNvPr>
          <p:cNvSpPr/>
          <p:nvPr/>
        </p:nvSpPr>
        <p:spPr>
          <a:xfrm>
            <a:off x="10211572" y="3516493"/>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77" name="Oval 176">
            <a:extLst>
              <a:ext uri="{FF2B5EF4-FFF2-40B4-BE49-F238E27FC236}">
                <a16:creationId xmlns:a16="http://schemas.microsoft.com/office/drawing/2014/main" id="{5B785E01-CD22-293E-E841-AA3480B16D9D}"/>
              </a:ext>
            </a:extLst>
          </p:cNvPr>
          <p:cNvSpPr/>
          <p:nvPr/>
        </p:nvSpPr>
        <p:spPr>
          <a:xfrm>
            <a:off x="10912468" y="3524458"/>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4C00075E-628E-FD6E-BD25-690E7CE572B1}"/>
                  </a:ext>
                </a:extLst>
              </p:cNvPr>
              <p:cNvSpPr txBox="1"/>
              <p:nvPr/>
            </p:nvSpPr>
            <p:spPr>
              <a:xfrm>
                <a:off x="9514999" y="34837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9" name="TextBox 178">
                <a:extLst>
                  <a:ext uri="{FF2B5EF4-FFF2-40B4-BE49-F238E27FC236}">
                    <a16:creationId xmlns:a16="http://schemas.microsoft.com/office/drawing/2014/main" id="{4C00075E-628E-FD6E-BD25-690E7CE572B1}"/>
                  </a:ext>
                </a:extLst>
              </p:cNvPr>
              <p:cNvSpPr txBox="1">
                <a:spLocks noRot="1" noChangeAspect="1" noMove="1" noResize="1" noEditPoints="1" noAdjustHandles="1" noChangeArrowheads="1" noChangeShapeType="1" noTextEdit="1"/>
              </p:cNvSpPr>
              <p:nvPr/>
            </p:nvSpPr>
            <p:spPr>
              <a:xfrm>
                <a:off x="9514999" y="34837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180" name="TextBox 179">
            <a:extLst>
              <a:ext uri="{FF2B5EF4-FFF2-40B4-BE49-F238E27FC236}">
                <a16:creationId xmlns:a16="http://schemas.microsoft.com/office/drawing/2014/main" id="{31C6F448-8449-C371-2AC0-AF51AC0607E8}"/>
              </a:ext>
            </a:extLst>
          </p:cNvPr>
          <p:cNvSpPr txBox="1"/>
          <p:nvPr/>
        </p:nvSpPr>
        <p:spPr>
          <a:xfrm>
            <a:off x="319009" y="313155"/>
            <a:ext cx="5220626" cy="707886"/>
          </a:xfrm>
          <a:prstGeom prst="rect">
            <a:avLst/>
          </a:prstGeom>
          <a:noFill/>
        </p:spPr>
        <p:txBody>
          <a:bodyPr wrap="square" rtlCol="0">
            <a:spAutoFit/>
          </a:bodyPr>
          <a:lstStyle/>
          <a:p>
            <a:r>
              <a:rPr lang="en-TW" sz="4000" b="1" dirty="0">
                <a:latin typeface="Playfair Display Black" pitchFamily="2" charset="77"/>
              </a:rPr>
              <a:t>Advanced </a:t>
            </a:r>
            <a:r>
              <a:rPr lang="en-TW" sz="4000" b="1" i="1" dirty="0">
                <a:latin typeface="Playfair Display SemiBold" pitchFamily="2" charset="77"/>
              </a:rPr>
              <a:t>Techniques</a:t>
            </a:r>
          </a:p>
        </p:txBody>
      </p:sp>
      <p:sp>
        <p:nvSpPr>
          <p:cNvPr id="182" name="TextBox 181">
            <a:extLst>
              <a:ext uri="{FF2B5EF4-FFF2-40B4-BE49-F238E27FC236}">
                <a16:creationId xmlns:a16="http://schemas.microsoft.com/office/drawing/2014/main" id="{BA3772D2-B93A-13AE-790E-34B535034206}"/>
              </a:ext>
            </a:extLst>
          </p:cNvPr>
          <p:cNvSpPr txBox="1"/>
          <p:nvPr/>
        </p:nvSpPr>
        <p:spPr>
          <a:xfrm>
            <a:off x="647441" y="2617444"/>
            <a:ext cx="4182175" cy="2946063"/>
          </a:xfrm>
          <a:prstGeom prst="rect">
            <a:avLst/>
          </a:prstGeom>
          <a:noFill/>
        </p:spPr>
        <p:txBody>
          <a:bodyPr wrap="square" rtlCol="0">
            <a:spAutoFit/>
          </a:bodyPr>
          <a:lstStyle/>
          <a:p>
            <a:pPr>
              <a:lnSpc>
                <a:spcPct val="150000"/>
              </a:lnSpc>
            </a:pPr>
            <a:r>
              <a:rPr lang="en-US" dirty="0">
                <a:latin typeface="Lato" panose="020F0502020204030203" pitchFamily="34" charset="77"/>
              </a:rPr>
              <a:t>Therefore, the number “5” must occupy one of the circled positions, eliminating all other possible candidates of “5” for these highlighted row. </a:t>
            </a:r>
            <a:br>
              <a:rPr lang="en-US" dirty="0">
                <a:latin typeface="Lato" panose="020F0502020204030203" pitchFamily="34" charset="77"/>
              </a:rPr>
            </a:br>
            <a:br>
              <a:rPr lang="en-US" dirty="0">
                <a:latin typeface="Lato" panose="020F0502020204030203" pitchFamily="34" charset="77"/>
              </a:rPr>
            </a:br>
            <a:r>
              <a:rPr lang="en-US" dirty="0">
                <a:latin typeface="Lato" panose="020F0502020204030203" pitchFamily="34" charset="77"/>
              </a:rPr>
              <a:t>This techniques also applies to the number “9”</a:t>
            </a:r>
            <a:endParaRPr lang="en-TW" dirty="0">
              <a:latin typeface="Lato" panose="020F0502020204030203" pitchFamily="34" charset="77"/>
            </a:endParaRPr>
          </a:p>
        </p:txBody>
      </p:sp>
    </p:spTree>
    <p:extLst>
      <p:ext uri="{BB962C8B-B14F-4D97-AF65-F5344CB8AC3E}">
        <p14:creationId xmlns:p14="http://schemas.microsoft.com/office/powerpoint/2010/main" val="2379921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87" name="TextBox 86">
            <a:extLst>
              <a:ext uri="{FF2B5EF4-FFF2-40B4-BE49-F238E27FC236}">
                <a16:creationId xmlns:a16="http://schemas.microsoft.com/office/drawing/2014/main" id="{1D1FD712-2CD6-B782-F9DC-618E16E18065}"/>
              </a:ext>
            </a:extLst>
          </p:cNvPr>
          <p:cNvSpPr txBox="1"/>
          <p:nvPr/>
        </p:nvSpPr>
        <p:spPr>
          <a:xfrm>
            <a:off x="345643" y="1207323"/>
            <a:ext cx="4707924" cy="707886"/>
          </a:xfrm>
          <a:prstGeom prst="rect">
            <a:avLst/>
          </a:prstGeom>
          <a:noFill/>
        </p:spPr>
        <p:txBody>
          <a:bodyPr wrap="square" rtlCol="0">
            <a:spAutoFit/>
          </a:bodyPr>
          <a:lstStyle/>
          <a:p>
            <a:r>
              <a:rPr lang="en-TW" sz="4000" b="1" dirty="0">
                <a:latin typeface="Lato" panose="020F0502020204030203" pitchFamily="34" charset="77"/>
              </a:rPr>
              <a:t>Locked Candidates</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497846" y="380849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0" name="Rectangle 99">
            <a:extLst>
              <a:ext uri="{FF2B5EF4-FFF2-40B4-BE49-F238E27FC236}">
                <a16:creationId xmlns:a16="http://schemas.microsoft.com/office/drawing/2014/main" id="{6B8874A5-1A27-0E3A-E64B-2D78D61739A1}"/>
              </a:ext>
            </a:extLst>
          </p:cNvPr>
          <p:cNvSpPr/>
          <p:nvPr/>
        </p:nvSpPr>
        <p:spPr>
          <a:xfrm>
            <a:off x="7895058"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612015" y="615777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0" name="Oval 159">
            <a:extLst>
              <a:ext uri="{FF2B5EF4-FFF2-40B4-BE49-F238E27FC236}">
                <a16:creationId xmlns:a16="http://schemas.microsoft.com/office/drawing/2014/main" id="{67418F5E-E3B4-1D6F-1C74-3EF6FDEE1832}"/>
              </a:ext>
            </a:extLst>
          </p:cNvPr>
          <p:cNvSpPr/>
          <p:nvPr/>
        </p:nvSpPr>
        <p:spPr>
          <a:xfrm>
            <a:off x="5905790" y="5807697"/>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61" name="Oval 160">
            <a:extLst>
              <a:ext uri="{FF2B5EF4-FFF2-40B4-BE49-F238E27FC236}">
                <a16:creationId xmlns:a16="http://schemas.microsoft.com/office/drawing/2014/main" id="{8466173D-8A3A-D256-F781-149C571DCBE5}"/>
              </a:ext>
            </a:extLst>
          </p:cNvPr>
          <p:cNvSpPr/>
          <p:nvPr/>
        </p:nvSpPr>
        <p:spPr>
          <a:xfrm>
            <a:off x="5907054" y="4451570"/>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p:sp>
        <p:nvSpPr>
          <p:cNvPr id="170" name="Rectangle 169">
            <a:extLst>
              <a:ext uri="{FF2B5EF4-FFF2-40B4-BE49-F238E27FC236}">
                <a16:creationId xmlns:a16="http://schemas.microsoft.com/office/drawing/2014/main" id="{AF5F17D5-FCA1-5DF1-5201-5C3BEAC2BB4D}"/>
              </a:ext>
            </a:extLst>
          </p:cNvPr>
          <p:cNvSpPr/>
          <p:nvPr/>
        </p:nvSpPr>
        <p:spPr>
          <a:xfrm rot="16200000">
            <a:off x="8729958" y="692206"/>
            <a:ext cx="649725" cy="5450951"/>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71" name="Oval 170">
            <a:extLst>
              <a:ext uri="{FF2B5EF4-FFF2-40B4-BE49-F238E27FC236}">
                <a16:creationId xmlns:a16="http://schemas.microsoft.com/office/drawing/2014/main" id="{4F7E108A-694B-73E8-BA51-064C7B4C6635}"/>
              </a:ext>
            </a:extLst>
          </p:cNvPr>
          <p:cNvSpPr/>
          <p:nvPr/>
        </p:nvSpPr>
        <p:spPr>
          <a:xfrm>
            <a:off x="10689031" y="3321417"/>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72" name="Oval 171">
            <a:extLst>
              <a:ext uri="{FF2B5EF4-FFF2-40B4-BE49-F238E27FC236}">
                <a16:creationId xmlns:a16="http://schemas.microsoft.com/office/drawing/2014/main" id="{094700CE-7762-182D-4502-DA85BCE4E46E}"/>
              </a:ext>
            </a:extLst>
          </p:cNvPr>
          <p:cNvSpPr/>
          <p:nvPr/>
        </p:nvSpPr>
        <p:spPr>
          <a:xfrm>
            <a:off x="9998913" y="3311407"/>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mc:AlternateContent xmlns:mc="http://schemas.openxmlformats.org/markup-compatibility/2006" xmlns:a14="http://schemas.microsoft.com/office/drawing/2010/main">
        <mc:Choice Requires="a14">
          <p:sp>
            <p:nvSpPr>
              <p:cNvPr id="173" name="TextBox 172">
                <a:extLst>
                  <a:ext uri="{FF2B5EF4-FFF2-40B4-BE49-F238E27FC236}">
                    <a16:creationId xmlns:a16="http://schemas.microsoft.com/office/drawing/2014/main" id="{C73DC6D2-4DD8-6370-D176-41D5E54CB90E}"/>
                  </a:ext>
                </a:extLst>
              </p:cNvPr>
              <p:cNvSpPr txBox="1"/>
              <p:nvPr/>
            </p:nvSpPr>
            <p:spPr>
              <a:xfrm>
                <a:off x="5892561" y="3252866"/>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3" name="TextBox 172">
                <a:extLst>
                  <a:ext uri="{FF2B5EF4-FFF2-40B4-BE49-F238E27FC236}">
                    <a16:creationId xmlns:a16="http://schemas.microsoft.com/office/drawing/2014/main" id="{C73DC6D2-4DD8-6370-D176-41D5E54CB90E}"/>
                  </a:ext>
                </a:extLst>
              </p:cNvPr>
              <p:cNvSpPr txBox="1">
                <a:spLocks noRot="1" noChangeAspect="1" noMove="1" noResize="1" noEditPoints="1" noAdjustHandles="1" noChangeArrowheads="1" noChangeShapeType="1" noTextEdit="1"/>
              </p:cNvSpPr>
              <p:nvPr/>
            </p:nvSpPr>
            <p:spPr>
              <a:xfrm>
                <a:off x="5892561" y="3252866"/>
                <a:ext cx="229229" cy="276999"/>
              </a:xfrm>
              <a:prstGeom prst="rect">
                <a:avLst/>
              </a:prstGeom>
              <a:blipFill>
                <a:blip r:embed="rId9"/>
                <a:stretch>
                  <a:fillRect l="-16667" r="-16667"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4D23527E-5313-DA8F-F21F-5E0792A03D66}"/>
                  </a:ext>
                </a:extLst>
              </p:cNvPr>
              <p:cNvSpPr txBox="1"/>
              <p:nvPr/>
            </p:nvSpPr>
            <p:spPr>
              <a:xfrm>
                <a:off x="6567051" y="327918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4" name="TextBox 173">
                <a:extLst>
                  <a:ext uri="{FF2B5EF4-FFF2-40B4-BE49-F238E27FC236}">
                    <a16:creationId xmlns:a16="http://schemas.microsoft.com/office/drawing/2014/main" id="{4D23527E-5313-DA8F-F21F-5E0792A03D66}"/>
                  </a:ext>
                </a:extLst>
              </p:cNvPr>
              <p:cNvSpPr txBox="1">
                <a:spLocks noRot="1" noChangeAspect="1" noMove="1" noResize="1" noEditPoints="1" noAdjustHandles="1" noChangeArrowheads="1" noChangeShapeType="1" noTextEdit="1"/>
              </p:cNvSpPr>
              <p:nvPr/>
            </p:nvSpPr>
            <p:spPr>
              <a:xfrm>
                <a:off x="6567051" y="3279181"/>
                <a:ext cx="229229" cy="276999"/>
              </a:xfrm>
              <a:prstGeom prst="rect">
                <a:avLst/>
              </a:prstGeom>
              <a:blipFill>
                <a:blip r:embed="rId9"/>
                <a:stretch>
                  <a:fillRect l="-10000" r="-10000"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E5415620-88F9-DC82-56F9-ABEC7044A9BA}"/>
                  </a:ext>
                </a:extLst>
              </p:cNvPr>
              <p:cNvSpPr txBox="1"/>
              <p:nvPr/>
            </p:nvSpPr>
            <p:spPr>
              <a:xfrm>
                <a:off x="7249621" y="32702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5" name="TextBox 174">
                <a:extLst>
                  <a:ext uri="{FF2B5EF4-FFF2-40B4-BE49-F238E27FC236}">
                    <a16:creationId xmlns:a16="http://schemas.microsoft.com/office/drawing/2014/main" id="{E5415620-88F9-DC82-56F9-ABEC7044A9BA}"/>
                  </a:ext>
                </a:extLst>
              </p:cNvPr>
              <p:cNvSpPr txBox="1">
                <a:spLocks noRot="1" noChangeAspect="1" noMove="1" noResize="1" noEditPoints="1" noAdjustHandles="1" noChangeArrowheads="1" noChangeShapeType="1" noTextEdit="1"/>
              </p:cNvSpPr>
              <p:nvPr/>
            </p:nvSpPr>
            <p:spPr>
              <a:xfrm>
                <a:off x="7249621" y="3270229"/>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4C00075E-628E-FD6E-BD25-690E7CE572B1}"/>
                  </a:ext>
                </a:extLst>
              </p:cNvPr>
              <p:cNvSpPr txBox="1"/>
              <p:nvPr/>
            </p:nvSpPr>
            <p:spPr>
              <a:xfrm>
                <a:off x="9514999" y="34837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9" name="TextBox 178">
                <a:extLst>
                  <a:ext uri="{FF2B5EF4-FFF2-40B4-BE49-F238E27FC236}">
                    <a16:creationId xmlns:a16="http://schemas.microsoft.com/office/drawing/2014/main" id="{4C00075E-628E-FD6E-BD25-690E7CE572B1}"/>
                  </a:ext>
                </a:extLst>
              </p:cNvPr>
              <p:cNvSpPr txBox="1">
                <a:spLocks noRot="1" noChangeAspect="1" noMove="1" noResize="1" noEditPoints="1" noAdjustHandles="1" noChangeArrowheads="1" noChangeShapeType="1" noTextEdit="1"/>
              </p:cNvSpPr>
              <p:nvPr/>
            </p:nvSpPr>
            <p:spPr>
              <a:xfrm>
                <a:off x="9514999" y="34837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180" name="Oval 179">
            <a:extLst>
              <a:ext uri="{FF2B5EF4-FFF2-40B4-BE49-F238E27FC236}">
                <a16:creationId xmlns:a16="http://schemas.microsoft.com/office/drawing/2014/main" id="{C7BA3929-B07F-E7B8-93B9-D71DF1261732}"/>
              </a:ext>
            </a:extLst>
          </p:cNvPr>
          <p:cNvSpPr/>
          <p:nvPr/>
        </p:nvSpPr>
        <p:spPr>
          <a:xfrm>
            <a:off x="8153861" y="2859783"/>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81" name="TextBox 180">
            <a:extLst>
              <a:ext uri="{FF2B5EF4-FFF2-40B4-BE49-F238E27FC236}">
                <a16:creationId xmlns:a16="http://schemas.microsoft.com/office/drawing/2014/main" id="{CC030AF8-62A9-3D02-977D-6A1727EDE6EE}"/>
              </a:ext>
            </a:extLst>
          </p:cNvPr>
          <p:cNvSpPr txBox="1"/>
          <p:nvPr/>
        </p:nvSpPr>
        <p:spPr>
          <a:xfrm>
            <a:off x="319009" y="313155"/>
            <a:ext cx="5220626" cy="707886"/>
          </a:xfrm>
          <a:prstGeom prst="rect">
            <a:avLst/>
          </a:prstGeom>
          <a:noFill/>
        </p:spPr>
        <p:txBody>
          <a:bodyPr wrap="square" rtlCol="0">
            <a:spAutoFit/>
          </a:bodyPr>
          <a:lstStyle/>
          <a:p>
            <a:r>
              <a:rPr lang="en-TW" sz="4000" b="1" dirty="0">
                <a:latin typeface="Playfair Display Black" pitchFamily="2" charset="77"/>
              </a:rPr>
              <a:t>Advanced </a:t>
            </a:r>
            <a:r>
              <a:rPr lang="en-TW" sz="4000" b="1" i="1" dirty="0">
                <a:latin typeface="Playfair Display SemiBold" pitchFamily="2" charset="77"/>
              </a:rPr>
              <a:t>Techniques</a:t>
            </a:r>
          </a:p>
        </p:txBody>
      </p:sp>
      <p:sp>
        <p:nvSpPr>
          <p:cNvPr id="182" name="TextBox 181">
            <a:extLst>
              <a:ext uri="{FF2B5EF4-FFF2-40B4-BE49-F238E27FC236}">
                <a16:creationId xmlns:a16="http://schemas.microsoft.com/office/drawing/2014/main" id="{9F4243D3-A1A5-3262-8DE9-8C6E1DFDA92D}"/>
              </a:ext>
            </a:extLst>
          </p:cNvPr>
          <p:cNvSpPr txBox="1"/>
          <p:nvPr/>
        </p:nvSpPr>
        <p:spPr>
          <a:xfrm>
            <a:off x="534199" y="3373773"/>
            <a:ext cx="4524911" cy="1293367"/>
          </a:xfrm>
          <a:prstGeom prst="rect">
            <a:avLst/>
          </a:prstGeom>
          <a:noFill/>
        </p:spPr>
        <p:txBody>
          <a:bodyPr wrap="square" rtlCol="0">
            <a:spAutoFit/>
          </a:bodyPr>
          <a:lstStyle/>
          <a:p>
            <a:pPr>
              <a:lnSpc>
                <a:spcPct val="150000"/>
              </a:lnSpc>
            </a:pPr>
            <a:r>
              <a:rPr lang="en-US" dirty="0">
                <a:latin typeface="Lato" panose="020F0502020204030203" pitchFamily="34" charset="77"/>
              </a:rPr>
              <a:t>The circled "9" is determined to be the only valid placement for the number “9” within the box after eliminating all the candidates. </a:t>
            </a:r>
            <a:endParaRPr lang="en-TW" dirty="0"/>
          </a:p>
        </p:txBody>
      </p:sp>
    </p:spTree>
    <p:extLst>
      <p:ext uri="{BB962C8B-B14F-4D97-AF65-F5344CB8AC3E}">
        <p14:creationId xmlns:p14="http://schemas.microsoft.com/office/powerpoint/2010/main" val="2364623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87" name="TextBox 86">
            <a:extLst>
              <a:ext uri="{FF2B5EF4-FFF2-40B4-BE49-F238E27FC236}">
                <a16:creationId xmlns:a16="http://schemas.microsoft.com/office/drawing/2014/main" id="{1D1FD712-2CD6-B782-F9DC-618E16E18065}"/>
              </a:ext>
            </a:extLst>
          </p:cNvPr>
          <p:cNvSpPr txBox="1"/>
          <p:nvPr/>
        </p:nvSpPr>
        <p:spPr>
          <a:xfrm>
            <a:off x="345643" y="1207323"/>
            <a:ext cx="4707924" cy="707886"/>
          </a:xfrm>
          <a:prstGeom prst="rect">
            <a:avLst/>
          </a:prstGeom>
          <a:noFill/>
        </p:spPr>
        <p:txBody>
          <a:bodyPr wrap="square" rtlCol="0">
            <a:spAutoFit/>
          </a:bodyPr>
          <a:lstStyle/>
          <a:p>
            <a:r>
              <a:rPr lang="en-TW" sz="4000" b="1" dirty="0">
                <a:latin typeface="Lato" panose="020F0502020204030203" pitchFamily="34" charset="77"/>
              </a:rPr>
              <a:t>Locked Candidates</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497846" y="380849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9"/>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0"/>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1"/>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12"/>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1"/>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0" name="Rectangle 99">
            <a:extLst>
              <a:ext uri="{FF2B5EF4-FFF2-40B4-BE49-F238E27FC236}">
                <a16:creationId xmlns:a16="http://schemas.microsoft.com/office/drawing/2014/main" id="{6B8874A5-1A27-0E3A-E64B-2D78D61739A1}"/>
              </a:ext>
            </a:extLst>
          </p:cNvPr>
          <p:cNvSpPr/>
          <p:nvPr/>
        </p:nvSpPr>
        <p:spPr>
          <a:xfrm>
            <a:off x="7727840" y="2408389"/>
            <a:ext cx="578352" cy="62853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612015" y="615777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2" name="Oval 181">
            <a:extLst>
              <a:ext uri="{FF2B5EF4-FFF2-40B4-BE49-F238E27FC236}">
                <a16:creationId xmlns:a16="http://schemas.microsoft.com/office/drawing/2014/main" id="{531791BF-D508-1CBE-EB0A-E59483EEDF22}"/>
              </a:ext>
            </a:extLst>
          </p:cNvPr>
          <p:cNvSpPr/>
          <p:nvPr/>
        </p:nvSpPr>
        <p:spPr>
          <a:xfrm>
            <a:off x="5691689" y="2416518"/>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83" name="Oval 182">
            <a:extLst>
              <a:ext uri="{FF2B5EF4-FFF2-40B4-BE49-F238E27FC236}">
                <a16:creationId xmlns:a16="http://schemas.microsoft.com/office/drawing/2014/main" id="{CE4D6F56-44C1-C64F-3FEF-40055C3FC57F}"/>
              </a:ext>
            </a:extLst>
          </p:cNvPr>
          <p:cNvSpPr/>
          <p:nvPr/>
        </p:nvSpPr>
        <p:spPr>
          <a:xfrm>
            <a:off x="6335760" y="2408389"/>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84" name="Oval 183">
            <a:extLst>
              <a:ext uri="{FF2B5EF4-FFF2-40B4-BE49-F238E27FC236}">
                <a16:creationId xmlns:a16="http://schemas.microsoft.com/office/drawing/2014/main" id="{8AA4520E-C4E3-E199-F0F7-80395E039E58}"/>
              </a:ext>
            </a:extLst>
          </p:cNvPr>
          <p:cNvSpPr/>
          <p:nvPr/>
        </p:nvSpPr>
        <p:spPr>
          <a:xfrm>
            <a:off x="7033242" y="2408389"/>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85" name="TextBox 184">
            <a:extLst>
              <a:ext uri="{FF2B5EF4-FFF2-40B4-BE49-F238E27FC236}">
                <a16:creationId xmlns:a16="http://schemas.microsoft.com/office/drawing/2014/main" id="{49743EFD-002F-B4E1-01A3-1644E1F8BAD4}"/>
              </a:ext>
            </a:extLst>
          </p:cNvPr>
          <p:cNvSpPr txBox="1"/>
          <p:nvPr/>
        </p:nvSpPr>
        <p:spPr>
          <a:xfrm>
            <a:off x="7832099" y="242486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9</a:t>
            </a:r>
          </a:p>
        </p:txBody>
      </p:sp>
      <p:sp>
        <p:nvSpPr>
          <p:cNvPr id="181" name="Rectangle 180">
            <a:extLst>
              <a:ext uri="{FF2B5EF4-FFF2-40B4-BE49-F238E27FC236}">
                <a16:creationId xmlns:a16="http://schemas.microsoft.com/office/drawing/2014/main" id="{8125097F-537E-F603-6AC9-04102A0BB5BB}"/>
              </a:ext>
            </a:extLst>
          </p:cNvPr>
          <p:cNvSpPr/>
          <p:nvPr/>
        </p:nvSpPr>
        <p:spPr>
          <a:xfrm rot="16200000">
            <a:off x="8411451" y="-327422"/>
            <a:ext cx="649725" cy="6103650"/>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07" name="TextBox 106">
            <a:extLst>
              <a:ext uri="{FF2B5EF4-FFF2-40B4-BE49-F238E27FC236}">
                <a16:creationId xmlns:a16="http://schemas.microsoft.com/office/drawing/2014/main" id="{4CC5CD0F-2896-D1D9-9AC8-347EA6274F33}"/>
              </a:ext>
            </a:extLst>
          </p:cNvPr>
          <p:cNvSpPr txBox="1"/>
          <p:nvPr/>
        </p:nvSpPr>
        <p:spPr>
          <a:xfrm>
            <a:off x="319009" y="313155"/>
            <a:ext cx="5220626" cy="707886"/>
          </a:xfrm>
          <a:prstGeom prst="rect">
            <a:avLst/>
          </a:prstGeom>
          <a:noFill/>
        </p:spPr>
        <p:txBody>
          <a:bodyPr wrap="square" rtlCol="0">
            <a:spAutoFit/>
          </a:bodyPr>
          <a:lstStyle/>
          <a:p>
            <a:r>
              <a:rPr lang="en-TW" sz="4000" b="1" dirty="0">
                <a:latin typeface="Playfair Display Black" pitchFamily="2" charset="77"/>
              </a:rPr>
              <a:t>Advanced </a:t>
            </a:r>
            <a:r>
              <a:rPr lang="en-TW" sz="4000" b="1" i="1" dirty="0">
                <a:latin typeface="Playfair Display SemiBold" pitchFamily="2" charset="77"/>
              </a:rPr>
              <a:t>Techniques</a:t>
            </a:r>
          </a:p>
        </p:txBody>
      </p:sp>
      <p:sp>
        <p:nvSpPr>
          <p:cNvPr id="159" name="TextBox 158">
            <a:extLst>
              <a:ext uri="{FF2B5EF4-FFF2-40B4-BE49-F238E27FC236}">
                <a16:creationId xmlns:a16="http://schemas.microsoft.com/office/drawing/2014/main" id="{C898E0BD-9EFA-F224-CC40-8B73C51EB951}"/>
              </a:ext>
            </a:extLst>
          </p:cNvPr>
          <p:cNvSpPr txBox="1"/>
          <p:nvPr/>
        </p:nvSpPr>
        <p:spPr>
          <a:xfrm>
            <a:off x="747816" y="2609325"/>
            <a:ext cx="4107273" cy="2530565"/>
          </a:xfrm>
          <a:prstGeom prst="rect">
            <a:avLst/>
          </a:prstGeom>
          <a:noFill/>
        </p:spPr>
        <p:txBody>
          <a:bodyPr wrap="square" rtlCol="0">
            <a:spAutoFit/>
          </a:bodyPr>
          <a:lstStyle/>
          <a:p>
            <a:pPr>
              <a:lnSpc>
                <a:spcPct val="150000"/>
              </a:lnSpc>
            </a:pPr>
            <a:r>
              <a:rPr lang="en-TW" dirty="0">
                <a:latin typeface="Lato" panose="020F0502020204030203" pitchFamily="34" charset="77"/>
              </a:rPr>
              <a:t>This is another example, </a:t>
            </a:r>
            <a:r>
              <a:rPr lang="en-US" dirty="0">
                <a:latin typeface="Lato" panose="020F0502020204030203" pitchFamily="34" charset="77"/>
              </a:rPr>
              <a:t>the circled "1s" show that the number “1” must occupy one of these highlighted cells in that row because no other highlighted cells in the row contain the number “1” as a possibility</a:t>
            </a:r>
            <a:endParaRPr lang="en-TW" dirty="0">
              <a:latin typeface="Lato" panose="020F0502020204030203" pitchFamily="34" charset="77"/>
            </a:endParaRPr>
          </a:p>
        </p:txBody>
      </p:sp>
    </p:spTree>
    <p:extLst>
      <p:ext uri="{BB962C8B-B14F-4D97-AF65-F5344CB8AC3E}">
        <p14:creationId xmlns:p14="http://schemas.microsoft.com/office/powerpoint/2010/main" val="541647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87" name="TextBox 86">
            <a:extLst>
              <a:ext uri="{FF2B5EF4-FFF2-40B4-BE49-F238E27FC236}">
                <a16:creationId xmlns:a16="http://schemas.microsoft.com/office/drawing/2014/main" id="{1D1FD712-2CD6-B782-F9DC-618E16E18065}"/>
              </a:ext>
            </a:extLst>
          </p:cNvPr>
          <p:cNvSpPr txBox="1"/>
          <p:nvPr/>
        </p:nvSpPr>
        <p:spPr>
          <a:xfrm>
            <a:off x="345643" y="1207323"/>
            <a:ext cx="4707924" cy="707886"/>
          </a:xfrm>
          <a:prstGeom prst="rect">
            <a:avLst/>
          </a:prstGeom>
          <a:noFill/>
        </p:spPr>
        <p:txBody>
          <a:bodyPr wrap="square" rtlCol="0">
            <a:spAutoFit/>
          </a:bodyPr>
          <a:lstStyle/>
          <a:p>
            <a:r>
              <a:rPr lang="en-TW" sz="4000" b="1" dirty="0">
                <a:latin typeface="Lato" panose="020F0502020204030203" pitchFamily="34" charset="77"/>
              </a:rPr>
              <a:t>Locked Candidates</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497846" y="380849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9"/>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0"/>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1"/>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12"/>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1"/>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0" name="Rectangle 99">
            <a:extLst>
              <a:ext uri="{FF2B5EF4-FFF2-40B4-BE49-F238E27FC236}">
                <a16:creationId xmlns:a16="http://schemas.microsoft.com/office/drawing/2014/main" id="{6B8874A5-1A27-0E3A-E64B-2D78D61739A1}"/>
              </a:ext>
            </a:extLst>
          </p:cNvPr>
          <p:cNvSpPr/>
          <p:nvPr/>
        </p:nvSpPr>
        <p:spPr>
          <a:xfrm>
            <a:off x="7727840" y="2408389"/>
            <a:ext cx="578352" cy="62853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612015" y="615777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2" name="Oval 181">
            <a:extLst>
              <a:ext uri="{FF2B5EF4-FFF2-40B4-BE49-F238E27FC236}">
                <a16:creationId xmlns:a16="http://schemas.microsoft.com/office/drawing/2014/main" id="{531791BF-D508-1CBE-EB0A-E59483EEDF22}"/>
              </a:ext>
            </a:extLst>
          </p:cNvPr>
          <p:cNvSpPr/>
          <p:nvPr/>
        </p:nvSpPr>
        <p:spPr>
          <a:xfrm>
            <a:off x="5691689" y="2416518"/>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83" name="Oval 182">
            <a:extLst>
              <a:ext uri="{FF2B5EF4-FFF2-40B4-BE49-F238E27FC236}">
                <a16:creationId xmlns:a16="http://schemas.microsoft.com/office/drawing/2014/main" id="{CE4D6F56-44C1-C64F-3FEF-40055C3FC57F}"/>
              </a:ext>
            </a:extLst>
          </p:cNvPr>
          <p:cNvSpPr/>
          <p:nvPr/>
        </p:nvSpPr>
        <p:spPr>
          <a:xfrm>
            <a:off x="6335760" y="2408389"/>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84" name="Oval 183">
            <a:extLst>
              <a:ext uri="{FF2B5EF4-FFF2-40B4-BE49-F238E27FC236}">
                <a16:creationId xmlns:a16="http://schemas.microsoft.com/office/drawing/2014/main" id="{8AA4520E-C4E3-E199-F0F7-80395E039E58}"/>
              </a:ext>
            </a:extLst>
          </p:cNvPr>
          <p:cNvSpPr/>
          <p:nvPr/>
        </p:nvSpPr>
        <p:spPr>
          <a:xfrm>
            <a:off x="7033242" y="2408389"/>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85" name="TextBox 184">
            <a:extLst>
              <a:ext uri="{FF2B5EF4-FFF2-40B4-BE49-F238E27FC236}">
                <a16:creationId xmlns:a16="http://schemas.microsoft.com/office/drawing/2014/main" id="{49743EFD-002F-B4E1-01A3-1644E1F8BAD4}"/>
              </a:ext>
            </a:extLst>
          </p:cNvPr>
          <p:cNvSpPr txBox="1"/>
          <p:nvPr/>
        </p:nvSpPr>
        <p:spPr>
          <a:xfrm>
            <a:off x="7832099" y="242486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9</a:t>
            </a:r>
          </a:p>
        </p:txBody>
      </p:sp>
      <p:sp>
        <p:nvSpPr>
          <p:cNvPr id="181" name="Rectangle 180">
            <a:extLst>
              <a:ext uri="{FF2B5EF4-FFF2-40B4-BE49-F238E27FC236}">
                <a16:creationId xmlns:a16="http://schemas.microsoft.com/office/drawing/2014/main" id="{8125097F-537E-F603-6AC9-04102A0BB5BB}"/>
              </a:ext>
            </a:extLst>
          </p:cNvPr>
          <p:cNvSpPr/>
          <p:nvPr/>
        </p:nvSpPr>
        <p:spPr>
          <a:xfrm rot="16200000">
            <a:off x="8411451" y="-327422"/>
            <a:ext cx="649725" cy="6103650"/>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673657" y="303176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673657" y="3031765"/>
                <a:ext cx="229229" cy="276999"/>
              </a:xfrm>
              <a:prstGeom prst="rect">
                <a:avLst/>
              </a:prstGeom>
              <a:blipFill>
                <a:blip r:embed="rId9"/>
                <a:stretch>
                  <a:fillRect l="-10526"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0"/>
                <a:stretch>
                  <a:fillRect l="-10526" r="-15789" b="-4348"/>
                </a:stretch>
              </a:blipFill>
            </p:spPr>
            <p:txBody>
              <a:bodyPr/>
              <a:lstStyle/>
              <a:p>
                <a:r>
                  <a:rPr lang="en-TW">
                    <a:noFill/>
                  </a:rPr>
                  <a:t> </a:t>
                </a:r>
              </a:p>
            </p:txBody>
          </p:sp>
        </mc:Fallback>
      </mc:AlternateContent>
      <p:sp>
        <p:nvSpPr>
          <p:cNvPr id="189" name="TextBox 188">
            <a:extLst>
              <a:ext uri="{FF2B5EF4-FFF2-40B4-BE49-F238E27FC236}">
                <a16:creationId xmlns:a16="http://schemas.microsoft.com/office/drawing/2014/main" id="{C698B2F8-08CD-CDB6-D909-2FECAF1943FB}"/>
              </a:ext>
            </a:extLst>
          </p:cNvPr>
          <p:cNvSpPr txBox="1"/>
          <p:nvPr/>
        </p:nvSpPr>
        <p:spPr>
          <a:xfrm>
            <a:off x="319009" y="313155"/>
            <a:ext cx="5220626" cy="707886"/>
          </a:xfrm>
          <a:prstGeom prst="rect">
            <a:avLst/>
          </a:prstGeom>
          <a:noFill/>
        </p:spPr>
        <p:txBody>
          <a:bodyPr wrap="square" rtlCol="0">
            <a:spAutoFit/>
          </a:bodyPr>
          <a:lstStyle/>
          <a:p>
            <a:r>
              <a:rPr lang="en-TW" sz="4000" b="1" dirty="0">
                <a:latin typeface="Playfair Display Black" pitchFamily="2" charset="77"/>
              </a:rPr>
              <a:t>Advanced </a:t>
            </a:r>
            <a:r>
              <a:rPr lang="en-TW" sz="4000" b="1" i="1" dirty="0">
                <a:latin typeface="Playfair Display SemiBold" pitchFamily="2" charset="77"/>
              </a:rPr>
              <a:t>Techniques</a:t>
            </a:r>
          </a:p>
        </p:txBody>
      </p:sp>
      <p:sp>
        <p:nvSpPr>
          <p:cNvPr id="192" name="TextBox 191">
            <a:extLst>
              <a:ext uri="{FF2B5EF4-FFF2-40B4-BE49-F238E27FC236}">
                <a16:creationId xmlns:a16="http://schemas.microsoft.com/office/drawing/2014/main" id="{E1ED0AAB-2CBB-F6A4-273F-5EDE4B14B300}"/>
              </a:ext>
            </a:extLst>
          </p:cNvPr>
          <p:cNvSpPr txBox="1"/>
          <p:nvPr/>
        </p:nvSpPr>
        <p:spPr>
          <a:xfrm>
            <a:off x="571682" y="2442419"/>
            <a:ext cx="4393163" cy="2946063"/>
          </a:xfrm>
          <a:prstGeom prst="rect">
            <a:avLst/>
          </a:prstGeom>
          <a:noFill/>
        </p:spPr>
        <p:txBody>
          <a:bodyPr wrap="square" rtlCol="0">
            <a:spAutoFit/>
          </a:bodyPr>
          <a:lstStyle/>
          <a:p>
            <a:pPr>
              <a:lnSpc>
                <a:spcPct val="150000"/>
              </a:lnSpc>
            </a:pPr>
            <a:r>
              <a:rPr lang="en-US" dirty="0">
                <a:latin typeface="Lato" panose="020F0502020204030203" pitchFamily="34" charset="77"/>
              </a:rPr>
              <a:t>As a result, the number “1” is restricted to the circled cells, which leads to the elimination of “1” as a candidate from other cells within the same box. This restriction helps narrow down the possibilities for other cells and progresses the puzzle toward completion</a:t>
            </a:r>
            <a:endParaRPr lang="en-TW" dirty="0">
              <a:latin typeface="Lato" panose="020F0502020204030203" pitchFamily="34" charset="77"/>
            </a:endParaRPr>
          </a:p>
        </p:txBody>
      </p:sp>
    </p:spTree>
    <p:extLst>
      <p:ext uri="{BB962C8B-B14F-4D97-AF65-F5344CB8AC3E}">
        <p14:creationId xmlns:p14="http://schemas.microsoft.com/office/powerpoint/2010/main" val="1744810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87" name="TextBox 86">
            <a:extLst>
              <a:ext uri="{FF2B5EF4-FFF2-40B4-BE49-F238E27FC236}">
                <a16:creationId xmlns:a16="http://schemas.microsoft.com/office/drawing/2014/main" id="{1D1FD712-2CD6-B782-F9DC-618E16E18065}"/>
              </a:ext>
            </a:extLst>
          </p:cNvPr>
          <p:cNvSpPr txBox="1"/>
          <p:nvPr/>
        </p:nvSpPr>
        <p:spPr>
          <a:xfrm>
            <a:off x="345643" y="1207323"/>
            <a:ext cx="4707924" cy="707886"/>
          </a:xfrm>
          <a:prstGeom prst="rect">
            <a:avLst/>
          </a:prstGeom>
          <a:noFill/>
        </p:spPr>
        <p:txBody>
          <a:bodyPr wrap="square" rtlCol="0">
            <a:spAutoFit/>
          </a:bodyPr>
          <a:lstStyle/>
          <a:p>
            <a:r>
              <a:rPr lang="en-TW" sz="4000" b="1" dirty="0">
                <a:latin typeface="Lato" panose="020F0502020204030203" pitchFamily="34" charset="77"/>
              </a:rPr>
              <a:t>Locked Candidates</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497846" y="380849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0" name="Rectangle 99">
            <a:extLst>
              <a:ext uri="{FF2B5EF4-FFF2-40B4-BE49-F238E27FC236}">
                <a16:creationId xmlns:a16="http://schemas.microsoft.com/office/drawing/2014/main" id="{6B8874A5-1A27-0E3A-E64B-2D78D61739A1}"/>
              </a:ext>
            </a:extLst>
          </p:cNvPr>
          <p:cNvSpPr/>
          <p:nvPr/>
        </p:nvSpPr>
        <p:spPr>
          <a:xfrm>
            <a:off x="7727840" y="2408389"/>
            <a:ext cx="578352" cy="62853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612015" y="615777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4366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0" name="Oval 159">
            <a:extLst>
              <a:ext uri="{FF2B5EF4-FFF2-40B4-BE49-F238E27FC236}">
                <a16:creationId xmlns:a16="http://schemas.microsoft.com/office/drawing/2014/main" id="{67418F5E-E3B4-1D6F-1C74-3EF6FDEE1832}"/>
              </a:ext>
            </a:extLst>
          </p:cNvPr>
          <p:cNvSpPr/>
          <p:nvPr/>
        </p:nvSpPr>
        <p:spPr>
          <a:xfrm>
            <a:off x="5905790" y="5807697"/>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61" name="Oval 160">
            <a:extLst>
              <a:ext uri="{FF2B5EF4-FFF2-40B4-BE49-F238E27FC236}">
                <a16:creationId xmlns:a16="http://schemas.microsoft.com/office/drawing/2014/main" id="{8466173D-8A3A-D256-F781-149C571DCBE5}"/>
              </a:ext>
            </a:extLst>
          </p:cNvPr>
          <p:cNvSpPr/>
          <p:nvPr/>
        </p:nvSpPr>
        <p:spPr>
          <a:xfrm>
            <a:off x="5907054" y="4451570"/>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p:sp>
        <p:nvSpPr>
          <p:cNvPr id="185" name="TextBox 184">
            <a:extLst>
              <a:ext uri="{FF2B5EF4-FFF2-40B4-BE49-F238E27FC236}">
                <a16:creationId xmlns:a16="http://schemas.microsoft.com/office/drawing/2014/main" id="{49743EFD-002F-B4E1-01A3-1644E1F8BAD4}"/>
              </a:ext>
            </a:extLst>
          </p:cNvPr>
          <p:cNvSpPr txBox="1"/>
          <p:nvPr/>
        </p:nvSpPr>
        <p:spPr>
          <a:xfrm>
            <a:off x="7832099" y="242486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9</a:t>
            </a:r>
          </a:p>
        </p:txBody>
      </p:sp>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673657" y="303176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673657" y="3031765"/>
                <a:ext cx="229229" cy="276999"/>
              </a:xfrm>
              <a:prstGeom prst="rect">
                <a:avLst/>
              </a:prstGeom>
              <a:blipFill>
                <a:blip r:embed="rId10"/>
                <a:stretch>
                  <a:fillRect l="-10526"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1"/>
                <a:stretch>
                  <a:fillRect l="-10526" r="-15789" b="-4348"/>
                </a:stretch>
              </a:blipFill>
            </p:spPr>
            <p:txBody>
              <a:bodyPr/>
              <a:lstStyle/>
              <a:p>
                <a:r>
                  <a:rPr lang="en-TW">
                    <a:noFill/>
                  </a:rPr>
                  <a:t> </a:t>
                </a:r>
              </a:p>
            </p:txBody>
          </p:sp>
        </mc:Fallback>
      </mc:AlternateContent>
      <p:sp>
        <p:nvSpPr>
          <p:cNvPr id="159" name="Rectangle 158">
            <a:extLst>
              <a:ext uri="{FF2B5EF4-FFF2-40B4-BE49-F238E27FC236}">
                <a16:creationId xmlns:a16="http://schemas.microsoft.com/office/drawing/2014/main" id="{04706051-1C3A-8277-B370-7AD04420CB80}"/>
              </a:ext>
            </a:extLst>
          </p:cNvPr>
          <p:cNvSpPr/>
          <p:nvPr/>
        </p:nvSpPr>
        <p:spPr>
          <a:xfrm>
            <a:off x="6536575" y="321008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0" name="Rectangle 169">
            <a:extLst>
              <a:ext uri="{FF2B5EF4-FFF2-40B4-BE49-F238E27FC236}">
                <a16:creationId xmlns:a16="http://schemas.microsoft.com/office/drawing/2014/main" id="{16DF678B-9127-858E-A0F3-ACF80ACFF36D}"/>
              </a:ext>
            </a:extLst>
          </p:cNvPr>
          <p:cNvSpPr/>
          <p:nvPr/>
        </p:nvSpPr>
        <p:spPr>
          <a:xfrm>
            <a:off x="7266420" y="327228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3" name="Rectangle 172">
            <a:extLst>
              <a:ext uri="{FF2B5EF4-FFF2-40B4-BE49-F238E27FC236}">
                <a16:creationId xmlns:a16="http://schemas.microsoft.com/office/drawing/2014/main" id="{1DF28DA1-8402-E1A0-AEC3-E65C1918758F}"/>
              </a:ext>
            </a:extLst>
          </p:cNvPr>
          <p:cNvSpPr/>
          <p:nvPr/>
        </p:nvSpPr>
        <p:spPr>
          <a:xfrm>
            <a:off x="5933069" y="3235862"/>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4" name="Rectangle 173">
            <a:extLst>
              <a:ext uri="{FF2B5EF4-FFF2-40B4-BE49-F238E27FC236}">
                <a16:creationId xmlns:a16="http://schemas.microsoft.com/office/drawing/2014/main" id="{B2D048EF-5C97-CED4-8269-151BECD65766}"/>
              </a:ext>
            </a:extLst>
          </p:cNvPr>
          <p:cNvSpPr/>
          <p:nvPr/>
        </p:nvSpPr>
        <p:spPr>
          <a:xfrm>
            <a:off x="6342772" y="310524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5" name="Rectangle 174">
            <a:extLst>
              <a:ext uri="{FF2B5EF4-FFF2-40B4-BE49-F238E27FC236}">
                <a16:creationId xmlns:a16="http://schemas.microsoft.com/office/drawing/2014/main" id="{F22A0ABD-B6EE-217E-0BDF-0B750E012804}"/>
              </a:ext>
            </a:extLst>
          </p:cNvPr>
          <p:cNvSpPr/>
          <p:nvPr/>
        </p:nvSpPr>
        <p:spPr>
          <a:xfrm>
            <a:off x="5680387" y="3098269"/>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0" name="Rectangle 179">
            <a:extLst>
              <a:ext uri="{FF2B5EF4-FFF2-40B4-BE49-F238E27FC236}">
                <a16:creationId xmlns:a16="http://schemas.microsoft.com/office/drawing/2014/main" id="{3E99A61C-49D3-3856-BCAD-C506CC1F7425}"/>
              </a:ext>
            </a:extLst>
          </p:cNvPr>
          <p:cNvSpPr/>
          <p:nvPr/>
        </p:nvSpPr>
        <p:spPr>
          <a:xfrm>
            <a:off x="7039646" y="3118242"/>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9" name="Rectangle 188">
            <a:extLst>
              <a:ext uri="{FF2B5EF4-FFF2-40B4-BE49-F238E27FC236}">
                <a16:creationId xmlns:a16="http://schemas.microsoft.com/office/drawing/2014/main" id="{43AA9078-C19F-38C1-F920-D520257E0D92}"/>
              </a:ext>
            </a:extLst>
          </p:cNvPr>
          <p:cNvSpPr/>
          <p:nvPr/>
        </p:nvSpPr>
        <p:spPr>
          <a:xfrm>
            <a:off x="7890847" y="3543755"/>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1" name="Rectangle 190">
            <a:extLst>
              <a:ext uri="{FF2B5EF4-FFF2-40B4-BE49-F238E27FC236}">
                <a16:creationId xmlns:a16="http://schemas.microsoft.com/office/drawing/2014/main" id="{B4338253-BD90-6078-74C4-8B4C217BF68E}"/>
              </a:ext>
            </a:extLst>
          </p:cNvPr>
          <p:cNvSpPr/>
          <p:nvPr/>
        </p:nvSpPr>
        <p:spPr>
          <a:xfrm>
            <a:off x="5880196" y="173390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2" name="Rectangle 191">
            <a:extLst>
              <a:ext uri="{FF2B5EF4-FFF2-40B4-BE49-F238E27FC236}">
                <a16:creationId xmlns:a16="http://schemas.microsoft.com/office/drawing/2014/main" id="{DC8250C6-67EC-BB8A-98B6-8D7825ADFD5D}"/>
              </a:ext>
            </a:extLst>
          </p:cNvPr>
          <p:cNvSpPr/>
          <p:nvPr/>
        </p:nvSpPr>
        <p:spPr>
          <a:xfrm rot="16200000">
            <a:off x="8371289" y="364930"/>
            <a:ext cx="649725" cy="6103650"/>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93" name="Oval 192">
            <a:extLst>
              <a:ext uri="{FF2B5EF4-FFF2-40B4-BE49-F238E27FC236}">
                <a16:creationId xmlns:a16="http://schemas.microsoft.com/office/drawing/2014/main" id="{D3672C41-681D-4D55-C977-4C90386AC78D}"/>
              </a:ext>
            </a:extLst>
          </p:cNvPr>
          <p:cNvSpPr/>
          <p:nvPr/>
        </p:nvSpPr>
        <p:spPr>
          <a:xfrm>
            <a:off x="8196214" y="309269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94" name="Oval 193">
            <a:extLst>
              <a:ext uri="{FF2B5EF4-FFF2-40B4-BE49-F238E27FC236}">
                <a16:creationId xmlns:a16="http://schemas.microsoft.com/office/drawing/2014/main" id="{22742431-2C5A-2EBF-8922-F7D646F9E222}"/>
              </a:ext>
            </a:extLst>
          </p:cNvPr>
          <p:cNvSpPr/>
          <p:nvPr/>
        </p:nvSpPr>
        <p:spPr>
          <a:xfrm>
            <a:off x="9537767" y="3084563"/>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97" name="TextBox 196">
            <a:extLst>
              <a:ext uri="{FF2B5EF4-FFF2-40B4-BE49-F238E27FC236}">
                <a16:creationId xmlns:a16="http://schemas.microsoft.com/office/drawing/2014/main" id="{387944A6-0CC4-CF13-FF9B-D6667DDF6463}"/>
              </a:ext>
            </a:extLst>
          </p:cNvPr>
          <p:cNvSpPr txBox="1"/>
          <p:nvPr/>
        </p:nvSpPr>
        <p:spPr>
          <a:xfrm>
            <a:off x="319009" y="313155"/>
            <a:ext cx="5220626" cy="707886"/>
          </a:xfrm>
          <a:prstGeom prst="rect">
            <a:avLst/>
          </a:prstGeom>
          <a:noFill/>
        </p:spPr>
        <p:txBody>
          <a:bodyPr wrap="square" rtlCol="0">
            <a:spAutoFit/>
          </a:bodyPr>
          <a:lstStyle/>
          <a:p>
            <a:r>
              <a:rPr lang="en-TW" sz="4000" b="1" dirty="0">
                <a:latin typeface="Playfair Display Black" pitchFamily="2" charset="77"/>
              </a:rPr>
              <a:t>Advanced </a:t>
            </a:r>
            <a:r>
              <a:rPr lang="en-TW" sz="4000" b="1" i="1" dirty="0">
                <a:latin typeface="Playfair Display SemiBold" pitchFamily="2" charset="77"/>
              </a:rPr>
              <a:t>Techniques</a:t>
            </a:r>
          </a:p>
        </p:txBody>
      </p:sp>
      <p:sp>
        <p:nvSpPr>
          <p:cNvPr id="198" name="TextBox 197">
            <a:extLst>
              <a:ext uri="{FF2B5EF4-FFF2-40B4-BE49-F238E27FC236}">
                <a16:creationId xmlns:a16="http://schemas.microsoft.com/office/drawing/2014/main" id="{220D2AB4-A033-65B4-45DC-24CA582BF735}"/>
              </a:ext>
            </a:extLst>
          </p:cNvPr>
          <p:cNvSpPr txBox="1"/>
          <p:nvPr/>
        </p:nvSpPr>
        <p:spPr>
          <a:xfrm>
            <a:off x="518473" y="2863536"/>
            <a:ext cx="4597782" cy="1699568"/>
          </a:xfrm>
          <a:prstGeom prst="rect">
            <a:avLst/>
          </a:prstGeom>
          <a:noFill/>
        </p:spPr>
        <p:txBody>
          <a:bodyPr wrap="square" rtlCol="0">
            <a:spAutoFit/>
          </a:bodyPr>
          <a:lstStyle/>
          <a:p>
            <a:pPr>
              <a:lnSpc>
                <a:spcPct val="150000"/>
              </a:lnSpc>
            </a:pPr>
            <a:r>
              <a:rPr lang="en-US" dirty="0">
                <a:latin typeface="Lato" panose="020F0502020204030203" pitchFamily="34" charset="77"/>
              </a:rPr>
              <a:t>The circled “3s” show that the number “3” must occupy one of those specific cells because no other highlighted cells in the box can contain the number “3” </a:t>
            </a:r>
            <a:endParaRPr lang="en-TW" dirty="0">
              <a:latin typeface="Lato" panose="020F0502020204030203" pitchFamily="34" charset="77"/>
            </a:endParaRPr>
          </a:p>
        </p:txBody>
      </p:sp>
    </p:spTree>
    <p:extLst>
      <p:ext uri="{BB962C8B-B14F-4D97-AF65-F5344CB8AC3E}">
        <p14:creationId xmlns:p14="http://schemas.microsoft.com/office/powerpoint/2010/main" val="3300897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87" name="TextBox 86">
            <a:extLst>
              <a:ext uri="{FF2B5EF4-FFF2-40B4-BE49-F238E27FC236}">
                <a16:creationId xmlns:a16="http://schemas.microsoft.com/office/drawing/2014/main" id="{1D1FD712-2CD6-B782-F9DC-618E16E18065}"/>
              </a:ext>
            </a:extLst>
          </p:cNvPr>
          <p:cNvSpPr txBox="1"/>
          <p:nvPr/>
        </p:nvSpPr>
        <p:spPr>
          <a:xfrm>
            <a:off x="345643" y="1207323"/>
            <a:ext cx="4707924" cy="707886"/>
          </a:xfrm>
          <a:prstGeom prst="rect">
            <a:avLst/>
          </a:prstGeom>
          <a:noFill/>
        </p:spPr>
        <p:txBody>
          <a:bodyPr wrap="square" rtlCol="0">
            <a:spAutoFit/>
          </a:bodyPr>
          <a:lstStyle/>
          <a:p>
            <a:r>
              <a:rPr lang="en-TW" sz="4000" b="1" dirty="0">
                <a:latin typeface="Lato" panose="020F0502020204030203" pitchFamily="34" charset="77"/>
              </a:rPr>
              <a:t>Locked Candidates</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497846" y="380849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0" name="Rectangle 99">
            <a:extLst>
              <a:ext uri="{FF2B5EF4-FFF2-40B4-BE49-F238E27FC236}">
                <a16:creationId xmlns:a16="http://schemas.microsoft.com/office/drawing/2014/main" id="{6B8874A5-1A27-0E3A-E64B-2D78D61739A1}"/>
              </a:ext>
            </a:extLst>
          </p:cNvPr>
          <p:cNvSpPr/>
          <p:nvPr/>
        </p:nvSpPr>
        <p:spPr>
          <a:xfrm>
            <a:off x="7727840" y="2408389"/>
            <a:ext cx="578352" cy="62853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612015" y="615777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4366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0" name="Oval 159">
            <a:extLst>
              <a:ext uri="{FF2B5EF4-FFF2-40B4-BE49-F238E27FC236}">
                <a16:creationId xmlns:a16="http://schemas.microsoft.com/office/drawing/2014/main" id="{67418F5E-E3B4-1D6F-1C74-3EF6FDEE1832}"/>
              </a:ext>
            </a:extLst>
          </p:cNvPr>
          <p:cNvSpPr/>
          <p:nvPr/>
        </p:nvSpPr>
        <p:spPr>
          <a:xfrm>
            <a:off x="5905790" y="5807697"/>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61" name="Oval 160">
            <a:extLst>
              <a:ext uri="{FF2B5EF4-FFF2-40B4-BE49-F238E27FC236}">
                <a16:creationId xmlns:a16="http://schemas.microsoft.com/office/drawing/2014/main" id="{8466173D-8A3A-D256-F781-149C571DCBE5}"/>
              </a:ext>
            </a:extLst>
          </p:cNvPr>
          <p:cNvSpPr/>
          <p:nvPr/>
        </p:nvSpPr>
        <p:spPr>
          <a:xfrm>
            <a:off x="5907054" y="4451570"/>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p:sp>
        <p:nvSpPr>
          <p:cNvPr id="185" name="TextBox 184">
            <a:extLst>
              <a:ext uri="{FF2B5EF4-FFF2-40B4-BE49-F238E27FC236}">
                <a16:creationId xmlns:a16="http://schemas.microsoft.com/office/drawing/2014/main" id="{49743EFD-002F-B4E1-01A3-1644E1F8BAD4}"/>
              </a:ext>
            </a:extLst>
          </p:cNvPr>
          <p:cNvSpPr txBox="1"/>
          <p:nvPr/>
        </p:nvSpPr>
        <p:spPr>
          <a:xfrm>
            <a:off x="7832099" y="2424861"/>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9</a:t>
            </a:r>
          </a:p>
        </p:txBody>
      </p:sp>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673657" y="303176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673657" y="3031765"/>
                <a:ext cx="229229" cy="276999"/>
              </a:xfrm>
              <a:prstGeom prst="rect">
                <a:avLst/>
              </a:prstGeom>
              <a:blipFill>
                <a:blip r:embed="rId10"/>
                <a:stretch>
                  <a:fillRect l="-10526"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1"/>
                <a:stretch>
                  <a:fillRect l="-10526" r="-15789" b="-4348"/>
                </a:stretch>
              </a:blipFill>
            </p:spPr>
            <p:txBody>
              <a:bodyPr/>
              <a:lstStyle/>
              <a:p>
                <a:r>
                  <a:rPr lang="en-TW">
                    <a:noFill/>
                  </a:rPr>
                  <a:t> </a:t>
                </a:r>
              </a:p>
            </p:txBody>
          </p:sp>
        </mc:Fallback>
      </mc:AlternateContent>
      <p:sp>
        <p:nvSpPr>
          <p:cNvPr id="159" name="Rectangle 158">
            <a:extLst>
              <a:ext uri="{FF2B5EF4-FFF2-40B4-BE49-F238E27FC236}">
                <a16:creationId xmlns:a16="http://schemas.microsoft.com/office/drawing/2014/main" id="{04706051-1C3A-8277-B370-7AD04420CB80}"/>
              </a:ext>
            </a:extLst>
          </p:cNvPr>
          <p:cNvSpPr/>
          <p:nvPr/>
        </p:nvSpPr>
        <p:spPr>
          <a:xfrm>
            <a:off x="6536575" y="321008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0" name="Rectangle 169">
            <a:extLst>
              <a:ext uri="{FF2B5EF4-FFF2-40B4-BE49-F238E27FC236}">
                <a16:creationId xmlns:a16="http://schemas.microsoft.com/office/drawing/2014/main" id="{16DF678B-9127-858E-A0F3-ACF80ACFF36D}"/>
              </a:ext>
            </a:extLst>
          </p:cNvPr>
          <p:cNvSpPr/>
          <p:nvPr/>
        </p:nvSpPr>
        <p:spPr>
          <a:xfrm>
            <a:off x="7266420" y="327228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3" name="Rectangle 172">
            <a:extLst>
              <a:ext uri="{FF2B5EF4-FFF2-40B4-BE49-F238E27FC236}">
                <a16:creationId xmlns:a16="http://schemas.microsoft.com/office/drawing/2014/main" id="{1DF28DA1-8402-E1A0-AEC3-E65C1918758F}"/>
              </a:ext>
            </a:extLst>
          </p:cNvPr>
          <p:cNvSpPr/>
          <p:nvPr/>
        </p:nvSpPr>
        <p:spPr>
          <a:xfrm>
            <a:off x="5933069" y="3235862"/>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4" name="Rectangle 173">
            <a:extLst>
              <a:ext uri="{FF2B5EF4-FFF2-40B4-BE49-F238E27FC236}">
                <a16:creationId xmlns:a16="http://schemas.microsoft.com/office/drawing/2014/main" id="{B2D048EF-5C97-CED4-8269-151BECD65766}"/>
              </a:ext>
            </a:extLst>
          </p:cNvPr>
          <p:cNvSpPr/>
          <p:nvPr/>
        </p:nvSpPr>
        <p:spPr>
          <a:xfrm>
            <a:off x="6342772" y="310524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5" name="Rectangle 174">
            <a:extLst>
              <a:ext uri="{FF2B5EF4-FFF2-40B4-BE49-F238E27FC236}">
                <a16:creationId xmlns:a16="http://schemas.microsoft.com/office/drawing/2014/main" id="{F22A0ABD-B6EE-217E-0BDF-0B750E012804}"/>
              </a:ext>
            </a:extLst>
          </p:cNvPr>
          <p:cNvSpPr/>
          <p:nvPr/>
        </p:nvSpPr>
        <p:spPr>
          <a:xfrm>
            <a:off x="5680387" y="3098269"/>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0" name="Rectangle 179">
            <a:extLst>
              <a:ext uri="{FF2B5EF4-FFF2-40B4-BE49-F238E27FC236}">
                <a16:creationId xmlns:a16="http://schemas.microsoft.com/office/drawing/2014/main" id="{3E99A61C-49D3-3856-BCAD-C506CC1F7425}"/>
              </a:ext>
            </a:extLst>
          </p:cNvPr>
          <p:cNvSpPr/>
          <p:nvPr/>
        </p:nvSpPr>
        <p:spPr>
          <a:xfrm>
            <a:off x="7039646" y="3118242"/>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9" name="Rectangle 188">
            <a:extLst>
              <a:ext uri="{FF2B5EF4-FFF2-40B4-BE49-F238E27FC236}">
                <a16:creationId xmlns:a16="http://schemas.microsoft.com/office/drawing/2014/main" id="{43AA9078-C19F-38C1-F920-D520257E0D92}"/>
              </a:ext>
            </a:extLst>
          </p:cNvPr>
          <p:cNvSpPr/>
          <p:nvPr/>
        </p:nvSpPr>
        <p:spPr>
          <a:xfrm>
            <a:off x="7890847" y="3543755"/>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1" name="Rectangle 190">
            <a:extLst>
              <a:ext uri="{FF2B5EF4-FFF2-40B4-BE49-F238E27FC236}">
                <a16:creationId xmlns:a16="http://schemas.microsoft.com/office/drawing/2014/main" id="{B4338253-BD90-6078-74C4-8B4C217BF68E}"/>
              </a:ext>
            </a:extLst>
          </p:cNvPr>
          <p:cNvSpPr/>
          <p:nvPr/>
        </p:nvSpPr>
        <p:spPr>
          <a:xfrm>
            <a:off x="5880196" y="173390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2" name="Rectangle 191">
            <a:extLst>
              <a:ext uri="{FF2B5EF4-FFF2-40B4-BE49-F238E27FC236}">
                <a16:creationId xmlns:a16="http://schemas.microsoft.com/office/drawing/2014/main" id="{DC8250C6-67EC-BB8A-98B6-8D7825ADFD5D}"/>
              </a:ext>
            </a:extLst>
          </p:cNvPr>
          <p:cNvSpPr/>
          <p:nvPr/>
        </p:nvSpPr>
        <p:spPr>
          <a:xfrm rot="16200000">
            <a:off x="8371289" y="364930"/>
            <a:ext cx="649725" cy="6103650"/>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93" name="Oval 192">
            <a:extLst>
              <a:ext uri="{FF2B5EF4-FFF2-40B4-BE49-F238E27FC236}">
                <a16:creationId xmlns:a16="http://schemas.microsoft.com/office/drawing/2014/main" id="{D3672C41-681D-4D55-C977-4C90386AC78D}"/>
              </a:ext>
            </a:extLst>
          </p:cNvPr>
          <p:cNvSpPr/>
          <p:nvPr/>
        </p:nvSpPr>
        <p:spPr>
          <a:xfrm>
            <a:off x="8178458" y="309269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94" name="Oval 193">
            <a:extLst>
              <a:ext uri="{FF2B5EF4-FFF2-40B4-BE49-F238E27FC236}">
                <a16:creationId xmlns:a16="http://schemas.microsoft.com/office/drawing/2014/main" id="{22742431-2C5A-2EBF-8922-F7D646F9E222}"/>
              </a:ext>
            </a:extLst>
          </p:cNvPr>
          <p:cNvSpPr/>
          <p:nvPr/>
        </p:nvSpPr>
        <p:spPr>
          <a:xfrm>
            <a:off x="9537767" y="3084563"/>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399D66AD-35AF-DD22-9CAA-66EEF970BAC3}"/>
                  </a:ext>
                </a:extLst>
              </p:cNvPr>
              <p:cNvSpPr txBox="1"/>
              <p:nvPr/>
            </p:nvSpPr>
            <p:spPr>
              <a:xfrm>
                <a:off x="6779817" y="3056456"/>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1" name="TextBox 170">
                <a:extLst>
                  <a:ext uri="{FF2B5EF4-FFF2-40B4-BE49-F238E27FC236}">
                    <a16:creationId xmlns:a16="http://schemas.microsoft.com/office/drawing/2014/main" id="{399D66AD-35AF-DD22-9CAA-66EEF970BAC3}"/>
                  </a:ext>
                </a:extLst>
              </p:cNvPr>
              <p:cNvSpPr txBox="1">
                <a:spLocks noRot="1" noChangeAspect="1" noMove="1" noResize="1" noEditPoints="1" noAdjustHandles="1" noChangeArrowheads="1" noChangeShapeType="1" noTextEdit="1"/>
              </p:cNvSpPr>
              <p:nvPr/>
            </p:nvSpPr>
            <p:spPr>
              <a:xfrm>
                <a:off x="6779817" y="3056456"/>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2" name="TextBox 171">
                <a:extLst>
                  <a:ext uri="{FF2B5EF4-FFF2-40B4-BE49-F238E27FC236}">
                    <a16:creationId xmlns:a16="http://schemas.microsoft.com/office/drawing/2014/main" id="{9954399B-3911-46BE-1292-E43ACF1F1738}"/>
                  </a:ext>
                </a:extLst>
              </p:cNvPr>
              <p:cNvSpPr txBox="1"/>
              <p:nvPr/>
            </p:nvSpPr>
            <p:spPr>
              <a:xfrm>
                <a:off x="7462387" y="30475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2" name="TextBox 171">
                <a:extLst>
                  <a:ext uri="{FF2B5EF4-FFF2-40B4-BE49-F238E27FC236}">
                    <a16:creationId xmlns:a16="http://schemas.microsoft.com/office/drawing/2014/main" id="{9954399B-3911-46BE-1292-E43ACF1F1738}"/>
                  </a:ext>
                </a:extLst>
              </p:cNvPr>
              <p:cNvSpPr txBox="1">
                <a:spLocks noRot="1" noChangeAspect="1" noMove="1" noResize="1" noEditPoints="1" noAdjustHandles="1" noChangeArrowheads="1" noChangeShapeType="1" noTextEdit="1"/>
              </p:cNvSpPr>
              <p:nvPr/>
            </p:nvSpPr>
            <p:spPr>
              <a:xfrm>
                <a:off x="7462387" y="3047504"/>
                <a:ext cx="229229" cy="276999"/>
              </a:xfrm>
              <a:prstGeom prst="rect">
                <a:avLst/>
              </a:prstGeom>
              <a:blipFill>
                <a:blip r:embed="rId14"/>
                <a:stretch>
                  <a:fillRect l="-10526" r="-15789" b="-9091"/>
                </a:stretch>
              </a:blipFill>
            </p:spPr>
            <p:txBody>
              <a:bodyPr/>
              <a:lstStyle/>
              <a:p>
                <a:r>
                  <a:rPr lang="en-TW">
                    <a:noFill/>
                  </a:rPr>
                  <a:t> </a:t>
                </a:r>
              </a:p>
            </p:txBody>
          </p:sp>
        </mc:Fallback>
      </mc:AlternateContent>
      <p:sp>
        <p:nvSpPr>
          <p:cNvPr id="176" name="Oval 175">
            <a:extLst>
              <a:ext uri="{FF2B5EF4-FFF2-40B4-BE49-F238E27FC236}">
                <a16:creationId xmlns:a16="http://schemas.microsoft.com/office/drawing/2014/main" id="{90BDE455-E52B-180B-2FB6-D1B53A53D4F5}"/>
              </a:ext>
            </a:extLst>
          </p:cNvPr>
          <p:cNvSpPr/>
          <p:nvPr/>
        </p:nvSpPr>
        <p:spPr>
          <a:xfrm>
            <a:off x="6803960" y="2409883"/>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77" name="TextBox 176">
            <a:extLst>
              <a:ext uri="{FF2B5EF4-FFF2-40B4-BE49-F238E27FC236}">
                <a16:creationId xmlns:a16="http://schemas.microsoft.com/office/drawing/2014/main" id="{359A0CDD-C42F-DF90-5118-4E3F5F78C568}"/>
              </a:ext>
            </a:extLst>
          </p:cNvPr>
          <p:cNvSpPr txBox="1"/>
          <p:nvPr/>
        </p:nvSpPr>
        <p:spPr>
          <a:xfrm>
            <a:off x="319009" y="313155"/>
            <a:ext cx="5220626" cy="707886"/>
          </a:xfrm>
          <a:prstGeom prst="rect">
            <a:avLst/>
          </a:prstGeom>
          <a:noFill/>
        </p:spPr>
        <p:txBody>
          <a:bodyPr wrap="square" rtlCol="0">
            <a:spAutoFit/>
          </a:bodyPr>
          <a:lstStyle/>
          <a:p>
            <a:r>
              <a:rPr lang="en-TW" sz="4000" b="1" dirty="0">
                <a:latin typeface="Playfair Display Black" pitchFamily="2" charset="77"/>
              </a:rPr>
              <a:t>Advanced </a:t>
            </a:r>
            <a:r>
              <a:rPr lang="en-TW" sz="4000" b="1" i="1" dirty="0">
                <a:latin typeface="Playfair Display SemiBold" pitchFamily="2" charset="77"/>
              </a:rPr>
              <a:t>Techniques</a:t>
            </a:r>
          </a:p>
        </p:txBody>
      </p:sp>
      <p:sp>
        <p:nvSpPr>
          <p:cNvPr id="179" name="TextBox 178">
            <a:extLst>
              <a:ext uri="{FF2B5EF4-FFF2-40B4-BE49-F238E27FC236}">
                <a16:creationId xmlns:a16="http://schemas.microsoft.com/office/drawing/2014/main" id="{3D25DAAE-134F-84AB-39BE-68C8FA442156}"/>
              </a:ext>
            </a:extLst>
          </p:cNvPr>
          <p:cNvSpPr txBox="1"/>
          <p:nvPr/>
        </p:nvSpPr>
        <p:spPr>
          <a:xfrm>
            <a:off x="988506" y="3011593"/>
            <a:ext cx="3550313" cy="2115066"/>
          </a:xfrm>
          <a:prstGeom prst="rect">
            <a:avLst/>
          </a:prstGeom>
          <a:noFill/>
        </p:spPr>
        <p:txBody>
          <a:bodyPr wrap="square" rtlCol="0">
            <a:spAutoFit/>
          </a:bodyPr>
          <a:lstStyle/>
          <a:p>
            <a:pPr>
              <a:lnSpc>
                <a:spcPct val="150000"/>
              </a:lnSpc>
            </a:pPr>
            <a:r>
              <a:rPr lang="en-US" dirty="0">
                <a:latin typeface="Lato" panose="020F0502020204030203" pitchFamily="34" charset="77"/>
              </a:rPr>
              <a:t>This restriction ensures that the “3” is confined to the circled cells, eliminating “3” as a candidate from all other cells within the same row</a:t>
            </a:r>
            <a:endParaRPr lang="en-TW" dirty="0">
              <a:latin typeface="Lato" panose="020F0502020204030203" pitchFamily="34" charset="77"/>
            </a:endParaRPr>
          </a:p>
        </p:txBody>
      </p:sp>
    </p:spTree>
    <p:extLst>
      <p:ext uri="{BB962C8B-B14F-4D97-AF65-F5344CB8AC3E}">
        <p14:creationId xmlns:p14="http://schemas.microsoft.com/office/powerpoint/2010/main" val="1531054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19009" y="313155"/>
            <a:ext cx="5220626" cy="1569660"/>
          </a:xfrm>
          <a:prstGeom prst="rect">
            <a:avLst/>
          </a:prstGeom>
          <a:noFill/>
        </p:spPr>
        <p:txBody>
          <a:bodyPr wrap="square" rtlCol="0">
            <a:spAutoFit/>
          </a:bodyPr>
          <a:lstStyle/>
          <a:p>
            <a:r>
              <a:rPr lang="en-TW" sz="4800" b="1" dirty="0">
                <a:latin typeface="Playfair Display Black" pitchFamily="2" charset="77"/>
              </a:rPr>
              <a:t>Intermediate </a:t>
            </a:r>
            <a:r>
              <a:rPr lang="en-TW" sz="4800" b="1" i="1" dirty="0">
                <a:latin typeface="Playfair Display SemiBold" pitchFamily="2" charset="77"/>
              </a:rPr>
              <a:t>Techniques</a:t>
            </a:r>
          </a:p>
        </p:txBody>
      </p:sp>
      <p:sp>
        <p:nvSpPr>
          <p:cNvPr id="87" name="TextBox 86">
            <a:extLst>
              <a:ext uri="{FF2B5EF4-FFF2-40B4-BE49-F238E27FC236}">
                <a16:creationId xmlns:a16="http://schemas.microsoft.com/office/drawing/2014/main" id="{1D1FD712-2CD6-B782-F9DC-618E16E18065}"/>
              </a:ext>
            </a:extLst>
          </p:cNvPr>
          <p:cNvSpPr txBox="1"/>
          <p:nvPr/>
        </p:nvSpPr>
        <p:spPr>
          <a:xfrm>
            <a:off x="372863" y="1968616"/>
            <a:ext cx="4707924" cy="707886"/>
          </a:xfrm>
          <a:prstGeom prst="rect">
            <a:avLst/>
          </a:prstGeom>
          <a:noFill/>
        </p:spPr>
        <p:txBody>
          <a:bodyPr wrap="square" rtlCol="0">
            <a:spAutoFit/>
          </a:bodyPr>
          <a:lstStyle/>
          <a:p>
            <a:r>
              <a:rPr lang="en-TW" sz="4000" b="1" dirty="0">
                <a:latin typeface="Lato" panose="020F0502020204030203" pitchFamily="34" charset="77"/>
              </a:rPr>
              <a:t>X-Wing</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497846" y="380849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612015" y="615777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4366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673657" y="303176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673657" y="3031765"/>
                <a:ext cx="229229" cy="276999"/>
              </a:xfrm>
              <a:prstGeom prst="rect">
                <a:avLst/>
              </a:prstGeom>
              <a:blipFill>
                <a:blip r:embed="rId10"/>
                <a:stretch>
                  <a:fillRect l="-10526"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1"/>
                <a:stretch>
                  <a:fillRect l="-10526" r="-15789" b="-4348"/>
                </a:stretch>
              </a:blipFill>
            </p:spPr>
            <p:txBody>
              <a:bodyPr/>
              <a:lstStyle/>
              <a:p>
                <a:r>
                  <a:rPr lang="en-TW">
                    <a:noFill/>
                  </a:rPr>
                  <a:t> </a:t>
                </a:r>
              </a:p>
            </p:txBody>
          </p:sp>
        </mc:Fallback>
      </mc:AlternateContent>
      <p:sp>
        <p:nvSpPr>
          <p:cNvPr id="159" name="Rectangle 158">
            <a:extLst>
              <a:ext uri="{FF2B5EF4-FFF2-40B4-BE49-F238E27FC236}">
                <a16:creationId xmlns:a16="http://schemas.microsoft.com/office/drawing/2014/main" id="{04706051-1C3A-8277-B370-7AD04420CB80}"/>
              </a:ext>
            </a:extLst>
          </p:cNvPr>
          <p:cNvSpPr/>
          <p:nvPr/>
        </p:nvSpPr>
        <p:spPr>
          <a:xfrm>
            <a:off x="6536575" y="321008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0" name="Rectangle 169">
            <a:extLst>
              <a:ext uri="{FF2B5EF4-FFF2-40B4-BE49-F238E27FC236}">
                <a16:creationId xmlns:a16="http://schemas.microsoft.com/office/drawing/2014/main" id="{16DF678B-9127-858E-A0F3-ACF80ACFF36D}"/>
              </a:ext>
            </a:extLst>
          </p:cNvPr>
          <p:cNvSpPr/>
          <p:nvPr/>
        </p:nvSpPr>
        <p:spPr>
          <a:xfrm>
            <a:off x="7266420" y="327228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3" name="Rectangle 172">
            <a:extLst>
              <a:ext uri="{FF2B5EF4-FFF2-40B4-BE49-F238E27FC236}">
                <a16:creationId xmlns:a16="http://schemas.microsoft.com/office/drawing/2014/main" id="{1DF28DA1-8402-E1A0-AEC3-E65C1918758F}"/>
              </a:ext>
            </a:extLst>
          </p:cNvPr>
          <p:cNvSpPr/>
          <p:nvPr/>
        </p:nvSpPr>
        <p:spPr>
          <a:xfrm>
            <a:off x="5933069" y="3235862"/>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4" name="Rectangle 173">
            <a:extLst>
              <a:ext uri="{FF2B5EF4-FFF2-40B4-BE49-F238E27FC236}">
                <a16:creationId xmlns:a16="http://schemas.microsoft.com/office/drawing/2014/main" id="{B2D048EF-5C97-CED4-8269-151BECD65766}"/>
              </a:ext>
            </a:extLst>
          </p:cNvPr>
          <p:cNvSpPr/>
          <p:nvPr/>
        </p:nvSpPr>
        <p:spPr>
          <a:xfrm>
            <a:off x="6342772" y="310524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5" name="Rectangle 174">
            <a:extLst>
              <a:ext uri="{FF2B5EF4-FFF2-40B4-BE49-F238E27FC236}">
                <a16:creationId xmlns:a16="http://schemas.microsoft.com/office/drawing/2014/main" id="{F22A0ABD-B6EE-217E-0BDF-0B750E012804}"/>
              </a:ext>
            </a:extLst>
          </p:cNvPr>
          <p:cNvSpPr/>
          <p:nvPr/>
        </p:nvSpPr>
        <p:spPr>
          <a:xfrm>
            <a:off x="5680387" y="3098269"/>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0" name="Rectangle 179">
            <a:extLst>
              <a:ext uri="{FF2B5EF4-FFF2-40B4-BE49-F238E27FC236}">
                <a16:creationId xmlns:a16="http://schemas.microsoft.com/office/drawing/2014/main" id="{3E99A61C-49D3-3856-BCAD-C506CC1F7425}"/>
              </a:ext>
            </a:extLst>
          </p:cNvPr>
          <p:cNvSpPr/>
          <p:nvPr/>
        </p:nvSpPr>
        <p:spPr>
          <a:xfrm>
            <a:off x="7039646" y="3118242"/>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9" name="Rectangle 188">
            <a:extLst>
              <a:ext uri="{FF2B5EF4-FFF2-40B4-BE49-F238E27FC236}">
                <a16:creationId xmlns:a16="http://schemas.microsoft.com/office/drawing/2014/main" id="{43AA9078-C19F-38C1-F920-D520257E0D92}"/>
              </a:ext>
            </a:extLst>
          </p:cNvPr>
          <p:cNvSpPr/>
          <p:nvPr/>
        </p:nvSpPr>
        <p:spPr>
          <a:xfrm>
            <a:off x="7890847" y="3543755"/>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1" name="Rectangle 190">
            <a:extLst>
              <a:ext uri="{FF2B5EF4-FFF2-40B4-BE49-F238E27FC236}">
                <a16:creationId xmlns:a16="http://schemas.microsoft.com/office/drawing/2014/main" id="{B4338253-BD90-6078-74C4-8B4C217BF68E}"/>
              </a:ext>
            </a:extLst>
          </p:cNvPr>
          <p:cNvSpPr/>
          <p:nvPr/>
        </p:nvSpPr>
        <p:spPr>
          <a:xfrm>
            <a:off x="5880196" y="173390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7" name="Rectangle 176">
            <a:extLst>
              <a:ext uri="{FF2B5EF4-FFF2-40B4-BE49-F238E27FC236}">
                <a16:creationId xmlns:a16="http://schemas.microsoft.com/office/drawing/2014/main" id="{3669E19C-D196-B5C4-86AA-A6E229833ACA}"/>
              </a:ext>
            </a:extLst>
          </p:cNvPr>
          <p:cNvSpPr/>
          <p:nvPr/>
        </p:nvSpPr>
        <p:spPr>
          <a:xfrm rot="16200000">
            <a:off x="7705761" y="1011257"/>
            <a:ext cx="649725" cy="692298"/>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79" name="Rectangle 178">
            <a:extLst>
              <a:ext uri="{FF2B5EF4-FFF2-40B4-BE49-F238E27FC236}">
                <a16:creationId xmlns:a16="http://schemas.microsoft.com/office/drawing/2014/main" id="{88F43F5E-915B-F15B-1BB9-22E4BE4C5BC0}"/>
              </a:ext>
            </a:extLst>
          </p:cNvPr>
          <p:cNvSpPr/>
          <p:nvPr/>
        </p:nvSpPr>
        <p:spPr>
          <a:xfrm rot="16200000">
            <a:off x="9083152" y="3072797"/>
            <a:ext cx="649725" cy="692298"/>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81" name="Rectangle 180">
            <a:extLst>
              <a:ext uri="{FF2B5EF4-FFF2-40B4-BE49-F238E27FC236}">
                <a16:creationId xmlns:a16="http://schemas.microsoft.com/office/drawing/2014/main" id="{B90E67BC-5C8F-DEFA-CC4B-ADDC74675513}"/>
              </a:ext>
            </a:extLst>
          </p:cNvPr>
          <p:cNvSpPr/>
          <p:nvPr/>
        </p:nvSpPr>
        <p:spPr>
          <a:xfrm rot="16200000">
            <a:off x="7709522" y="3063919"/>
            <a:ext cx="649725" cy="692298"/>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82" name="Rectangle 181">
            <a:extLst>
              <a:ext uri="{FF2B5EF4-FFF2-40B4-BE49-F238E27FC236}">
                <a16:creationId xmlns:a16="http://schemas.microsoft.com/office/drawing/2014/main" id="{2E345DA0-4FC9-010D-08F5-F2B800238C5A}"/>
              </a:ext>
            </a:extLst>
          </p:cNvPr>
          <p:cNvSpPr/>
          <p:nvPr/>
        </p:nvSpPr>
        <p:spPr>
          <a:xfrm rot="16200000">
            <a:off x="9096662" y="1020136"/>
            <a:ext cx="649725" cy="692298"/>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71" name="TextBox 170">
            <a:extLst>
              <a:ext uri="{FF2B5EF4-FFF2-40B4-BE49-F238E27FC236}">
                <a16:creationId xmlns:a16="http://schemas.microsoft.com/office/drawing/2014/main" id="{9C5D2FAA-0787-407D-7529-E43628961D52}"/>
              </a:ext>
            </a:extLst>
          </p:cNvPr>
          <p:cNvSpPr txBox="1"/>
          <p:nvPr/>
        </p:nvSpPr>
        <p:spPr>
          <a:xfrm>
            <a:off x="560225" y="3285162"/>
            <a:ext cx="4319472" cy="2115066"/>
          </a:xfrm>
          <a:prstGeom prst="rect">
            <a:avLst/>
          </a:prstGeom>
          <a:noFill/>
        </p:spPr>
        <p:txBody>
          <a:bodyPr wrap="square" rtlCol="0">
            <a:spAutoFit/>
          </a:bodyPr>
          <a:lstStyle/>
          <a:p>
            <a:pPr>
              <a:lnSpc>
                <a:spcPct val="150000"/>
              </a:lnSpc>
            </a:pPr>
            <a:r>
              <a:rPr lang="en-US" b="0" i="0" dirty="0">
                <a:solidFill>
                  <a:srgbClr val="001D35"/>
                </a:solidFill>
                <a:effectLst/>
                <a:latin typeface="Lato" panose="020F0502020204030203" pitchFamily="34" charset="77"/>
              </a:rPr>
              <a:t>An X-wing is </a:t>
            </a:r>
            <a:r>
              <a:rPr lang="en-US" dirty="0">
                <a:latin typeface="Lato" panose="020F0502020204030203" pitchFamily="34" charset="77"/>
              </a:rPr>
              <a:t>a Sudoku technique that involves finding a number that appears twice in a row or column, and then finding a corresponding row or column where that same number also appears twice</a:t>
            </a:r>
            <a:endParaRPr lang="en-TW" dirty="0">
              <a:latin typeface="Lato" panose="020F0502020204030203" pitchFamily="34" charset="77"/>
            </a:endParaRPr>
          </a:p>
        </p:txBody>
      </p:sp>
    </p:spTree>
    <p:extLst>
      <p:ext uri="{BB962C8B-B14F-4D97-AF65-F5344CB8AC3E}">
        <p14:creationId xmlns:p14="http://schemas.microsoft.com/office/powerpoint/2010/main" val="1603958571"/>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19009" y="313155"/>
            <a:ext cx="5220626" cy="1569660"/>
          </a:xfrm>
          <a:prstGeom prst="rect">
            <a:avLst/>
          </a:prstGeom>
          <a:noFill/>
        </p:spPr>
        <p:txBody>
          <a:bodyPr wrap="square" rtlCol="0">
            <a:spAutoFit/>
          </a:bodyPr>
          <a:lstStyle/>
          <a:p>
            <a:r>
              <a:rPr lang="en-TW" sz="4800" b="1" dirty="0">
                <a:latin typeface="Playfair Display Black" pitchFamily="2" charset="77"/>
              </a:rPr>
              <a:t>Intermediate </a:t>
            </a:r>
            <a:r>
              <a:rPr lang="en-TW" sz="4800" b="1" i="1" dirty="0">
                <a:latin typeface="Playfair Display SemiBold" pitchFamily="2" charset="77"/>
              </a:rPr>
              <a:t>Techniques</a:t>
            </a:r>
          </a:p>
        </p:txBody>
      </p:sp>
      <p:sp>
        <p:nvSpPr>
          <p:cNvPr id="87" name="TextBox 86">
            <a:extLst>
              <a:ext uri="{FF2B5EF4-FFF2-40B4-BE49-F238E27FC236}">
                <a16:creationId xmlns:a16="http://schemas.microsoft.com/office/drawing/2014/main" id="{1D1FD712-2CD6-B782-F9DC-618E16E18065}"/>
              </a:ext>
            </a:extLst>
          </p:cNvPr>
          <p:cNvSpPr txBox="1"/>
          <p:nvPr/>
        </p:nvSpPr>
        <p:spPr>
          <a:xfrm>
            <a:off x="372863" y="1968616"/>
            <a:ext cx="4707924" cy="707886"/>
          </a:xfrm>
          <a:prstGeom prst="rect">
            <a:avLst/>
          </a:prstGeom>
          <a:noFill/>
        </p:spPr>
        <p:txBody>
          <a:bodyPr wrap="square" rtlCol="0">
            <a:spAutoFit/>
          </a:bodyPr>
          <a:lstStyle/>
          <a:p>
            <a:r>
              <a:rPr lang="en-TW" sz="4000" b="1" dirty="0">
                <a:latin typeface="Lato" panose="020F0502020204030203" pitchFamily="34" charset="77"/>
              </a:rPr>
              <a:t>X-Wing</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497846" y="380849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612015" y="615777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4366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673657" y="303176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673657" y="3031765"/>
                <a:ext cx="229229" cy="276999"/>
              </a:xfrm>
              <a:prstGeom prst="rect">
                <a:avLst/>
              </a:prstGeom>
              <a:blipFill>
                <a:blip r:embed="rId10"/>
                <a:stretch>
                  <a:fillRect l="-10526"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1"/>
                <a:stretch>
                  <a:fillRect l="-10526" r="-15789" b="-4348"/>
                </a:stretch>
              </a:blipFill>
            </p:spPr>
            <p:txBody>
              <a:bodyPr/>
              <a:lstStyle/>
              <a:p>
                <a:r>
                  <a:rPr lang="en-TW">
                    <a:noFill/>
                  </a:rPr>
                  <a:t> </a:t>
                </a:r>
              </a:p>
            </p:txBody>
          </p:sp>
        </mc:Fallback>
      </mc:AlternateContent>
      <p:sp>
        <p:nvSpPr>
          <p:cNvPr id="159" name="Rectangle 158">
            <a:extLst>
              <a:ext uri="{FF2B5EF4-FFF2-40B4-BE49-F238E27FC236}">
                <a16:creationId xmlns:a16="http://schemas.microsoft.com/office/drawing/2014/main" id="{04706051-1C3A-8277-B370-7AD04420CB80}"/>
              </a:ext>
            </a:extLst>
          </p:cNvPr>
          <p:cNvSpPr/>
          <p:nvPr/>
        </p:nvSpPr>
        <p:spPr>
          <a:xfrm>
            <a:off x="6536575" y="321008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0" name="Rectangle 169">
            <a:extLst>
              <a:ext uri="{FF2B5EF4-FFF2-40B4-BE49-F238E27FC236}">
                <a16:creationId xmlns:a16="http://schemas.microsoft.com/office/drawing/2014/main" id="{16DF678B-9127-858E-A0F3-ACF80ACFF36D}"/>
              </a:ext>
            </a:extLst>
          </p:cNvPr>
          <p:cNvSpPr/>
          <p:nvPr/>
        </p:nvSpPr>
        <p:spPr>
          <a:xfrm>
            <a:off x="7266420" y="327228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3" name="Rectangle 172">
            <a:extLst>
              <a:ext uri="{FF2B5EF4-FFF2-40B4-BE49-F238E27FC236}">
                <a16:creationId xmlns:a16="http://schemas.microsoft.com/office/drawing/2014/main" id="{1DF28DA1-8402-E1A0-AEC3-E65C1918758F}"/>
              </a:ext>
            </a:extLst>
          </p:cNvPr>
          <p:cNvSpPr/>
          <p:nvPr/>
        </p:nvSpPr>
        <p:spPr>
          <a:xfrm>
            <a:off x="5933069" y="3235862"/>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4" name="Rectangle 173">
            <a:extLst>
              <a:ext uri="{FF2B5EF4-FFF2-40B4-BE49-F238E27FC236}">
                <a16:creationId xmlns:a16="http://schemas.microsoft.com/office/drawing/2014/main" id="{B2D048EF-5C97-CED4-8269-151BECD65766}"/>
              </a:ext>
            </a:extLst>
          </p:cNvPr>
          <p:cNvSpPr/>
          <p:nvPr/>
        </p:nvSpPr>
        <p:spPr>
          <a:xfrm>
            <a:off x="6342772" y="310524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5" name="Rectangle 174">
            <a:extLst>
              <a:ext uri="{FF2B5EF4-FFF2-40B4-BE49-F238E27FC236}">
                <a16:creationId xmlns:a16="http://schemas.microsoft.com/office/drawing/2014/main" id="{F22A0ABD-B6EE-217E-0BDF-0B750E012804}"/>
              </a:ext>
            </a:extLst>
          </p:cNvPr>
          <p:cNvSpPr/>
          <p:nvPr/>
        </p:nvSpPr>
        <p:spPr>
          <a:xfrm>
            <a:off x="5680387" y="3098269"/>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0" name="Rectangle 179">
            <a:extLst>
              <a:ext uri="{FF2B5EF4-FFF2-40B4-BE49-F238E27FC236}">
                <a16:creationId xmlns:a16="http://schemas.microsoft.com/office/drawing/2014/main" id="{3E99A61C-49D3-3856-BCAD-C506CC1F7425}"/>
              </a:ext>
            </a:extLst>
          </p:cNvPr>
          <p:cNvSpPr/>
          <p:nvPr/>
        </p:nvSpPr>
        <p:spPr>
          <a:xfrm>
            <a:off x="7039646" y="3118242"/>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9" name="Rectangle 188">
            <a:extLst>
              <a:ext uri="{FF2B5EF4-FFF2-40B4-BE49-F238E27FC236}">
                <a16:creationId xmlns:a16="http://schemas.microsoft.com/office/drawing/2014/main" id="{43AA9078-C19F-38C1-F920-D520257E0D92}"/>
              </a:ext>
            </a:extLst>
          </p:cNvPr>
          <p:cNvSpPr/>
          <p:nvPr/>
        </p:nvSpPr>
        <p:spPr>
          <a:xfrm>
            <a:off x="7890847" y="3543755"/>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1" name="Rectangle 190">
            <a:extLst>
              <a:ext uri="{FF2B5EF4-FFF2-40B4-BE49-F238E27FC236}">
                <a16:creationId xmlns:a16="http://schemas.microsoft.com/office/drawing/2014/main" id="{B4338253-BD90-6078-74C4-8B4C217BF68E}"/>
              </a:ext>
            </a:extLst>
          </p:cNvPr>
          <p:cNvSpPr/>
          <p:nvPr/>
        </p:nvSpPr>
        <p:spPr>
          <a:xfrm>
            <a:off x="5880196" y="173390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7" name="Rectangle 176">
            <a:extLst>
              <a:ext uri="{FF2B5EF4-FFF2-40B4-BE49-F238E27FC236}">
                <a16:creationId xmlns:a16="http://schemas.microsoft.com/office/drawing/2014/main" id="{3669E19C-D196-B5C4-86AA-A6E229833ACA}"/>
              </a:ext>
            </a:extLst>
          </p:cNvPr>
          <p:cNvSpPr/>
          <p:nvPr/>
        </p:nvSpPr>
        <p:spPr>
          <a:xfrm rot="16200000">
            <a:off x="7705761" y="1011257"/>
            <a:ext cx="649725" cy="692298"/>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79" name="Rectangle 178">
            <a:extLst>
              <a:ext uri="{FF2B5EF4-FFF2-40B4-BE49-F238E27FC236}">
                <a16:creationId xmlns:a16="http://schemas.microsoft.com/office/drawing/2014/main" id="{88F43F5E-915B-F15B-1BB9-22E4BE4C5BC0}"/>
              </a:ext>
            </a:extLst>
          </p:cNvPr>
          <p:cNvSpPr/>
          <p:nvPr/>
        </p:nvSpPr>
        <p:spPr>
          <a:xfrm rot="16200000">
            <a:off x="9083152" y="3072797"/>
            <a:ext cx="649725" cy="692298"/>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81" name="Rectangle 180">
            <a:extLst>
              <a:ext uri="{FF2B5EF4-FFF2-40B4-BE49-F238E27FC236}">
                <a16:creationId xmlns:a16="http://schemas.microsoft.com/office/drawing/2014/main" id="{B90E67BC-5C8F-DEFA-CC4B-ADDC74675513}"/>
              </a:ext>
            </a:extLst>
          </p:cNvPr>
          <p:cNvSpPr/>
          <p:nvPr/>
        </p:nvSpPr>
        <p:spPr>
          <a:xfrm rot="16200000">
            <a:off x="7709522" y="3063919"/>
            <a:ext cx="649725" cy="692298"/>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82" name="Rectangle 181">
            <a:extLst>
              <a:ext uri="{FF2B5EF4-FFF2-40B4-BE49-F238E27FC236}">
                <a16:creationId xmlns:a16="http://schemas.microsoft.com/office/drawing/2014/main" id="{2E345DA0-4FC9-010D-08F5-F2B800238C5A}"/>
              </a:ext>
            </a:extLst>
          </p:cNvPr>
          <p:cNvSpPr/>
          <p:nvPr/>
        </p:nvSpPr>
        <p:spPr>
          <a:xfrm rot="16200000">
            <a:off x="9096662" y="1020136"/>
            <a:ext cx="649725" cy="692298"/>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cxnSp>
        <p:nvCxnSpPr>
          <p:cNvPr id="184" name="Straight Connector 183">
            <a:extLst>
              <a:ext uri="{FF2B5EF4-FFF2-40B4-BE49-F238E27FC236}">
                <a16:creationId xmlns:a16="http://schemas.microsoft.com/office/drawing/2014/main" id="{B15F412B-42AE-886B-2AEC-7B4CBB268532}"/>
              </a:ext>
            </a:extLst>
          </p:cNvPr>
          <p:cNvCxnSpPr>
            <a:cxnSpLocks/>
          </p:cNvCxnSpPr>
          <p:nvPr/>
        </p:nvCxnSpPr>
        <p:spPr>
          <a:xfrm>
            <a:off x="8116348" y="1347935"/>
            <a:ext cx="1302860" cy="2081064"/>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96" name="Straight Connector 195">
            <a:extLst>
              <a:ext uri="{FF2B5EF4-FFF2-40B4-BE49-F238E27FC236}">
                <a16:creationId xmlns:a16="http://schemas.microsoft.com/office/drawing/2014/main" id="{79C3C3C1-4CBC-CA26-E137-64FF2BCBC898}"/>
              </a:ext>
            </a:extLst>
          </p:cNvPr>
          <p:cNvCxnSpPr>
            <a:cxnSpLocks/>
          </p:cNvCxnSpPr>
          <p:nvPr/>
        </p:nvCxnSpPr>
        <p:spPr>
          <a:xfrm flipH="1">
            <a:off x="8116348" y="1347935"/>
            <a:ext cx="1302860" cy="2062771"/>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sp>
        <p:nvSpPr>
          <p:cNvPr id="199" name="Oval 198">
            <a:extLst>
              <a:ext uri="{FF2B5EF4-FFF2-40B4-BE49-F238E27FC236}">
                <a16:creationId xmlns:a16="http://schemas.microsoft.com/office/drawing/2014/main" id="{0C4D1396-438E-4C50-264B-6065090153BE}"/>
              </a:ext>
            </a:extLst>
          </p:cNvPr>
          <p:cNvSpPr/>
          <p:nvPr/>
        </p:nvSpPr>
        <p:spPr>
          <a:xfrm>
            <a:off x="8171687" y="3088025"/>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200" name="Oval 199">
            <a:extLst>
              <a:ext uri="{FF2B5EF4-FFF2-40B4-BE49-F238E27FC236}">
                <a16:creationId xmlns:a16="http://schemas.microsoft.com/office/drawing/2014/main" id="{11BC6498-A056-A6E7-66FE-40B29A772870}"/>
              </a:ext>
            </a:extLst>
          </p:cNvPr>
          <p:cNvSpPr/>
          <p:nvPr/>
        </p:nvSpPr>
        <p:spPr>
          <a:xfrm>
            <a:off x="9527523" y="3091096"/>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201" name="Oval 200">
            <a:extLst>
              <a:ext uri="{FF2B5EF4-FFF2-40B4-BE49-F238E27FC236}">
                <a16:creationId xmlns:a16="http://schemas.microsoft.com/office/drawing/2014/main" id="{16B49F8C-6209-58A2-E18A-F5A99AB006F6}"/>
              </a:ext>
            </a:extLst>
          </p:cNvPr>
          <p:cNvSpPr/>
          <p:nvPr/>
        </p:nvSpPr>
        <p:spPr>
          <a:xfrm>
            <a:off x="8172898" y="1025254"/>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202" name="Oval 201">
            <a:extLst>
              <a:ext uri="{FF2B5EF4-FFF2-40B4-BE49-F238E27FC236}">
                <a16:creationId xmlns:a16="http://schemas.microsoft.com/office/drawing/2014/main" id="{643AFDE9-07E1-2B15-FD03-13E10AD95301}"/>
              </a:ext>
            </a:extLst>
          </p:cNvPr>
          <p:cNvSpPr/>
          <p:nvPr/>
        </p:nvSpPr>
        <p:spPr>
          <a:xfrm>
            <a:off x="9526763" y="1032543"/>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205" name="TextBox 204">
            <a:extLst>
              <a:ext uri="{FF2B5EF4-FFF2-40B4-BE49-F238E27FC236}">
                <a16:creationId xmlns:a16="http://schemas.microsoft.com/office/drawing/2014/main" id="{F0AA52E3-28FE-0EC6-4C8A-D5513274F0E4}"/>
              </a:ext>
            </a:extLst>
          </p:cNvPr>
          <p:cNvSpPr txBox="1"/>
          <p:nvPr/>
        </p:nvSpPr>
        <p:spPr>
          <a:xfrm>
            <a:off x="477158" y="3181214"/>
            <a:ext cx="3799619" cy="2115066"/>
          </a:xfrm>
          <a:prstGeom prst="rect">
            <a:avLst/>
          </a:prstGeom>
          <a:noFill/>
        </p:spPr>
        <p:txBody>
          <a:bodyPr wrap="square" rtlCol="0">
            <a:spAutoFit/>
          </a:bodyPr>
          <a:lstStyle/>
          <a:p>
            <a:pPr>
              <a:lnSpc>
                <a:spcPct val="150000"/>
              </a:lnSpc>
            </a:pPr>
            <a:r>
              <a:rPr lang="en-US" dirty="0">
                <a:latin typeface="Lato" panose="020F0502020204030203" pitchFamily="34" charset="77"/>
              </a:rPr>
              <a:t>The number 3 must occupy one of the two cells in each row (or column). However, the exact position of the 3 will be determined later.</a:t>
            </a:r>
            <a:endParaRPr lang="en-TW" dirty="0">
              <a:latin typeface="Lato" panose="020F0502020204030203" pitchFamily="34" charset="77"/>
            </a:endParaRPr>
          </a:p>
        </p:txBody>
      </p:sp>
    </p:spTree>
    <p:extLst>
      <p:ext uri="{BB962C8B-B14F-4D97-AF65-F5344CB8AC3E}">
        <p14:creationId xmlns:p14="http://schemas.microsoft.com/office/powerpoint/2010/main" val="2056218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19009" y="313155"/>
            <a:ext cx="5220626" cy="1569660"/>
          </a:xfrm>
          <a:prstGeom prst="rect">
            <a:avLst/>
          </a:prstGeom>
          <a:noFill/>
        </p:spPr>
        <p:txBody>
          <a:bodyPr wrap="square" rtlCol="0">
            <a:spAutoFit/>
          </a:bodyPr>
          <a:lstStyle/>
          <a:p>
            <a:r>
              <a:rPr lang="en-TW" sz="4800" b="1" dirty="0">
                <a:latin typeface="Playfair Display Black" pitchFamily="2" charset="77"/>
              </a:rPr>
              <a:t>Intermediate </a:t>
            </a:r>
            <a:r>
              <a:rPr lang="en-TW" sz="4800" b="1" i="1" dirty="0">
                <a:latin typeface="Playfair Display SemiBold" pitchFamily="2" charset="77"/>
              </a:rPr>
              <a:t>Techniques</a:t>
            </a:r>
          </a:p>
        </p:txBody>
      </p:sp>
      <p:sp>
        <p:nvSpPr>
          <p:cNvPr id="87" name="TextBox 86">
            <a:extLst>
              <a:ext uri="{FF2B5EF4-FFF2-40B4-BE49-F238E27FC236}">
                <a16:creationId xmlns:a16="http://schemas.microsoft.com/office/drawing/2014/main" id="{1D1FD712-2CD6-B782-F9DC-618E16E18065}"/>
              </a:ext>
            </a:extLst>
          </p:cNvPr>
          <p:cNvSpPr txBox="1"/>
          <p:nvPr/>
        </p:nvSpPr>
        <p:spPr>
          <a:xfrm>
            <a:off x="372863" y="1968616"/>
            <a:ext cx="4707924" cy="707886"/>
          </a:xfrm>
          <a:prstGeom prst="rect">
            <a:avLst/>
          </a:prstGeom>
          <a:noFill/>
        </p:spPr>
        <p:txBody>
          <a:bodyPr wrap="square" rtlCol="0">
            <a:spAutoFit/>
          </a:bodyPr>
          <a:lstStyle/>
          <a:p>
            <a:r>
              <a:rPr lang="en-TW" sz="4000" b="1" dirty="0">
                <a:latin typeface="Lato" panose="020F0502020204030203" pitchFamily="34" charset="77"/>
              </a:rPr>
              <a:t>X-Wing</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497846" y="380849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612015" y="615777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4366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673657" y="303176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673657" y="3031765"/>
                <a:ext cx="229229" cy="276999"/>
              </a:xfrm>
              <a:prstGeom prst="rect">
                <a:avLst/>
              </a:prstGeom>
              <a:blipFill>
                <a:blip r:embed="rId10"/>
                <a:stretch>
                  <a:fillRect l="-10526"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1"/>
                <a:stretch>
                  <a:fillRect l="-10526" r="-15789" b="-4348"/>
                </a:stretch>
              </a:blipFill>
            </p:spPr>
            <p:txBody>
              <a:bodyPr/>
              <a:lstStyle/>
              <a:p>
                <a:r>
                  <a:rPr lang="en-TW">
                    <a:noFill/>
                  </a:rPr>
                  <a:t> </a:t>
                </a:r>
              </a:p>
            </p:txBody>
          </p:sp>
        </mc:Fallback>
      </mc:AlternateContent>
      <p:sp>
        <p:nvSpPr>
          <p:cNvPr id="159" name="Rectangle 158">
            <a:extLst>
              <a:ext uri="{FF2B5EF4-FFF2-40B4-BE49-F238E27FC236}">
                <a16:creationId xmlns:a16="http://schemas.microsoft.com/office/drawing/2014/main" id="{04706051-1C3A-8277-B370-7AD04420CB80}"/>
              </a:ext>
            </a:extLst>
          </p:cNvPr>
          <p:cNvSpPr/>
          <p:nvPr/>
        </p:nvSpPr>
        <p:spPr>
          <a:xfrm>
            <a:off x="6536575" y="321008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0" name="Rectangle 169">
            <a:extLst>
              <a:ext uri="{FF2B5EF4-FFF2-40B4-BE49-F238E27FC236}">
                <a16:creationId xmlns:a16="http://schemas.microsoft.com/office/drawing/2014/main" id="{16DF678B-9127-858E-A0F3-ACF80ACFF36D}"/>
              </a:ext>
            </a:extLst>
          </p:cNvPr>
          <p:cNvSpPr/>
          <p:nvPr/>
        </p:nvSpPr>
        <p:spPr>
          <a:xfrm>
            <a:off x="7266420" y="327228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3" name="Rectangle 172">
            <a:extLst>
              <a:ext uri="{FF2B5EF4-FFF2-40B4-BE49-F238E27FC236}">
                <a16:creationId xmlns:a16="http://schemas.microsoft.com/office/drawing/2014/main" id="{1DF28DA1-8402-E1A0-AEC3-E65C1918758F}"/>
              </a:ext>
            </a:extLst>
          </p:cNvPr>
          <p:cNvSpPr/>
          <p:nvPr/>
        </p:nvSpPr>
        <p:spPr>
          <a:xfrm>
            <a:off x="5933069" y="3235862"/>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4" name="Rectangle 173">
            <a:extLst>
              <a:ext uri="{FF2B5EF4-FFF2-40B4-BE49-F238E27FC236}">
                <a16:creationId xmlns:a16="http://schemas.microsoft.com/office/drawing/2014/main" id="{B2D048EF-5C97-CED4-8269-151BECD65766}"/>
              </a:ext>
            </a:extLst>
          </p:cNvPr>
          <p:cNvSpPr/>
          <p:nvPr/>
        </p:nvSpPr>
        <p:spPr>
          <a:xfrm>
            <a:off x="6342772" y="310524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5" name="Rectangle 174">
            <a:extLst>
              <a:ext uri="{FF2B5EF4-FFF2-40B4-BE49-F238E27FC236}">
                <a16:creationId xmlns:a16="http://schemas.microsoft.com/office/drawing/2014/main" id="{F22A0ABD-B6EE-217E-0BDF-0B750E012804}"/>
              </a:ext>
            </a:extLst>
          </p:cNvPr>
          <p:cNvSpPr/>
          <p:nvPr/>
        </p:nvSpPr>
        <p:spPr>
          <a:xfrm>
            <a:off x="5680387" y="3098269"/>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0" name="Rectangle 179">
            <a:extLst>
              <a:ext uri="{FF2B5EF4-FFF2-40B4-BE49-F238E27FC236}">
                <a16:creationId xmlns:a16="http://schemas.microsoft.com/office/drawing/2014/main" id="{3E99A61C-49D3-3856-BCAD-C506CC1F7425}"/>
              </a:ext>
            </a:extLst>
          </p:cNvPr>
          <p:cNvSpPr/>
          <p:nvPr/>
        </p:nvSpPr>
        <p:spPr>
          <a:xfrm>
            <a:off x="7039646" y="3118242"/>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9" name="Rectangle 188">
            <a:extLst>
              <a:ext uri="{FF2B5EF4-FFF2-40B4-BE49-F238E27FC236}">
                <a16:creationId xmlns:a16="http://schemas.microsoft.com/office/drawing/2014/main" id="{43AA9078-C19F-38C1-F920-D520257E0D92}"/>
              </a:ext>
            </a:extLst>
          </p:cNvPr>
          <p:cNvSpPr/>
          <p:nvPr/>
        </p:nvSpPr>
        <p:spPr>
          <a:xfrm>
            <a:off x="7890847" y="3543755"/>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1" name="Rectangle 190">
            <a:extLst>
              <a:ext uri="{FF2B5EF4-FFF2-40B4-BE49-F238E27FC236}">
                <a16:creationId xmlns:a16="http://schemas.microsoft.com/office/drawing/2014/main" id="{B4338253-BD90-6078-74C4-8B4C217BF68E}"/>
              </a:ext>
            </a:extLst>
          </p:cNvPr>
          <p:cNvSpPr/>
          <p:nvPr/>
        </p:nvSpPr>
        <p:spPr>
          <a:xfrm>
            <a:off x="5880196" y="173390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7" name="Rectangle 176">
            <a:extLst>
              <a:ext uri="{FF2B5EF4-FFF2-40B4-BE49-F238E27FC236}">
                <a16:creationId xmlns:a16="http://schemas.microsoft.com/office/drawing/2014/main" id="{3669E19C-D196-B5C4-86AA-A6E229833ACA}"/>
              </a:ext>
            </a:extLst>
          </p:cNvPr>
          <p:cNvSpPr/>
          <p:nvPr/>
        </p:nvSpPr>
        <p:spPr>
          <a:xfrm rot="16200000">
            <a:off x="4981194" y="3103975"/>
            <a:ext cx="6098860" cy="692298"/>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79" name="Rectangle 178">
            <a:extLst>
              <a:ext uri="{FF2B5EF4-FFF2-40B4-BE49-F238E27FC236}">
                <a16:creationId xmlns:a16="http://schemas.microsoft.com/office/drawing/2014/main" id="{88F43F5E-915B-F15B-1BB9-22E4BE4C5BC0}"/>
              </a:ext>
            </a:extLst>
          </p:cNvPr>
          <p:cNvSpPr/>
          <p:nvPr/>
        </p:nvSpPr>
        <p:spPr>
          <a:xfrm rot="16200000">
            <a:off x="6314816" y="3060205"/>
            <a:ext cx="6186398" cy="692298"/>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81" name="Rectangle 180">
            <a:extLst>
              <a:ext uri="{FF2B5EF4-FFF2-40B4-BE49-F238E27FC236}">
                <a16:creationId xmlns:a16="http://schemas.microsoft.com/office/drawing/2014/main" id="{B90E67BC-5C8F-DEFA-CC4B-ADDC74675513}"/>
              </a:ext>
            </a:extLst>
          </p:cNvPr>
          <p:cNvSpPr/>
          <p:nvPr/>
        </p:nvSpPr>
        <p:spPr>
          <a:xfrm rot="16200000">
            <a:off x="8400866" y="328969"/>
            <a:ext cx="649725" cy="6162404"/>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82" name="Rectangle 181">
            <a:extLst>
              <a:ext uri="{FF2B5EF4-FFF2-40B4-BE49-F238E27FC236}">
                <a16:creationId xmlns:a16="http://schemas.microsoft.com/office/drawing/2014/main" id="{2E345DA0-4FC9-010D-08F5-F2B800238C5A}"/>
              </a:ext>
            </a:extLst>
          </p:cNvPr>
          <p:cNvSpPr/>
          <p:nvPr/>
        </p:nvSpPr>
        <p:spPr>
          <a:xfrm rot="16200000">
            <a:off x="8404725" y="-1692584"/>
            <a:ext cx="649725" cy="6099909"/>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11960FC5-BA85-8B8B-370F-1CF24596D03E}"/>
                  </a:ext>
                </a:extLst>
              </p:cNvPr>
              <p:cNvSpPr txBox="1"/>
              <p:nvPr/>
            </p:nvSpPr>
            <p:spPr>
              <a:xfrm>
                <a:off x="7462387" y="30475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0" name="TextBox 99">
                <a:extLst>
                  <a:ext uri="{FF2B5EF4-FFF2-40B4-BE49-F238E27FC236}">
                    <a16:creationId xmlns:a16="http://schemas.microsoft.com/office/drawing/2014/main" id="{11960FC5-BA85-8B8B-370F-1CF24596D03E}"/>
                  </a:ext>
                </a:extLst>
              </p:cNvPr>
              <p:cNvSpPr txBox="1">
                <a:spLocks noRot="1" noChangeAspect="1" noMove="1" noResize="1" noEditPoints="1" noAdjustHandles="1" noChangeArrowheads="1" noChangeShapeType="1" noTextEdit="1"/>
              </p:cNvSpPr>
              <p:nvPr/>
            </p:nvSpPr>
            <p:spPr>
              <a:xfrm>
                <a:off x="7462387" y="3047504"/>
                <a:ext cx="229229" cy="276999"/>
              </a:xfrm>
              <a:prstGeom prst="rect">
                <a:avLst/>
              </a:prstGeom>
              <a:blipFill>
                <a:blip r:embed="rId14"/>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60" name="TextBox 159">
                <a:extLst>
                  <a:ext uri="{FF2B5EF4-FFF2-40B4-BE49-F238E27FC236}">
                    <a16:creationId xmlns:a16="http://schemas.microsoft.com/office/drawing/2014/main" id="{0D946985-205E-057E-DB2E-FEB1C403CA51}"/>
                  </a:ext>
                </a:extLst>
              </p:cNvPr>
              <p:cNvSpPr txBox="1"/>
              <p:nvPr/>
            </p:nvSpPr>
            <p:spPr>
              <a:xfrm>
                <a:off x="6791108"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0" name="TextBox 159">
                <a:extLst>
                  <a:ext uri="{FF2B5EF4-FFF2-40B4-BE49-F238E27FC236}">
                    <a16:creationId xmlns:a16="http://schemas.microsoft.com/office/drawing/2014/main" id="{0D946985-205E-057E-DB2E-FEB1C403CA51}"/>
                  </a:ext>
                </a:extLst>
              </p:cNvPr>
              <p:cNvSpPr txBox="1">
                <a:spLocks noRot="1" noChangeAspect="1" noMove="1" noResize="1" noEditPoints="1" noAdjustHandles="1" noChangeArrowheads="1" noChangeShapeType="1" noTextEdit="1"/>
              </p:cNvSpPr>
              <p:nvPr/>
            </p:nvSpPr>
            <p:spPr>
              <a:xfrm>
                <a:off x="6791108" y="3049128"/>
                <a:ext cx="229229" cy="276999"/>
              </a:xfrm>
              <a:prstGeom prst="rect">
                <a:avLst/>
              </a:prstGeom>
              <a:blipFill>
                <a:blip r:embed="rId7"/>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61" name="TextBox 160">
                <a:extLst>
                  <a:ext uri="{FF2B5EF4-FFF2-40B4-BE49-F238E27FC236}">
                    <a16:creationId xmlns:a16="http://schemas.microsoft.com/office/drawing/2014/main" id="{D31453D1-B357-B357-9849-C6BF91B5A627}"/>
                  </a:ext>
                </a:extLst>
              </p:cNvPr>
              <p:cNvSpPr txBox="1"/>
              <p:nvPr/>
            </p:nvSpPr>
            <p:spPr>
              <a:xfrm>
                <a:off x="8155588" y="235455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1" name="TextBox 160">
                <a:extLst>
                  <a:ext uri="{FF2B5EF4-FFF2-40B4-BE49-F238E27FC236}">
                    <a16:creationId xmlns:a16="http://schemas.microsoft.com/office/drawing/2014/main" id="{D31453D1-B357-B357-9849-C6BF91B5A627}"/>
                  </a:ext>
                </a:extLst>
              </p:cNvPr>
              <p:cNvSpPr txBox="1">
                <a:spLocks noRot="1" noChangeAspect="1" noMove="1" noResize="1" noEditPoints="1" noAdjustHandles="1" noChangeArrowheads="1" noChangeShapeType="1" noTextEdit="1"/>
              </p:cNvSpPr>
              <p:nvPr/>
            </p:nvSpPr>
            <p:spPr>
              <a:xfrm>
                <a:off x="8155588" y="2354550"/>
                <a:ext cx="229229" cy="276999"/>
              </a:xfrm>
              <a:prstGeom prst="rect">
                <a:avLst/>
              </a:prstGeom>
              <a:blipFill>
                <a:blip r:embed="rId9"/>
                <a:stretch>
                  <a:fillRect l="-16667" r="-16667" b="-4348"/>
                </a:stretch>
              </a:blipFill>
            </p:spPr>
            <p:txBody>
              <a:bodyPr/>
              <a:lstStyle/>
              <a:p>
                <a:r>
                  <a:rPr lang="en-TW">
                    <a:noFill/>
                  </a:rPr>
                  <a:t> </a:t>
                </a:r>
              </a:p>
            </p:txBody>
          </p:sp>
        </mc:Fallback>
      </mc:AlternateContent>
      <p:sp>
        <p:nvSpPr>
          <p:cNvPr id="171" name="Oval 170">
            <a:extLst>
              <a:ext uri="{FF2B5EF4-FFF2-40B4-BE49-F238E27FC236}">
                <a16:creationId xmlns:a16="http://schemas.microsoft.com/office/drawing/2014/main" id="{86337DE3-D159-A3F9-36DD-DE3A21F1B4D8}"/>
              </a:ext>
            </a:extLst>
          </p:cNvPr>
          <p:cNvSpPr/>
          <p:nvPr/>
        </p:nvSpPr>
        <p:spPr>
          <a:xfrm>
            <a:off x="6784634" y="2406669"/>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72" name="Oval 171">
            <a:extLst>
              <a:ext uri="{FF2B5EF4-FFF2-40B4-BE49-F238E27FC236}">
                <a16:creationId xmlns:a16="http://schemas.microsoft.com/office/drawing/2014/main" id="{2E4C27AF-D7B9-133A-8FCD-84FBFBE98B97}"/>
              </a:ext>
            </a:extLst>
          </p:cNvPr>
          <p:cNvSpPr/>
          <p:nvPr/>
        </p:nvSpPr>
        <p:spPr>
          <a:xfrm>
            <a:off x="8171687" y="3088025"/>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76" name="Oval 175">
            <a:extLst>
              <a:ext uri="{FF2B5EF4-FFF2-40B4-BE49-F238E27FC236}">
                <a16:creationId xmlns:a16="http://schemas.microsoft.com/office/drawing/2014/main" id="{3064628A-1D8B-C94E-4180-2769B265E7DF}"/>
              </a:ext>
            </a:extLst>
          </p:cNvPr>
          <p:cNvSpPr/>
          <p:nvPr/>
        </p:nvSpPr>
        <p:spPr>
          <a:xfrm>
            <a:off x="9527523" y="3091096"/>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83" name="Oval 182">
            <a:extLst>
              <a:ext uri="{FF2B5EF4-FFF2-40B4-BE49-F238E27FC236}">
                <a16:creationId xmlns:a16="http://schemas.microsoft.com/office/drawing/2014/main" id="{A283144F-2CB1-9A43-C95C-A6F13B27218A}"/>
              </a:ext>
            </a:extLst>
          </p:cNvPr>
          <p:cNvSpPr/>
          <p:nvPr/>
        </p:nvSpPr>
        <p:spPr>
          <a:xfrm>
            <a:off x="8172898" y="1025254"/>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84" name="Oval 183">
            <a:extLst>
              <a:ext uri="{FF2B5EF4-FFF2-40B4-BE49-F238E27FC236}">
                <a16:creationId xmlns:a16="http://schemas.microsoft.com/office/drawing/2014/main" id="{7F5AC530-E7C5-F421-3142-ED4591C29333}"/>
              </a:ext>
            </a:extLst>
          </p:cNvPr>
          <p:cNvSpPr/>
          <p:nvPr/>
        </p:nvSpPr>
        <p:spPr>
          <a:xfrm>
            <a:off x="9526763" y="1032543"/>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85" name="TextBox 184">
            <a:extLst>
              <a:ext uri="{FF2B5EF4-FFF2-40B4-BE49-F238E27FC236}">
                <a16:creationId xmlns:a16="http://schemas.microsoft.com/office/drawing/2014/main" id="{1C57BF9E-6089-9913-6817-221F93155B56}"/>
              </a:ext>
            </a:extLst>
          </p:cNvPr>
          <p:cNvSpPr txBox="1"/>
          <p:nvPr/>
        </p:nvSpPr>
        <p:spPr>
          <a:xfrm>
            <a:off x="570327" y="3084561"/>
            <a:ext cx="3487427" cy="2530629"/>
          </a:xfrm>
          <a:prstGeom prst="rect">
            <a:avLst/>
          </a:prstGeom>
          <a:noFill/>
        </p:spPr>
        <p:txBody>
          <a:bodyPr wrap="square" rtlCol="0">
            <a:spAutoFit/>
          </a:bodyPr>
          <a:lstStyle/>
          <a:p>
            <a:pPr>
              <a:lnSpc>
                <a:spcPct val="150000"/>
              </a:lnSpc>
            </a:pPr>
            <a:r>
              <a:rPr lang="en-US" dirty="0">
                <a:latin typeface="Lato" panose="020F0502020204030203" pitchFamily="34" charset="77"/>
              </a:rPr>
              <a:t>Since the placement of 3 is constrained to the two rows (or columns) forming the X-Wing, 3 can no longer appear in any other cells in the same columns (or rows).</a:t>
            </a:r>
            <a:endParaRPr lang="en-TW" dirty="0">
              <a:latin typeface="Lato" panose="020F0502020204030203" pitchFamily="34" charset="77"/>
            </a:endParaRPr>
          </a:p>
        </p:txBody>
      </p:sp>
    </p:spTree>
    <p:extLst>
      <p:ext uri="{BB962C8B-B14F-4D97-AF65-F5344CB8AC3E}">
        <p14:creationId xmlns:p14="http://schemas.microsoft.com/office/powerpoint/2010/main" val="1421418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19009" y="313155"/>
            <a:ext cx="5220626" cy="1569660"/>
          </a:xfrm>
          <a:prstGeom prst="rect">
            <a:avLst/>
          </a:prstGeom>
          <a:noFill/>
        </p:spPr>
        <p:txBody>
          <a:bodyPr wrap="square" rtlCol="0">
            <a:spAutoFit/>
          </a:bodyPr>
          <a:lstStyle/>
          <a:p>
            <a:r>
              <a:rPr lang="en-TW" sz="4800" b="1" dirty="0">
                <a:latin typeface="Playfair Display Black" pitchFamily="2" charset="77"/>
              </a:rPr>
              <a:t>Intermediate </a:t>
            </a:r>
            <a:r>
              <a:rPr lang="en-TW" sz="4800" b="1" i="1" dirty="0">
                <a:latin typeface="Playfair Display SemiBold" pitchFamily="2" charset="77"/>
              </a:rPr>
              <a:t>Techniques</a:t>
            </a:r>
          </a:p>
        </p:txBody>
      </p:sp>
      <p:sp>
        <p:nvSpPr>
          <p:cNvPr id="87" name="TextBox 86">
            <a:extLst>
              <a:ext uri="{FF2B5EF4-FFF2-40B4-BE49-F238E27FC236}">
                <a16:creationId xmlns:a16="http://schemas.microsoft.com/office/drawing/2014/main" id="{1D1FD712-2CD6-B782-F9DC-618E16E18065}"/>
              </a:ext>
            </a:extLst>
          </p:cNvPr>
          <p:cNvSpPr txBox="1"/>
          <p:nvPr/>
        </p:nvSpPr>
        <p:spPr>
          <a:xfrm>
            <a:off x="372863" y="1968616"/>
            <a:ext cx="4707924" cy="707886"/>
          </a:xfrm>
          <a:prstGeom prst="rect">
            <a:avLst/>
          </a:prstGeom>
          <a:noFill/>
        </p:spPr>
        <p:txBody>
          <a:bodyPr wrap="square" rtlCol="0">
            <a:spAutoFit/>
          </a:bodyPr>
          <a:lstStyle/>
          <a:p>
            <a:r>
              <a:rPr lang="en-TW" sz="4000" b="1" dirty="0">
                <a:latin typeface="Lato" panose="020F0502020204030203" pitchFamily="34" charset="77"/>
              </a:rPr>
              <a:t>X-Wing</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515602" y="379961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422303" y="5848685"/>
            <a:ext cx="602004" cy="6145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4366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673657" y="303176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673657" y="3031765"/>
                <a:ext cx="229229" cy="276999"/>
              </a:xfrm>
              <a:prstGeom prst="rect">
                <a:avLst/>
              </a:prstGeom>
              <a:blipFill>
                <a:blip r:embed="rId10"/>
                <a:stretch>
                  <a:fillRect l="-10526"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1"/>
                <a:stretch>
                  <a:fillRect l="-10526" r="-15789" b="-4348"/>
                </a:stretch>
              </a:blipFill>
            </p:spPr>
            <p:txBody>
              <a:bodyPr/>
              <a:lstStyle/>
              <a:p>
                <a:r>
                  <a:rPr lang="en-TW">
                    <a:noFill/>
                  </a:rPr>
                  <a:t> </a:t>
                </a:r>
              </a:p>
            </p:txBody>
          </p:sp>
        </mc:Fallback>
      </mc:AlternateContent>
      <p:sp>
        <p:nvSpPr>
          <p:cNvPr id="159" name="Rectangle 158">
            <a:extLst>
              <a:ext uri="{FF2B5EF4-FFF2-40B4-BE49-F238E27FC236}">
                <a16:creationId xmlns:a16="http://schemas.microsoft.com/office/drawing/2014/main" id="{04706051-1C3A-8277-B370-7AD04420CB80}"/>
              </a:ext>
            </a:extLst>
          </p:cNvPr>
          <p:cNvSpPr/>
          <p:nvPr/>
        </p:nvSpPr>
        <p:spPr>
          <a:xfrm>
            <a:off x="6385531" y="2408164"/>
            <a:ext cx="579826" cy="6353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4" name="Rectangle 173">
            <a:extLst>
              <a:ext uri="{FF2B5EF4-FFF2-40B4-BE49-F238E27FC236}">
                <a16:creationId xmlns:a16="http://schemas.microsoft.com/office/drawing/2014/main" id="{B2D048EF-5C97-CED4-8269-151BECD65766}"/>
              </a:ext>
            </a:extLst>
          </p:cNvPr>
          <p:cNvSpPr/>
          <p:nvPr/>
        </p:nvSpPr>
        <p:spPr>
          <a:xfrm>
            <a:off x="6342772" y="310524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5" name="Rectangle 174">
            <a:extLst>
              <a:ext uri="{FF2B5EF4-FFF2-40B4-BE49-F238E27FC236}">
                <a16:creationId xmlns:a16="http://schemas.microsoft.com/office/drawing/2014/main" id="{F22A0ABD-B6EE-217E-0BDF-0B750E012804}"/>
              </a:ext>
            </a:extLst>
          </p:cNvPr>
          <p:cNvSpPr/>
          <p:nvPr/>
        </p:nvSpPr>
        <p:spPr>
          <a:xfrm>
            <a:off x="5680387" y="3098269"/>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0" name="Rectangle 179">
            <a:extLst>
              <a:ext uri="{FF2B5EF4-FFF2-40B4-BE49-F238E27FC236}">
                <a16:creationId xmlns:a16="http://schemas.microsoft.com/office/drawing/2014/main" id="{3E99A61C-49D3-3856-BCAD-C506CC1F7425}"/>
              </a:ext>
            </a:extLst>
          </p:cNvPr>
          <p:cNvSpPr/>
          <p:nvPr/>
        </p:nvSpPr>
        <p:spPr>
          <a:xfrm>
            <a:off x="7039646" y="3118242"/>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9" name="Rectangle 188">
            <a:extLst>
              <a:ext uri="{FF2B5EF4-FFF2-40B4-BE49-F238E27FC236}">
                <a16:creationId xmlns:a16="http://schemas.microsoft.com/office/drawing/2014/main" id="{43AA9078-C19F-38C1-F920-D520257E0D92}"/>
              </a:ext>
            </a:extLst>
          </p:cNvPr>
          <p:cNvSpPr/>
          <p:nvPr/>
        </p:nvSpPr>
        <p:spPr>
          <a:xfrm>
            <a:off x="7890847" y="3543755"/>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1" name="Rectangle 190">
            <a:extLst>
              <a:ext uri="{FF2B5EF4-FFF2-40B4-BE49-F238E27FC236}">
                <a16:creationId xmlns:a16="http://schemas.microsoft.com/office/drawing/2014/main" id="{B4338253-BD90-6078-74C4-8B4C217BF68E}"/>
              </a:ext>
            </a:extLst>
          </p:cNvPr>
          <p:cNvSpPr/>
          <p:nvPr/>
        </p:nvSpPr>
        <p:spPr>
          <a:xfrm>
            <a:off x="5880196" y="173390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5" name="TextBox 184">
            <a:extLst>
              <a:ext uri="{FF2B5EF4-FFF2-40B4-BE49-F238E27FC236}">
                <a16:creationId xmlns:a16="http://schemas.microsoft.com/office/drawing/2014/main" id="{C52E1DDF-EB40-1C06-AEFE-E4F35FE5EC28}"/>
              </a:ext>
            </a:extLst>
          </p:cNvPr>
          <p:cNvSpPr txBox="1"/>
          <p:nvPr/>
        </p:nvSpPr>
        <p:spPr>
          <a:xfrm>
            <a:off x="6458870" y="241814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90" name="Rectangle 189">
            <a:extLst>
              <a:ext uri="{FF2B5EF4-FFF2-40B4-BE49-F238E27FC236}">
                <a16:creationId xmlns:a16="http://schemas.microsoft.com/office/drawing/2014/main" id="{A1D128E5-DDF3-D7EF-808E-E669712F5526}"/>
              </a:ext>
            </a:extLst>
          </p:cNvPr>
          <p:cNvSpPr/>
          <p:nvPr/>
        </p:nvSpPr>
        <p:spPr>
          <a:xfrm>
            <a:off x="6796256" y="3117405"/>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2" name="Rectangle 191">
            <a:extLst>
              <a:ext uri="{FF2B5EF4-FFF2-40B4-BE49-F238E27FC236}">
                <a16:creationId xmlns:a16="http://schemas.microsoft.com/office/drawing/2014/main" id="{9629BD9F-09C9-B703-00AC-892E30A1CCDD}"/>
              </a:ext>
            </a:extLst>
          </p:cNvPr>
          <p:cNvSpPr/>
          <p:nvPr/>
        </p:nvSpPr>
        <p:spPr>
          <a:xfrm>
            <a:off x="7455747" y="309216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3" name="Rectangle 192">
            <a:extLst>
              <a:ext uri="{FF2B5EF4-FFF2-40B4-BE49-F238E27FC236}">
                <a16:creationId xmlns:a16="http://schemas.microsoft.com/office/drawing/2014/main" id="{D59E079D-7108-98C7-1387-A871E8CDD5EF}"/>
              </a:ext>
            </a:extLst>
          </p:cNvPr>
          <p:cNvSpPr/>
          <p:nvPr/>
        </p:nvSpPr>
        <p:spPr>
          <a:xfrm>
            <a:off x="8149966" y="242645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5" name="Rectangle 194">
            <a:extLst>
              <a:ext uri="{FF2B5EF4-FFF2-40B4-BE49-F238E27FC236}">
                <a16:creationId xmlns:a16="http://schemas.microsoft.com/office/drawing/2014/main" id="{1BF3F6A7-DEEC-B2FC-B98C-0BF1CCB34A99}"/>
              </a:ext>
            </a:extLst>
          </p:cNvPr>
          <p:cNvSpPr/>
          <p:nvPr/>
        </p:nvSpPr>
        <p:spPr>
          <a:xfrm>
            <a:off x="9447939" y="3105247"/>
            <a:ext cx="222220" cy="63582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6" name="Rectangle 195">
            <a:extLst>
              <a:ext uri="{FF2B5EF4-FFF2-40B4-BE49-F238E27FC236}">
                <a16:creationId xmlns:a16="http://schemas.microsoft.com/office/drawing/2014/main" id="{5E14EB5C-D9FA-709C-15FB-38F6180DE581}"/>
              </a:ext>
            </a:extLst>
          </p:cNvPr>
          <p:cNvSpPr/>
          <p:nvPr/>
        </p:nvSpPr>
        <p:spPr>
          <a:xfrm>
            <a:off x="7718392" y="2432747"/>
            <a:ext cx="619394" cy="62533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1" name="Rectangle 170">
            <a:extLst>
              <a:ext uri="{FF2B5EF4-FFF2-40B4-BE49-F238E27FC236}">
                <a16:creationId xmlns:a16="http://schemas.microsoft.com/office/drawing/2014/main" id="{D8679C95-3A30-3F40-D623-1A323CD134A8}"/>
              </a:ext>
            </a:extLst>
          </p:cNvPr>
          <p:cNvSpPr/>
          <p:nvPr/>
        </p:nvSpPr>
        <p:spPr>
          <a:xfrm>
            <a:off x="10497195" y="4782138"/>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1" name="TextBox 160">
            <a:extLst>
              <a:ext uri="{FF2B5EF4-FFF2-40B4-BE49-F238E27FC236}">
                <a16:creationId xmlns:a16="http://schemas.microsoft.com/office/drawing/2014/main" id="{4C7C8432-158A-1459-DBDC-542221F0B31E}"/>
              </a:ext>
            </a:extLst>
          </p:cNvPr>
          <p:cNvSpPr txBox="1"/>
          <p:nvPr/>
        </p:nvSpPr>
        <p:spPr>
          <a:xfrm>
            <a:off x="10586730" y="449084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77" name="Rectangle 176">
            <a:extLst>
              <a:ext uri="{FF2B5EF4-FFF2-40B4-BE49-F238E27FC236}">
                <a16:creationId xmlns:a16="http://schemas.microsoft.com/office/drawing/2014/main" id="{A7B3742C-A49F-7ACE-EBAE-687ADD1D6CF1}"/>
              </a:ext>
            </a:extLst>
          </p:cNvPr>
          <p:cNvSpPr/>
          <p:nvPr/>
        </p:nvSpPr>
        <p:spPr>
          <a:xfrm>
            <a:off x="9886018" y="4481926"/>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2" name="TextBox 171">
            <a:extLst>
              <a:ext uri="{FF2B5EF4-FFF2-40B4-BE49-F238E27FC236}">
                <a16:creationId xmlns:a16="http://schemas.microsoft.com/office/drawing/2014/main" id="{D2D3D5C9-6A20-ECEC-F563-37279E99E4D7}"/>
              </a:ext>
            </a:extLst>
          </p:cNvPr>
          <p:cNvSpPr txBox="1"/>
          <p:nvPr/>
        </p:nvSpPr>
        <p:spPr>
          <a:xfrm>
            <a:off x="9895907" y="449258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79" name="Rectangle 178">
            <a:extLst>
              <a:ext uri="{FF2B5EF4-FFF2-40B4-BE49-F238E27FC236}">
                <a16:creationId xmlns:a16="http://schemas.microsoft.com/office/drawing/2014/main" id="{1B805C2A-FF84-1FC3-4282-FF281D59F564}"/>
              </a:ext>
            </a:extLst>
          </p:cNvPr>
          <p:cNvSpPr/>
          <p:nvPr/>
        </p:nvSpPr>
        <p:spPr>
          <a:xfrm>
            <a:off x="10493052" y="6138453"/>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6" name="TextBox 175">
            <a:extLst>
              <a:ext uri="{FF2B5EF4-FFF2-40B4-BE49-F238E27FC236}">
                <a16:creationId xmlns:a16="http://schemas.microsoft.com/office/drawing/2014/main" id="{B1DB8FCA-814F-114B-5236-D36A53AFC846}"/>
              </a:ext>
            </a:extLst>
          </p:cNvPr>
          <p:cNvSpPr txBox="1"/>
          <p:nvPr/>
        </p:nvSpPr>
        <p:spPr>
          <a:xfrm>
            <a:off x="10586730" y="585232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81" name="Rectangle 180">
            <a:extLst>
              <a:ext uri="{FF2B5EF4-FFF2-40B4-BE49-F238E27FC236}">
                <a16:creationId xmlns:a16="http://schemas.microsoft.com/office/drawing/2014/main" id="{392327C1-FA7A-3E35-494F-E909888F59D8}"/>
              </a:ext>
            </a:extLst>
          </p:cNvPr>
          <p:cNvSpPr/>
          <p:nvPr/>
        </p:nvSpPr>
        <p:spPr>
          <a:xfrm>
            <a:off x="7925359" y="6117622"/>
            <a:ext cx="319032" cy="31583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2" name="Rectangle 181">
            <a:extLst>
              <a:ext uri="{FF2B5EF4-FFF2-40B4-BE49-F238E27FC236}">
                <a16:creationId xmlns:a16="http://schemas.microsoft.com/office/drawing/2014/main" id="{ED584754-EFFB-458D-0A32-E84102B33E23}"/>
              </a:ext>
            </a:extLst>
          </p:cNvPr>
          <p:cNvSpPr/>
          <p:nvPr/>
        </p:nvSpPr>
        <p:spPr>
          <a:xfrm>
            <a:off x="7739196" y="4478600"/>
            <a:ext cx="537475" cy="60207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3" name="Rectangle 182">
            <a:extLst>
              <a:ext uri="{FF2B5EF4-FFF2-40B4-BE49-F238E27FC236}">
                <a16:creationId xmlns:a16="http://schemas.microsoft.com/office/drawing/2014/main" id="{5D59A1A6-BAF9-3FF6-EEFE-945F994EDE6E}"/>
              </a:ext>
            </a:extLst>
          </p:cNvPr>
          <p:cNvSpPr/>
          <p:nvPr/>
        </p:nvSpPr>
        <p:spPr>
          <a:xfrm>
            <a:off x="9081886" y="4840992"/>
            <a:ext cx="248060" cy="27699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4" name="TextBox 183">
            <a:extLst>
              <a:ext uri="{FF2B5EF4-FFF2-40B4-BE49-F238E27FC236}">
                <a16:creationId xmlns:a16="http://schemas.microsoft.com/office/drawing/2014/main" id="{89FC8A6A-7207-52A1-5E6D-C530BB1217EE}"/>
              </a:ext>
            </a:extLst>
          </p:cNvPr>
          <p:cNvSpPr txBox="1"/>
          <p:nvPr/>
        </p:nvSpPr>
        <p:spPr>
          <a:xfrm>
            <a:off x="9183464" y="311080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202" name="Rectangle 201">
            <a:extLst>
              <a:ext uri="{FF2B5EF4-FFF2-40B4-BE49-F238E27FC236}">
                <a16:creationId xmlns:a16="http://schemas.microsoft.com/office/drawing/2014/main" id="{0BCC1E1B-A8E3-ADE9-7C6C-FD966DD68E0B}"/>
              </a:ext>
            </a:extLst>
          </p:cNvPr>
          <p:cNvSpPr/>
          <p:nvPr/>
        </p:nvSpPr>
        <p:spPr>
          <a:xfrm>
            <a:off x="9531664" y="1029903"/>
            <a:ext cx="17696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3" name="Rectangle 202">
            <a:extLst>
              <a:ext uri="{FF2B5EF4-FFF2-40B4-BE49-F238E27FC236}">
                <a16:creationId xmlns:a16="http://schemas.microsoft.com/office/drawing/2014/main" id="{CF23C6B5-6561-5917-A3AB-26E16DB25C84}"/>
              </a:ext>
            </a:extLst>
          </p:cNvPr>
          <p:cNvSpPr/>
          <p:nvPr/>
        </p:nvSpPr>
        <p:spPr>
          <a:xfrm>
            <a:off x="8089011" y="3101388"/>
            <a:ext cx="269265" cy="17089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4" name="Rectangle 203">
            <a:extLst>
              <a:ext uri="{FF2B5EF4-FFF2-40B4-BE49-F238E27FC236}">
                <a16:creationId xmlns:a16="http://schemas.microsoft.com/office/drawing/2014/main" id="{02AF9BA1-39DC-176F-0A92-97F435ED8753}"/>
              </a:ext>
            </a:extLst>
          </p:cNvPr>
          <p:cNvSpPr/>
          <p:nvPr/>
        </p:nvSpPr>
        <p:spPr>
          <a:xfrm>
            <a:off x="9323552" y="1473811"/>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6" name="Rectangle 205">
            <a:extLst>
              <a:ext uri="{FF2B5EF4-FFF2-40B4-BE49-F238E27FC236}">
                <a16:creationId xmlns:a16="http://schemas.microsoft.com/office/drawing/2014/main" id="{E36FE2D7-B7AC-43A1-D245-B7AC1C78622F}"/>
              </a:ext>
            </a:extLst>
          </p:cNvPr>
          <p:cNvSpPr/>
          <p:nvPr/>
        </p:nvSpPr>
        <p:spPr>
          <a:xfrm>
            <a:off x="9164233" y="1097984"/>
            <a:ext cx="505926" cy="54233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5" name="TextBox 204">
            <a:extLst>
              <a:ext uri="{FF2B5EF4-FFF2-40B4-BE49-F238E27FC236}">
                <a16:creationId xmlns:a16="http://schemas.microsoft.com/office/drawing/2014/main" id="{33719A79-E434-7A3A-7132-DB19870C3404}"/>
              </a:ext>
            </a:extLst>
          </p:cNvPr>
          <p:cNvSpPr txBox="1"/>
          <p:nvPr/>
        </p:nvSpPr>
        <p:spPr>
          <a:xfrm>
            <a:off x="9205916" y="105554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07" name="Rectangle 206">
            <a:extLst>
              <a:ext uri="{FF2B5EF4-FFF2-40B4-BE49-F238E27FC236}">
                <a16:creationId xmlns:a16="http://schemas.microsoft.com/office/drawing/2014/main" id="{B560A7CD-D423-2B05-E657-61316B544ACF}"/>
              </a:ext>
            </a:extLst>
          </p:cNvPr>
          <p:cNvSpPr/>
          <p:nvPr/>
        </p:nvSpPr>
        <p:spPr>
          <a:xfrm>
            <a:off x="10721121" y="126982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8" name="Rectangle 207">
            <a:extLst>
              <a:ext uri="{FF2B5EF4-FFF2-40B4-BE49-F238E27FC236}">
                <a16:creationId xmlns:a16="http://schemas.microsoft.com/office/drawing/2014/main" id="{BD1956A4-AE4D-450B-CC73-7A78D5BFB834}"/>
              </a:ext>
            </a:extLst>
          </p:cNvPr>
          <p:cNvSpPr/>
          <p:nvPr/>
        </p:nvSpPr>
        <p:spPr>
          <a:xfrm>
            <a:off x="10012088" y="12611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4" name="Rectangle 213">
            <a:extLst>
              <a:ext uri="{FF2B5EF4-FFF2-40B4-BE49-F238E27FC236}">
                <a16:creationId xmlns:a16="http://schemas.microsoft.com/office/drawing/2014/main" id="{766505CA-6811-1FC3-49CB-72750672C564}"/>
              </a:ext>
            </a:extLst>
          </p:cNvPr>
          <p:cNvSpPr/>
          <p:nvPr/>
        </p:nvSpPr>
        <p:spPr>
          <a:xfrm>
            <a:off x="6595501" y="12824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5" name="Rectangle 214">
            <a:extLst>
              <a:ext uri="{FF2B5EF4-FFF2-40B4-BE49-F238E27FC236}">
                <a16:creationId xmlns:a16="http://schemas.microsoft.com/office/drawing/2014/main" id="{0AFBAEE6-7F8B-2A9C-A4E8-BB9C20EEA3B0}"/>
              </a:ext>
            </a:extLst>
          </p:cNvPr>
          <p:cNvSpPr/>
          <p:nvPr/>
        </p:nvSpPr>
        <p:spPr>
          <a:xfrm>
            <a:off x="9323552" y="193031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6" name="Rectangle 215">
            <a:extLst>
              <a:ext uri="{FF2B5EF4-FFF2-40B4-BE49-F238E27FC236}">
                <a16:creationId xmlns:a16="http://schemas.microsoft.com/office/drawing/2014/main" id="{2AF580F5-98EB-254B-2B51-D33F47C23472}"/>
              </a:ext>
            </a:extLst>
          </p:cNvPr>
          <p:cNvSpPr/>
          <p:nvPr/>
        </p:nvSpPr>
        <p:spPr>
          <a:xfrm>
            <a:off x="9339046" y="472761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8" name="Rectangle 217">
            <a:extLst>
              <a:ext uri="{FF2B5EF4-FFF2-40B4-BE49-F238E27FC236}">
                <a16:creationId xmlns:a16="http://schemas.microsoft.com/office/drawing/2014/main" id="{2D7176F9-1BE1-DF40-91B2-C84216F15159}"/>
              </a:ext>
            </a:extLst>
          </p:cNvPr>
          <p:cNvSpPr/>
          <p:nvPr/>
        </p:nvSpPr>
        <p:spPr>
          <a:xfrm>
            <a:off x="8649373" y="1948775"/>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9" name="Rectangle 218">
            <a:extLst>
              <a:ext uri="{FF2B5EF4-FFF2-40B4-BE49-F238E27FC236}">
                <a16:creationId xmlns:a16="http://schemas.microsoft.com/office/drawing/2014/main" id="{7C4DD4FB-A9C1-28A8-22B1-9614B3418ED4}"/>
              </a:ext>
            </a:extLst>
          </p:cNvPr>
          <p:cNvSpPr/>
          <p:nvPr/>
        </p:nvSpPr>
        <p:spPr>
          <a:xfrm>
            <a:off x="8684329" y="58729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3" name="Rectangle 222">
            <a:extLst>
              <a:ext uri="{FF2B5EF4-FFF2-40B4-BE49-F238E27FC236}">
                <a16:creationId xmlns:a16="http://schemas.microsoft.com/office/drawing/2014/main" id="{512D3BA0-E671-74C3-F357-40290739E3E0}"/>
              </a:ext>
            </a:extLst>
          </p:cNvPr>
          <p:cNvSpPr/>
          <p:nvPr/>
        </p:nvSpPr>
        <p:spPr>
          <a:xfrm>
            <a:off x="9452395" y="4850958"/>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4" name="TextBox 223">
            <a:extLst>
              <a:ext uri="{FF2B5EF4-FFF2-40B4-BE49-F238E27FC236}">
                <a16:creationId xmlns:a16="http://schemas.microsoft.com/office/drawing/2014/main" id="{6381C123-414C-FAFB-0F56-7D262E3CA9AA}"/>
              </a:ext>
            </a:extLst>
          </p:cNvPr>
          <p:cNvSpPr txBox="1"/>
          <p:nvPr/>
        </p:nvSpPr>
        <p:spPr>
          <a:xfrm>
            <a:off x="9183464" y="44807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28" name="Rectangle 227">
            <a:extLst>
              <a:ext uri="{FF2B5EF4-FFF2-40B4-BE49-F238E27FC236}">
                <a16:creationId xmlns:a16="http://schemas.microsoft.com/office/drawing/2014/main" id="{C8860A68-4F1C-9DA5-E809-82C02EC64EAD}"/>
              </a:ext>
            </a:extLst>
          </p:cNvPr>
          <p:cNvSpPr/>
          <p:nvPr/>
        </p:nvSpPr>
        <p:spPr>
          <a:xfrm>
            <a:off x="8099275" y="47998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9" name="Rectangle 228">
            <a:extLst>
              <a:ext uri="{FF2B5EF4-FFF2-40B4-BE49-F238E27FC236}">
                <a16:creationId xmlns:a16="http://schemas.microsoft.com/office/drawing/2014/main" id="{91403988-2CF2-DD0B-A09B-915069F58805}"/>
              </a:ext>
            </a:extLst>
          </p:cNvPr>
          <p:cNvSpPr/>
          <p:nvPr/>
        </p:nvSpPr>
        <p:spPr>
          <a:xfrm>
            <a:off x="9129279" y="2027245"/>
            <a:ext cx="48892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0" name="TextBox 229">
            <a:extLst>
              <a:ext uri="{FF2B5EF4-FFF2-40B4-BE49-F238E27FC236}">
                <a16:creationId xmlns:a16="http://schemas.microsoft.com/office/drawing/2014/main" id="{1B5601BA-D55A-3553-2531-7CD21E7C3197}"/>
              </a:ext>
            </a:extLst>
          </p:cNvPr>
          <p:cNvSpPr txBox="1"/>
          <p:nvPr/>
        </p:nvSpPr>
        <p:spPr>
          <a:xfrm>
            <a:off x="9204247"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31" name="Rectangle 230">
            <a:extLst>
              <a:ext uri="{FF2B5EF4-FFF2-40B4-BE49-F238E27FC236}">
                <a16:creationId xmlns:a16="http://schemas.microsoft.com/office/drawing/2014/main" id="{4107C2FA-08B2-7D63-CFE9-EE416485CDBB}"/>
              </a:ext>
            </a:extLst>
          </p:cNvPr>
          <p:cNvSpPr/>
          <p:nvPr/>
        </p:nvSpPr>
        <p:spPr>
          <a:xfrm>
            <a:off x="7712934" y="2182214"/>
            <a:ext cx="229229" cy="1438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3" name="Rectangle 232">
            <a:extLst>
              <a:ext uri="{FF2B5EF4-FFF2-40B4-BE49-F238E27FC236}">
                <a16:creationId xmlns:a16="http://schemas.microsoft.com/office/drawing/2014/main" id="{14B33B9E-0993-FF86-51A4-725060ABE9BD}"/>
              </a:ext>
            </a:extLst>
          </p:cNvPr>
          <p:cNvSpPr/>
          <p:nvPr/>
        </p:nvSpPr>
        <p:spPr>
          <a:xfrm>
            <a:off x="7071889" y="400694"/>
            <a:ext cx="566297" cy="57994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4" name="TextBox 233">
            <a:extLst>
              <a:ext uri="{FF2B5EF4-FFF2-40B4-BE49-F238E27FC236}">
                <a16:creationId xmlns:a16="http://schemas.microsoft.com/office/drawing/2014/main" id="{BDA8A307-699D-600A-E0A1-98AE6F512079}"/>
              </a:ext>
            </a:extLst>
          </p:cNvPr>
          <p:cNvSpPr txBox="1"/>
          <p:nvPr/>
        </p:nvSpPr>
        <p:spPr>
          <a:xfrm>
            <a:off x="7145332" y="3996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35" name="Rectangle 234">
            <a:extLst>
              <a:ext uri="{FF2B5EF4-FFF2-40B4-BE49-F238E27FC236}">
                <a16:creationId xmlns:a16="http://schemas.microsoft.com/office/drawing/2014/main" id="{C8F335C3-4138-1526-F2AA-00497921C890}"/>
              </a:ext>
            </a:extLst>
          </p:cNvPr>
          <p:cNvSpPr/>
          <p:nvPr/>
        </p:nvSpPr>
        <p:spPr>
          <a:xfrm>
            <a:off x="7045756" y="1723232"/>
            <a:ext cx="566297" cy="5884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6" name="TextBox 235">
            <a:extLst>
              <a:ext uri="{FF2B5EF4-FFF2-40B4-BE49-F238E27FC236}">
                <a16:creationId xmlns:a16="http://schemas.microsoft.com/office/drawing/2014/main" id="{DF49BC09-9C00-6A89-5BD2-ACB18C4912F2}"/>
              </a:ext>
            </a:extLst>
          </p:cNvPr>
          <p:cNvSpPr txBox="1"/>
          <p:nvPr/>
        </p:nvSpPr>
        <p:spPr>
          <a:xfrm>
            <a:off x="7131829"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37" name="Rectangle 236">
            <a:extLst>
              <a:ext uri="{FF2B5EF4-FFF2-40B4-BE49-F238E27FC236}">
                <a16:creationId xmlns:a16="http://schemas.microsoft.com/office/drawing/2014/main" id="{AEC6FC8C-EBBB-5886-960E-8A1D817DA6B0}"/>
              </a:ext>
            </a:extLst>
          </p:cNvPr>
          <p:cNvSpPr/>
          <p:nvPr/>
        </p:nvSpPr>
        <p:spPr>
          <a:xfrm>
            <a:off x="8531610"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9" name="Rectangle 238">
            <a:extLst>
              <a:ext uri="{FF2B5EF4-FFF2-40B4-BE49-F238E27FC236}">
                <a16:creationId xmlns:a16="http://schemas.microsoft.com/office/drawing/2014/main" id="{D8ED5100-5F5F-EAF2-9D4A-2D427DBAA0F3}"/>
              </a:ext>
            </a:extLst>
          </p:cNvPr>
          <p:cNvSpPr/>
          <p:nvPr/>
        </p:nvSpPr>
        <p:spPr>
          <a:xfrm>
            <a:off x="9925297"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0" name="Rectangle 239">
            <a:extLst>
              <a:ext uri="{FF2B5EF4-FFF2-40B4-BE49-F238E27FC236}">
                <a16:creationId xmlns:a16="http://schemas.microsoft.com/office/drawing/2014/main" id="{04DD5F92-255E-CCE3-ABFB-B5206AF83DF0}"/>
              </a:ext>
            </a:extLst>
          </p:cNvPr>
          <p:cNvSpPr/>
          <p:nvPr/>
        </p:nvSpPr>
        <p:spPr>
          <a:xfrm>
            <a:off x="7912272" y="415730"/>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1" name="Rectangle 240">
            <a:extLst>
              <a:ext uri="{FF2B5EF4-FFF2-40B4-BE49-F238E27FC236}">
                <a16:creationId xmlns:a16="http://schemas.microsoft.com/office/drawing/2014/main" id="{3B0D5131-EEEA-300E-940B-36CA00755A5F}"/>
              </a:ext>
            </a:extLst>
          </p:cNvPr>
          <p:cNvSpPr/>
          <p:nvPr/>
        </p:nvSpPr>
        <p:spPr>
          <a:xfrm>
            <a:off x="7254089" y="106833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2" name="Rectangle 241">
            <a:extLst>
              <a:ext uri="{FF2B5EF4-FFF2-40B4-BE49-F238E27FC236}">
                <a16:creationId xmlns:a16="http://schemas.microsoft.com/office/drawing/2014/main" id="{3F6C1301-457E-D71C-A092-F5C83898146E}"/>
              </a:ext>
            </a:extLst>
          </p:cNvPr>
          <p:cNvSpPr/>
          <p:nvPr/>
        </p:nvSpPr>
        <p:spPr>
          <a:xfrm>
            <a:off x="10134881" y="2176406"/>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3" name="Rectangle 242">
            <a:extLst>
              <a:ext uri="{FF2B5EF4-FFF2-40B4-BE49-F238E27FC236}">
                <a16:creationId xmlns:a16="http://schemas.microsoft.com/office/drawing/2014/main" id="{F8EA2E08-39C7-520A-3EA2-F8B237708A7F}"/>
              </a:ext>
            </a:extLst>
          </p:cNvPr>
          <p:cNvSpPr/>
          <p:nvPr/>
        </p:nvSpPr>
        <p:spPr>
          <a:xfrm>
            <a:off x="10827615" y="217014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4" name="Rectangle 243">
            <a:extLst>
              <a:ext uri="{FF2B5EF4-FFF2-40B4-BE49-F238E27FC236}">
                <a16:creationId xmlns:a16="http://schemas.microsoft.com/office/drawing/2014/main" id="{C699844A-FC86-F507-31EC-1E785F2B27DB}"/>
              </a:ext>
            </a:extLst>
          </p:cNvPr>
          <p:cNvSpPr/>
          <p:nvPr/>
        </p:nvSpPr>
        <p:spPr>
          <a:xfrm>
            <a:off x="7724906" y="423661"/>
            <a:ext cx="619394" cy="55343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5" name="TextBox 244">
            <a:extLst>
              <a:ext uri="{FF2B5EF4-FFF2-40B4-BE49-F238E27FC236}">
                <a16:creationId xmlns:a16="http://schemas.microsoft.com/office/drawing/2014/main" id="{201E6257-18EC-A863-6F5F-ADE5009A4504}"/>
              </a:ext>
            </a:extLst>
          </p:cNvPr>
          <p:cNvSpPr txBox="1"/>
          <p:nvPr/>
        </p:nvSpPr>
        <p:spPr>
          <a:xfrm>
            <a:off x="7816188" y="39162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246" name="Rectangle 245">
            <a:extLst>
              <a:ext uri="{FF2B5EF4-FFF2-40B4-BE49-F238E27FC236}">
                <a16:creationId xmlns:a16="http://schemas.microsoft.com/office/drawing/2014/main" id="{820E42AB-8C41-5135-8233-82585BD4287E}"/>
              </a:ext>
            </a:extLst>
          </p:cNvPr>
          <p:cNvSpPr/>
          <p:nvPr/>
        </p:nvSpPr>
        <p:spPr>
          <a:xfrm>
            <a:off x="8422303" y="4496467"/>
            <a:ext cx="54224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7" name="TextBox 246">
            <a:extLst>
              <a:ext uri="{FF2B5EF4-FFF2-40B4-BE49-F238E27FC236}">
                <a16:creationId xmlns:a16="http://schemas.microsoft.com/office/drawing/2014/main" id="{C2A69587-58D1-FC98-0A17-E30F428555BC}"/>
              </a:ext>
            </a:extLst>
          </p:cNvPr>
          <p:cNvSpPr txBox="1"/>
          <p:nvPr/>
        </p:nvSpPr>
        <p:spPr>
          <a:xfrm>
            <a:off x="8532543" y="448423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48" name="Rectangle 247">
            <a:extLst>
              <a:ext uri="{FF2B5EF4-FFF2-40B4-BE49-F238E27FC236}">
                <a16:creationId xmlns:a16="http://schemas.microsoft.com/office/drawing/2014/main" id="{9177F8EB-3728-BC6B-36C3-512FF56BAA85}"/>
              </a:ext>
            </a:extLst>
          </p:cNvPr>
          <p:cNvSpPr/>
          <p:nvPr/>
        </p:nvSpPr>
        <p:spPr>
          <a:xfrm>
            <a:off x="6370452" y="4489456"/>
            <a:ext cx="458786" cy="44439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9" name="Rectangle 248">
            <a:extLst>
              <a:ext uri="{FF2B5EF4-FFF2-40B4-BE49-F238E27FC236}">
                <a16:creationId xmlns:a16="http://schemas.microsoft.com/office/drawing/2014/main" id="{0C4C4746-D243-C887-B50A-9CD5CFF0EE26}"/>
              </a:ext>
            </a:extLst>
          </p:cNvPr>
          <p:cNvSpPr/>
          <p:nvPr/>
        </p:nvSpPr>
        <p:spPr>
          <a:xfrm>
            <a:off x="5734158" y="4492587"/>
            <a:ext cx="541795" cy="5729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1" name="Rectangle 250">
            <a:extLst>
              <a:ext uri="{FF2B5EF4-FFF2-40B4-BE49-F238E27FC236}">
                <a16:creationId xmlns:a16="http://schemas.microsoft.com/office/drawing/2014/main" id="{FD95D967-A67E-1EEF-F03E-E54A8C69DB34}"/>
              </a:ext>
            </a:extLst>
          </p:cNvPr>
          <p:cNvSpPr/>
          <p:nvPr/>
        </p:nvSpPr>
        <p:spPr>
          <a:xfrm>
            <a:off x="7727488" y="5856466"/>
            <a:ext cx="543937" cy="57699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0" name="TextBox 249">
            <a:extLst>
              <a:ext uri="{FF2B5EF4-FFF2-40B4-BE49-F238E27FC236}">
                <a16:creationId xmlns:a16="http://schemas.microsoft.com/office/drawing/2014/main" id="{110196DE-1910-F473-F14B-36BA871CF150}"/>
              </a:ext>
            </a:extLst>
          </p:cNvPr>
          <p:cNvSpPr txBox="1"/>
          <p:nvPr/>
        </p:nvSpPr>
        <p:spPr>
          <a:xfrm>
            <a:off x="7840218" y="583283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52" name="TextBox 251">
            <a:extLst>
              <a:ext uri="{FF2B5EF4-FFF2-40B4-BE49-F238E27FC236}">
                <a16:creationId xmlns:a16="http://schemas.microsoft.com/office/drawing/2014/main" id="{BA224AF2-4DCA-0DE1-B099-1AFAFB24470B}"/>
              </a:ext>
            </a:extLst>
          </p:cNvPr>
          <p:cNvSpPr txBox="1"/>
          <p:nvPr/>
        </p:nvSpPr>
        <p:spPr>
          <a:xfrm>
            <a:off x="6440183" y="44943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53" name="TextBox 252">
            <a:extLst>
              <a:ext uri="{FF2B5EF4-FFF2-40B4-BE49-F238E27FC236}">
                <a16:creationId xmlns:a16="http://schemas.microsoft.com/office/drawing/2014/main" id="{5B086FF2-9B3A-DA73-5BDC-0E87B66AC092}"/>
              </a:ext>
            </a:extLst>
          </p:cNvPr>
          <p:cNvSpPr txBox="1"/>
          <p:nvPr/>
        </p:nvSpPr>
        <p:spPr>
          <a:xfrm>
            <a:off x="7839786" y="449436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4" name="TextBox 253">
            <a:extLst>
              <a:ext uri="{FF2B5EF4-FFF2-40B4-BE49-F238E27FC236}">
                <a16:creationId xmlns:a16="http://schemas.microsoft.com/office/drawing/2014/main" id="{4BFDE95B-A002-AEF5-F1AC-1ECA0E053CF2}"/>
              </a:ext>
            </a:extLst>
          </p:cNvPr>
          <p:cNvSpPr txBox="1"/>
          <p:nvPr/>
        </p:nvSpPr>
        <p:spPr>
          <a:xfrm>
            <a:off x="8515602" y="584606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56" name="Rectangle 255">
            <a:extLst>
              <a:ext uri="{FF2B5EF4-FFF2-40B4-BE49-F238E27FC236}">
                <a16:creationId xmlns:a16="http://schemas.microsoft.com/office/drawing/2014/main" id="{2B742E71-7317-5CB4-0DCB-00C44D46D9AA}"/>
              </a:ext>
            </a:extLst>
          </p:cNvPr>
          <p:cNvSpPr/>
          <p:nvPr/>
        </p:nvSpPr>
        <p:spPr>
          <a:xfrm>
            <a:off x="5683358" y="5874644"/>
            <a:ext cx="463017" cy="43873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7" name="TextBox 256">
            <a:extLst>
              <a:ext uri="{FF2B5EF4-FFF2-40B4-BE49-F238E27FC236}">
                <a16:creationId xmlns:a16="http://schemas.microsoft.com/office/drawing/2014/main" id="{450C6E93-9ADB-FF8C-83C5-93A81F3A0DA5}"/>
              </a:ext>
            </a:extLst>
          </p:cNvPr>
          <p:cNvSpPr txBox="1"/>
          <p:nvPr/>
        </p:nvSpPr>
        <p:spPr>
          <a:xfrm>
            <a:off x="5777460" y="582523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8" name="Rectangle 257">
            <a:extLst>
              <a:ext uri="{FF2B5EF4-FFF2-40B4-BE49-F238E27FC236}">
                <a16:creationId xmlns:a16="http://schemas.microsoft.com/office/drawing/2014/main" id="{428B6A53-9B88-0083-107D-3990498B6CAA}"/>
              </a:ext>
            </a:extLst>
          </p:cNvPr>
          <p:cNvSpPr/>
          <p:nvPr/>
        </p:nvSpPr>
        <p:spPr>
          <a:xfrm>
            <a:off x="5859231" y="4495990"/>
            <a:ext cx="250078"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9" name="TextBox 258">
            <a:extLst>
              <a:ext uri="{FF2B5EF4-FFF2-40B4-BE49-F238E27FC236}">
                <a16:creationId xmlns:a16="http://schemas.microsoft.com/office/drawing/2014/main" id="{D303BABD-70F8-5DAF-09E7-B41F813AF242}"/>
              </a:ext>
            </a:extLst>
          </p:cNvPr>
          <p:cNvSpPr txBox="1"/>
          <p:nvPr/>
        </p:nvSpPr>
        <p:spPr>
          <a:xfrm>
            <a:off x="5772021" y="449564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60" name="Rectangle 259">
            <a:extLst>
              <a:ext uri="{FF2B5EF4-FFF2-40B4-BE49-F238E27FC236}">
                <a16:creationId xmlns:a16="http://schemas.microsoft.com/office/drawing/2014/main" id="{F2A6B3C4-FEBC-00D2-A002-D84C4C5B858E}"/>
              </a:ext>
            </a:extLst>
          </p:cNvPr>
          <p:cNvSpPr/>
          <p:nvPr/>
        </p:nvSpPr>
        <p:spPr>
          <a:xfrm>
            <a:off x="5715384" y="5172344"/>
            <a:ext cx="541795" cy="19376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1" name="Rectangle 260">
            <a:extLst>
              <a:ext uri="{FF2B5EF4-FFF2-40B4-BE49-F238E27FC236}">
                <a16:creationId xmlns:a16="http://schemas.microsoft.com/office/drawing/2014/main" id="{62E4E071-8535-BA35-6D2A-10F53E468759}"/>
              </a:ext>
            </a:extLst>
          </p:cNvPr>
          <p:cNvSpPr/>
          <p:nvPr/>
        </p:nvSpPr>
        <p:spPr>
          <a:xfrm>
            <a:off x="7050930" y="5158858"/>
            <a:ext cx="541795" cy="19376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2" name="Rectangle 261">
            <a:extLst>
              <a:ext uri="{FF2B5EF4-FFF2-40B4-BE49-F238E27FC236}">
                <a16:creationId xmlns:a16="http://schemas.microsoft.com/office/drawing/2014/main" id="{AB09237B-8653-38E9-466E-5F582648ECD5}"/>
              </a:ext>
            </a:extLst>
          </p:cNvPr>
          <p:cNvSpPr/>
          <p:nvPr/>
        </p:nvSpPr>
        <p:spPr>
          <a:xfrm>
            <a:off x="6570479" y="81391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5" name="Rectangle 264">
            <a:extLst>
              <a:ext uri="{FF2B5EF4-FFF2-40B4-BE49-F238E27FC236}">
                <a16:creationId xmlns:a16="http://schemas.microsoft.com/office/drawing/2014/main" id="{E50F8B8F-CD08-1255-7415-654D4E950E51}"/>
              </a:ext>
            </a:extLst>
          </p:cNvPr>
          <p:cNvSpPr/>
          <p:nvPr/>
        </p:nvSpPr>
        <p:spPr>
          <a:xfrm rot="16200000">
            <a:off x="5651424" y="2411041"/>
            <a:ext cx="649725" cy="671161"/>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73" name="Rectangle 272">
            <a:extLst>
              <a:ext uri="{FF2B5EF4-FFF2-40B4-BE49-F238E27FC236}">
                <a16:creationId xmlns:a16="http://schemas.microsoft.com/office/drawing/2014/main" id="{F0F202D5-EC48-3C20-C174-1E927B46059F}"/>
              </a:ext>
            </a:extLst>
          </p:cNvPr>
          <p:cNvSpPr/>
          <p:nvPr/>
        </p:nvSpPr>
        <p:spPr>
          <a:xfrm rot="16200000">
            <a:off x="7029430" y="2394506"/>
            <a:ext cx="649725" cy="671161"/>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74" name="Rectangle 273">
            <a:extLst>
              <a:ext uri="{FF2B5EF4-FFF2-40B4-BE49-F238E27FC236}">
                <a16:creationId xmlns:a16="http://schemas.microsoft.com/office/drawing/2014/main" id="{CAF7E0BA-A3DB-D0F2-B57E-4D8D0809906F}"/>
              </a:ext>
            </a:extLst>
          </p:cNvPr>
          <p:cNvSpPr/>
          <p:nvPr/>
        </p:nvSpPr>
        <p:spPr>
          <a:xfrm rot="16200000">
            <a:off x="5675721" y="5126599"/>
            <a:ext cx="649725" cy="671161"/>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75" name="Rectangle 274">
            <a:extLst>
              <a:ext uri="{FF2B5EF4-FFF2-40B4-BE49-F238E27FC236}">
                <a16:creationId xmlns:a16="http://schemas.microsoft.com/office/drawing/2014/main" id="{7B9C56F0-294F-9B71-A673-BA6F1E55C8EB}"/>
              </a:ext>
            </a:extLst>
          </p:cNvPr>
          <p:cNvSpPr/>
          <p:nvPr/>
        </p:nvSpPr>
        <p:spPr>
          <a:xfrm rot="16200000">
            <a:off x="7029430" y="5126598"/>
            <a:ext cx="649725" cy="671161"/>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77" name="Oval 276">
            <a:extLst>
              <a:ext uri="{FF2B5EF4-FFF2-40B4-BE49-F238E27FC236}">
                <a16:creationId xmlns:a16="http://schemas.microsoft.com/office/drawing/2014/main" id="{A20D4D5B-164C-91BB-DDBE-3D5C9A08BC29}"/>
              </a:ext>
            </a:extLst>
          </p:cNvPr>
          <p:cNvSpPr/>
          <p:nvPr/>
        </p:nvSpPr>
        <p:spPr>
          <a:xfrm>
            <a:off x="5892016" y="5378444"/>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278" name="Oval 277">
            <a:extLst>
              <a:ext uri="{FF2B5EF4-FFF2-40B4-BE49-F238E27FC236}">
                <a16:creationId xmlns:a16="http://schemas.microsoft.com/office/drawing/2014/main" id="{D886D5DA-BAAB-5C3C-EB34-30207B511758}"/>
              </a:ext>
            </a:extLst>
          </p:cNvPr>
          <p:cNvSpPr/>
          <p:nvPr/>
        </p:nvSpPr>
        <p:spPr>
          <a:xfrm>
            <a:off x="7247852" y="5381515"/>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279" name="Oval 278">
            <a:extLst>
              <a:ext uri="{FF2B5EF4-FFF2-40B4-BE49-F238E27FC236}">
                <a16:creationId xmlns:a16="http://schemas.microsoft.com/office/drawing/2014/main" id="{FA6CA511-BE44-399B-B263-BC1AC3A3ED84}"/>
              </a:ext>
            </a:extLst>
          </p:cNvPr>
          <p:cNvSpPr/>
          <p:nvPr/>
        </p:nvSpPr>
        <p:spPr>
          <a:xfrm>
            <a:off x="5918091" y="2623295"/>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280" name="Oval 279">
            <a:extLst>
              <a:ext uri="{FF2B5EF4-FFF2-40B4-BE49-F238E27FC236}">
                <a16:creationId xmlns:a16="http://schemas.microsoft.com/office/drawing/2014/main" id="{3E295F65-64B4-2CF9-8C38-E0A360EA1720}"/>
              </a:ext>
            </a:extLst>
          </p:cNvPr>
          <p:cNvSpPr/>
          <p:nvPr/>
        </p:nvSpPr>
        <p:spPr>
          <a:xfrm>
            <a:off x="7271956" y="2630584"/>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281" name="TextBox 280">
            <a:extLst>
              <a:ext uri="{FF2B5EF4-FFF2-40B4-BE49-F238E27FC236}">
                <a16:creationId xmlns:a16="http://schemas.microsoft.com/office/drawing/2014/main" id="{0C59C4E1-7D61-A3CD-3CC3-794E9AF923D1}"/>
              </a:ext>
            </a:extLst>
          </p:cNvPr>
          <p:cNvSpPr txBox="1"/>
          <p:nvPr/>
        </p:nvSpPr>
        <p:spPr>
          <a:xfrm>
            <a:off x="769210" y="3388807"/>
            <a:ext cx="3492482" cy="2115066"/>
          </a:xfrm>
          <a:prstGeom prst="rect">
            <a:avLst/>
          </a:prstGeom>
          <a:noFill/>
        </p:spPr>
        <p:txBody>
          <a:bodyPr wrap="square" rtlCol="0">
            <a:spAutoFit/>
          </a:bodyPr>
          <a:lstStyle/>
          <a:p>
            <a:pPr>
              <a:lnSpc>
                <a:spcPct val="150000"/>
              </a:lnSpc>
            </a:pPr>
            <a:r>
              <a:rPr lang="en-US" dirty="0">
                <a:latin typeface="Lato" panose="020F0502020204030203" pitchFamily="34" charset="77"/>
              </a:rPr>
              <a:t>The number 5 appears in exactly two cells in each of two different rows (or columns), and these cells form the corners of a rectangle (aligned diagonally)</a:t>
            </a:r>
            <a:endParaRPr lang="en-TW" dirty="0">
              <a:latin typeface="Lato" panose="020F0502020204030203" pitchFamily="34" charset="77"/>
            </a:endParaRPr>
          </a:p>
        </p:txBody>
      </p:sp>
      <p:sp>
        <p:nvSpPr>
          <p:cNvPr id="282" name="TextBox 281">
            <a:extLst>
              <a:ext uri="{FF2B5EF4-FFF2-40B4-BE49-F238E27FC236}">
                <a16:creationId xmlns:a16="http://schemas.microsoft.com/office/drawing/2014/main" id="{A961711D-65E9-6423-CF68-C8648253A271}"/>
              </a:ext>
            </a:extLst>
          </p:cNvPr>
          <p:cNvSpPr txBox="1"/>
          <p:nvPr/>
        </p:nvSpPr>
        <p:spPr>
          <a:xfrm>
            <a:off x="7832099" y="244126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Tree>
    <p:extLst>
      <p:ext uri="{BB962C8B-B14F-4D97-AF65-F5344CB8AC3E}">
        <p14:creationId xmlns:p14="http://schemas.microsoft.com/office/powerpoint/2010/main" val="1397735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19009" y="313155"/>
            <a:ext cx="5220626" cy="1569660"/>
          </a:xfrm>
          <a:prstGeom prst="rect">
            <a:avLst/>
          </a:prstGeom>
          <a:noFill/>
        </p:spPr>
        <p:txBody>
          <a:bodyPr wrap="square" rtlCol="0">
            <a:spAutoFit/>
          </a:bodyPr>
          <a:lstStyle/>
          <a:p>
            <a:r>
              <a:rPr lang="en-TW" sz="4800" b="1" dirty="0">
                <a:latin typeface="Playfair Display Black" pitchFamily="2" charset="77"/>
              </a:rPr>
              <a:t>Intermediate </a:t>
            </a:r>
            <a:r>
              <a:rPr lang="en-TW" sz="4800" b="1" i="1" dirty="0">
                <a:latin typeface="Playfair Display SemiBold" pitchFamily="2" charset="77"/>
              </a:rPr>
              <a:t>Techniques</a:t>
            </a:r>
          </a:p>
        </p:txBody>
      </p:sp>
      <p:sp>
        <p:nvSpPr>
          <p:cNvPr id="87" name="TextBox 86">
            <a:extLst>
              <a:ext uri="{FF2B5EF4-FFF2-40B4-BE49-F238E27FC236}">
                <a16:creationId xmlns:a16="http://schemas.microsoft.com/office/drawing/2014/main" id="{1D1FD712-2CD6-B782-F9DC-618E16E18065}"/>
              </a:ext>
            </a:extLst>
          </p:cNvPr>
          <p:cNvSpPr txBox="1"/>
          <p:nvPr/>
        </p:nvSpPr>
        <p:spPr>
          <a:xfrm>
            <a:off x="372863" y="1968616"/>
            <a:ext cx="4707924" cy="707886"/>
          </a:xfrm>
          <a:prstGeom prst="rect">
            <a:avLst/>
          </a:prstGeom>
          <a:noFill/>
        </p:spPr>
        <p:txBody>
          <a:bodyPr wrap="square" rtlCol="0">
            <a:spAutoFit/>
          </a:bodyPr>
          <a:lstStyle/>
          <a:p>
            <a:r>
              <a:rPr lang="en-TW" sz="4000" b="1" dirty="0">
                <a:latin typeface="Lato" panose="020F0502020204030203" pitchFamily="34" charset="77"/>
              </a:rPr>
              <a:t>X-Wing</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515602" y="379961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422303" y="5848685"/>
            <a:ext cx="602004" cy="6145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4366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673657" y="303176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673657" y="3031765"/>
                <a:ext cx="229229" cy="276999"/>
              </a:xfrm>
              <a:prstGeom prst="rect">
                <a:avLst/>
              </a:prstGeom>
              <a:blipFill>
                <a:blip r:embed="rId10"/>
                <a:stretch>
                  <a:fillRect l="-10526"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1"/>
                <a:stretch>
                  <a:fillRect l="-10526" r="-15789" b="-4348"/>
                </a:stretch>
              </a:blipFill>
            </p:spPr>
            <p:txBody>
              <a:bodyPr/>
              <a:lstStyle/>
              <a:p>
                <a:r>
                  <a:rPr lang="en-TW">
                    <a:noFill/>
                  </a:rPr>
                  <a:t> </a:t>
                </a:r>
              </a:p>
            </p:txBody>
          </p:sp>
        </mc:Fallback>
      </mc:AlternateContent>
      <p:sp>
        <p:nvSpPr>
          <p:cNvPr id="159" name="Rectangle 158">
            <a:extLst>
              <a:ext uri="{FF2B5EF4-FFF2-40B4-BE49-F238E27FC236}">
                <a16:creationId xmlns:a16="http://schemas.microsoft.com/office/drawing/2014/main" id="{04706051-1C3A-8277-B370-7AD04420CB80}"/>
              </a:ext>
            </a:extLst>
          </p:cNvPr>
          <p:cNvSpPr/>
          <p:nvPr/>
        </p:nvSpPr>
        <p:spPr>
          <a:xfrm>
            <a:off x="6385531" y="2408164"/>
            <a:ext cx="579826" cy="6353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4" name="Rectangle 173">
            <a:extLst>
              <a:ext uri="{FF2B5EF4-FFF2-40B4-BE49-F238E27FC236}">
                <a16:creationId xmlns:a16="http://schemas.microsoft.com/office/drawing/2014/main" id="{B2D048EF-5C97-CED4-8269-151BECD65766}"/>
              </a:ext>
            </a:extLst>
          </p:cNvPr>
          <p:cNvSpPr/>
          <p:nvPr/>
        </p:nvSpPr>
        <p:spPr>
          <a:xfrm>
            <a:off x="6342772" y="310524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5" name="Rectangle 174">
            <a:extLst>
              <a:ext uri="{FF2B5EF4-FFF2-40B4-BE49-F238E27FC236}">
                <a16:creationId xmlns:a16="http://schemas.microsoft.com/office/drawing/2014/main" id="{F22A0ABD-B6EE-217E-0BDF-0B750E012804}"/>
              </a:ext>
            </a:extLst>
          </p:cNvPr>
          <p:cNvSpPr/>
          <p:nvPr/>
        </p:nvSpPr>
        <p:spPr>
          <a:xfrm>
            <a:off x="5680387" y="3098269"/>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0" name="Rectangle 179">
            <a:extLst>
              <a:ext uri="{FF2B5EF4-FFF2-40B4-BE49-F238E27FC236}">
                <a16:creationId xmlns:a16="http://schemas.microsoft.com/office/drawing/2014/main" id="{3E99A61C-49D3-3856-BCAD-C506CC1F7425}"/>
              </a:ext>
            </a:extLst>
          </p:cNvPr>
          <p:cNvSpPr/>
          <p:nvPr/>
        </p:nvSpPr>
        <p:spPr>
          <a:xfrm>
            <a:off x="7039646" y="3118242"/>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9" name="Rectangle 188">
            <a:extLst>
              <a:ext uri="{FF2B5EF4-FFF2-40B4-BE49-F238E27FC236}">
                <a16:creationId xmlns:a16="http://schemas.microsoft.com/office/drawing/2014/main" id="{43AA9078-C19F-38C1-F920-D520257E0D92}"/>
              </a:ext>
            </a:extLst>
          </p:cNvPr>
          <p:cNvSpPr/>
          <p:nvPr/>
        </p:nvSpPr>
        <p:spPr>
          <a:xfrm>
            <a:off x="7890847" y="3543755"/>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1" name="Rectangle 190">
            <a:extLst>
              <a:ext uri="{FF2B5EF4-FFF2-40B4-BE49-F238E27FC236}">
                <a16:creationId xmlns:a16="http://schemas.microsoft.com/office/drawing/2014/main" id="{B4338253-BD90-6078-74C4-8B4C217BF68E}"/>
              </a:ext>
            </a:extLst>
          </p:cNvPr>
          <p:cNvSpPr/>
          <p:nvPr/>
        </p:nvSpPr>
        <p:spPr>
          <a:xfrm>
            <a:off x="5880196" y="173390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5" name="TextBox 184">
            <a:extLst>
              <a:ext uri="{FF2B5EF4-FFF2-40B4-BE49-F238E27FC236}">
                <a16:creationId xmlns:a16="http://schemas.microsoft.com/office/drawing/2014/main" id="{C52E1DDF-EB40-1C06-AEFE-E4F35FE5EC28}"/>
              </a:ext>
            </a:extLst>
          </p:cNvPr>
          <p:cNvSpPr txBox="1"/>
          <p:nvPr/>
        </p:nvSpPr>
        <p:spPr>
          <a:xfrm>
            <a:off x="6458870" y="241814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90" name="Rectangle 189">
            <a:extLst>
              <a:ext uri="{FF2B5EF4-FFF2-40B4-BE49-F238E27FC236}">
                <a16:creationId xmlns:a16="http://schemas.microsoft.com/office/drawing/2014/main" id="{A1D128E5-DDF3-D7EF-808E-E669712F5526}"/>
              </a:ext>
            </a:extLst>
          </p:cNvPr>
          <p:cNvSpPr/>
          <p:nvPr/>
        </p:nvSpPr>
        <p:spPr>
          <a:xfrm>
            <a:off x="6796256" y="3117405"/>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2" name="Rectangle 191">
            <a:extLst>
              <a:ext uri="{FF2B5EF4-FFF2-40B4-BE49-F238E27FC236}">
                <a16:creationId xmlns:a16="http://schemas.microsoft.com/office/drawing/2014/main" id="{9629BD9F-09C9-B703-00AC-892E30A1CCDD}"/>
              </a:ext>
            </a:extLst>
          </p:cNvPr>
          <p:cNvSpPr/>
          <p:nvPr/>
        </p:nvSpPr>
        <p:spPr>
          <a:xfrm>
            <a:off x="7455747" y="309216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3" name="Rectangle 192">
            <a:extLst>
              <a:ext uri="{FF2B5EF4-FFF2-40B4-BE49-F238E27FC236}">
                <a16:creationId xmlns:a16="http://schemas.microsoft.com/office/drawing/2014/main" id="{D59E079D-7108-98C7-1387-A871E8CDD5EF}"/>
              </a:ext>
            </a:extLst>
          </p:cNvPr>
          <p:cNvSpPr/>
          <p:nvPr/>
        </p:nvSpPr>
        <p:spPr>
          <a:xfrm>
            <a:off x="8149966" y="242645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5" name="Rectangle 194">
            <a:extLst>
              <a:ext uri="{FF2B5EF4-FFF2-40B4-BE49-F238E27FC236}">
                <a16:creationId xmlns:a16="http://schemas.microsoft.com/office/drawing/2014/main" id="{1BF3F6A7-DEEC-B2FC-B98C-0BF1CCB34A99}"/>
              </a:ext>
            </a:extLst>
          </p:cNvPr>
          <p:cNvSpPr/>
          <p:nvPr/>
        </p:nvSpPr>
        <p:spPr>
          <a:xfrm>
            <a:off x="9447939" y="3105247"/>
            <a:ext cx="222220" cy="63582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6" name="Rectangle 195">
            <a:extLst>
              <a:ext uri="{FF2B5EF4-FFF2-40B4-BE49-F238E27FC236}">
                <a16:creationId xmlns:a16="http://schemas.microsoft.com/office/drawing/2014/main" id="{5E14EB5C-D9FA-709C-15FB-38F6180DE581}"/>
              </a:ext>
            </a:extLst>
          </p:cNvPr>
          <p:cNvSpPr/>
          <p:nvPr/>
        </p:nvSpPr>
        <p:spPr>
          <a:xfrm>
            <a:off x="7718392" y="2432747"/>
            <a:ext cx="619394" cy="62533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7" name="TextBox 196">
            <a:extLst>
              <a:ext uri="{FF2B5EF4-FFF2-40B4-BE49-F238E27FC236}">
                <a16:creationId xmlns:a16="http://schemas.microsoft.com/office/drawing/2014/main" id="{4902F524-9CF1-4848-AFF0-F9FF52A6EF99}"/>
              </a:ext>
            </a:extLst>
          </p:cNvPr>
          <p:cNvSpPr txBox="1"/>
          <p:nvPr/>
        </p:nvSpPr>
        <p:spPr>
          <a:xfrm>
            <a:off x="7832099" y="244126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71" name="Rectangle 170">
            <a:extLst>
              <a:ext uri="{FF2B5EF4-FFF2-40B4-BE49-F238E27FC236}">
                <a16:creationId xmlns:a16="http://schemas.microsoft.com/office/drawing/2014/main" id="{D8679C95-3A30-3F40-D623-1A323CD134A8}"/>
              </a:ext>
            </a:extLst>
          </p:cNvPr>
          <p:cNvSpPr/>
          <p:nvPr/>
        </p:nvSpPr>
        <p:spPr>
          <a:xfrm>
            <a:off x="10497195" y="4782138"/>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1" name="TextBox 160">
            <a:extLst>
              <a:ext uri="{FF2B5EF4-FFF2-40B4-BE49-F238E27FC236}">
                <a16:creationId xmlns:a16="http://schemas.microsoft.com/office/drawing/2014/main" id="{4C7C8432-158A-1459-DBDC-542221F0B31E}"/>
              </a:ext>
            </a:extLst>
          </p:cNvPr>
          <p:cNvSpPr txBox="1"/>
          <p:nvPr/>
        </p:nvSpPr>
        <p:spPr>
          <a:xfrm>
            <a:off x="10586730" y="449084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77" name="Rectangle 176">
            <a:extLst>
              <a:ext uri="{FF2B5EF4-FFF2-40B4-BE49-F238E27FC236}">
                <a16:creationId xmlns:a16="http://schemas.microsoft.com/office/drawing/2014/main" id="{A7B3742C-A49F-7ACE-EBAE-687ADD1D6CF1}"/>
              </a:ext>
            </a:extLst>
          </p:cNvPr>
          <p:cNvSpPr/>
          <p:nvPr/>
        </p:nvSpPr>
        <p:spPr>
          <a:xfrm>
            <a:off x="9886018" y="4481926"/>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2" name="TextBox 171">
            <a:extLst>
              <a:ext uri="{FF2B5EF4-FFF2-40B4-BE49-F238E27FC236}">
                <a16:creationId xmlns:a16="http://schemas.microsoft.com/office/drawing/2014/main" id="{D2D3D5C9-6A20-ECEC-F563-37279E99E4D7}"/>
              </a:ext>
            </a:extLst>
          </p:cNvPr>
          <p:cNvSpPr txBox="1"/>
          <p:nvPr/>
        </p:nvSpPr>
        <p:spPr>
          <a:xfrm>
            <a:off x="9895907" y="449258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79" name="Rectangle 178">
            <a:extLst>
              <a:ext uri="{FF2B5EF4-FFF2-40B4-BE49-F238E27FC236}">
                <a16:creationId xmlns:a16="http://schemas.microsoft.com/office/drawing/2014/main" id="{1B805C2A-FF84-1FC3-4282-FF281D59F564}"/>
              </a:ext>
            </a:extLst>
          </p:cNvPr>
          <p:cNvSpPr/>
          <p:nvPr/>
        </p:nvSpPr>
        <p:spPr>
          <a:xfrm>
            <a:off x="10493052" y="6138453"/>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6" name="TextBox 175">
            <a:extLst>
              <a:ext uri="{FF2B5EF4-FFF2-40B4-BE49-F238E27FC236}">
                <a16:creationId xmlns:a16="http://schemas.microsoft.com/office/drawing/2014/main" id="{B1DB8FCA-814F-114B-5236-D36A53AFC846}"/>
              </a:ext>
            </a:extLst>
          </p:cNvPr>
          <p:cNvSpPr txBox="1"/>
          <p:nvPr/>
        </p:nvSpPr>
        <p:spPr>
          <a:xfrm>
            <a:off x="10586730" y="585232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81" name="Rectangle 180">
            <a:extLst>
              <a:ext uri="{FF2B5EF4-FFF2-40B4-BE49-F238E27FC236}">
                <a16:creationId xmlns:a16="http://schemas.microsoft.com/office/drawing/2014/main" id="{392327C1-FA7A-3E35-494F-E909888F59D8}"/>
              </a:ext>
            </a:extLst>
          </p:cNvPr>
          <p:cNvSpPr/>
          <p:nvPr/>
        </p:nvSpPr>
        <p:spPr>
          <a:xfrm>
            <a:off x="7925359" y="6117622"/>
            <a:ext cx="319032" cy="31583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2" name="Rectangle 181">
            <a:extLst>
              <a:ext uri="{FF2B5EF4-FFF2-40B4-BE49-F238E27FC236}">
                <a16:creationId xmlns:a16="http://schemas.microsoft.com/office/drawing/2014/main" id="{ED584754-EFFB-458D-0A32-E84102B33E23}"/>
              </a:ext>
            </a:extLst>
          </p:cNvPr>
          <p:cNvSpPr/>
          <p:nvPr/>
        </p:nvSpPr>
        <p:spPr>
          <a:xfrm>
            <a:off x="7739196" y="4478600"/>
            <a:ext cx="537475" cy="60207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3" name="Rectangle 182">
            <a:extLst>
              <a:ext uri="{FF2B5EF4-FFF2-40B4-BE49-F238E27FC236}">
                <a16:creationId xmlns:a16="http://schemas.microsoft.com/office/drawing/2014/main" id="{5D59A1A6-BAF9-3FF6-EEFE-945F994EDE6E}"/>
              </a:ext>
            </a:extLst>
          </p:cNvPr>
          <p:cNvSpPr/>
          <p:nvPr/>
        </p:nvSpPr>
        <p:spPr>
          <a:xfrm>
            <a:off x="9081886" y="4840992"/>
            <a:ext cx="248060" cy="27699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4" name="TextBox 183">
            <a:extLst>
              <a:ext uri="{FF2B5EF4-FFF2-40B4-BE49-F238E27FC236}">
                <a16:creationId xmlns:a16="http://schemas.microsoft.com/office/drawing/2014/main" id="{89FC8A6A-7207-52A1-5E6D-C530BB1217EE}"/>
              </a:ext>
            </a:extLst>
          </p:cNvPr>
          <p:cNvSpPr txBox="1"/>
          <p:nvPr/>
        </p:nvSpPr>
        <p:spPr>
          <a:xfrm>
            <a:off x="9183464" y="311080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202" name="Rectangle 201">
            <a:extLst>
              <a:ext uri="{FF2B5EF4-FFF2-40B4-BE49-F238E27FC236}">
                <a16:creationId xmlns:a16="http://schemas.microsoft.com/office/drawing/2014/main" id="{0BCC1E1B-A8E3-ADE9-7C6C-FD966DD68E0B}"/>
              </a:ext>
            </a:extLst>
          </p:cNvPr>
          <p:cNvSpPr/>
          <p:nvPr/>
        </p:nvSpPr>
        <p:spPr>
          <a:xfrm>
            <a:off x="9531664" y="1029903"/>
            <a:ext cx="17696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3" name="Rectangle 202">
            <a:extLst>
              <a:ext uri="{FF2B5EF4-FFF2-40B4-BE49-F238E27FC236}">
                <a16:creationId xmlns:a16="http://schemas.microsoft.com/office/drawing/2014/main" id="{CF23C6B5-6561-5917-A3AB-26E16DB25C84}"/>
              </a:ext>
            </a:extLst>
          </p:cNvPr>
          <p:cNvSpPr/>
          <p:nvPr/>
        </p:nvSpPr>
        <p:spPr>
          <a:xfrm>
            <a:off x="8089011" y="3101388"/>
            <a:ext cx="269265" cy="17089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4" name="Rectangle 203">
            <a:extLst>
              <a:ext uri="{FF2B5EF4-FFF2-40B4-BE49-F238E27FC236}">
                <a16:creationId xmlns:a16="http://schemas.microsoft.com/office/drawing/2014/main" id="{02AF9BA1-39DC-176F-0A92-97F435ED8753}"/>
              </a:ext>
            </a:extLst>
          </p:cNvPr>
          <p:cNvSpPr/>
          <p:nvPr/>
        </p:nvSpPr>
        <p:spPr>
          <a:xfrm>
            <a:off x="9323552" y="1473811"/>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6" name="Rectangle 205">
            <a:extLst>
              <a:ext uri="{FF2B5EF4-FFF2-40B4-BE49-F238E27FC236}">
                <a16:creationId xmlns:a16="http://schemas.microsoft.com/office/drawing/2014/main" id="{E36FE2D7-B7AC-43A1-D245-B7AC1C78622F}"/>
              </a:ext>
            </a:extLst>
          </p:cNvPr>
          <p:cNvSpPr/>
          <p:nvPr/>
        </p:nvSpPr>
        <p:spPr>
          <a:xfrm>
            <a:off x="9164233" y="1097984"/>
            <a:ext cx="505926" cy="54233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5" name="TextBox 204">
            <a:extLst>
              <a:ext uri="{FF2B5EF4-FFF2-40B4-BE49-F238E27FC236}">
                <a16:creationId xmlns:a16="http://schemas.microsoft.com/office/drawing/2014/main" id="{33719A79-E434-7A3A-7132-DB19870C3404}"/>
              </a:ext>
            </a:extLst>
          </p:cNvPr>
          <p:cNvSpPr txBox="1"/>
          <p:nvPr/>
        </p:nvSpPr>
        <p:spPr>
          <a:xfrm>
            <a:off x="9205916" y="105554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07" name="Rectangle 206">
            <a:extLst>
              <a:ext uri="{FF2B5EF4-FFF2-40B4-BE49-F238E27FC236}">
                <a16:creationId xmlns:a16="http://schemas.microsoft.com/office/drawing/2014/main" id="{B560A7CD-D423-2B05-E657-61316B544ACF}"/>
              </a:ext>
            </a:extLst>
          </p:cNvPr>
          <p:cNvSpPr/>
          <p:nvPr/>
        </p:nvSpPr>
        <p:spPr>
          <a:xfrm>
            <a:off x="10721121" y="126982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8" name="Rectangle 207">
            <a:extLst>
              <a:ext uri="{FF2B5EF4-FFF2-40B4-BE49-F238E27FC236}">
                <a16:creationId xmlns:a16="http://schemas.microsoft.com/office/drawing/2014/main" id="{BD1956A4-AE4D-450B-CC73-7A78D5BFB834}"/>
              </a:ext>
            </a:extLst>
          </p:cNvPr>
          <p:cNvSpPr/>
          <p:nvPr/>
        </p:nvSpPr>
        <p:spPr>
          <a:xfrm>
            <a:off x="10012088" y="12611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4" name="Rectangle 213">
            <a:extLst>
              <a:ext uri="{FF2B5EF4-FFF2-40B4-BE49-F238E27FC236}">
                <a16:creationId xmlns:a16="http://schemas.microsoft.com/office/drawing/2014/main" id="{766505CA-6811-1FC3-49CB-72750672C564}"/>
              </a:ext>
            </a:extLst>
          </p:cNvPr>
          <p:cNvSpPr/>
          <p:nvPr/>
        </p:nvSpPr>
        <p:spPr>
          <a:xfrm>
            <a:off x="6595501" y="12824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5" name="Rectangle 214">
            <a:extLst>
              <a:ext uri="{FF2B5EF4-FFF2-40B4-BE49-F238E27FC236}">
                <a16:creationId xmlns:a16="http://schemas.microsoft.com/office/drawing/2014/main" id="{0AFBAEE6-7F8B-2A9C-A4E8-BB9C20EEA3B0}"/>
              </a:ext>
            </a:extLst>
          </p:cNvPr>
          <p:cNvSpPr/>
          <p:nvPr/>
        </p:nvSpPr>
        <p:spPr>
          <a:xfrm>
            <a:off x="9323552" y="193031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6" name="Rectangle 215">
            <a:extLst>
              <a:ext uri="{FF2B5EF4-FFF2-40B4-BE49-F238E27FC236}">
                <a16:creationId xmlns:a16="http://schemas.microsoft.com/office/drawing/2014/main" id="{2AF580F5-98EB-254B-2B51-D33F47C23472}"/>
              </a:ext>
            </a:extLst>
          </p:cNvPr>
          <p:cNvSpPr/>
          <p:nvPr/>
        </p:nvSpPr>
        <p:spPr>
          <a:xfrm>
            <a:off x="9339046" y="472761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8" name="Rectangle 217">
            <a:extLst>
              <a:ext uri="{FF2B5EF4-FFF2-40B4-BE49-F238E27FC236}">
                <a16:creationId xmlns:a16="http://schemas.microsoft.com/office/drawing/2014/main" id="{2D7176F9-1BE1-DF40-91B2-C84216F15159}"/>
              </a:ext>
            </a:extLst>
          </p:cNvPr>
          <p:cNvSpPr/>
          <p:nvPr/>
        </p:nvSpPr>
        <p:spPr>
          <a:xfrm>
            <a:off x="8649373" y="1948775"/>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9" name="Rectangle 218">
            <a:extLst>
              <a:ext uri="{FF2B5EF4-FFF2-40B4-BE49-F238E27FC236}">
                <a16:creationId xmlns:a16="http://schemas.microsoft.com/office/drawing/2014/main" id="{7C4DD4FB-A9C1-28A8-22B1-9614B3418ED4}"/>
              </a:ext>
            </a:extLst>
          </p:cNvPr>
          <p:cNvSpPr/>
          <p:nvPr/>
        </p:nvSpPr>
        <p:spPr>
          <a:xfrm>
            <a:off x="8684329" y="58729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3" name="Rectangle 222">
            <a:extLst>
              <a:ext uri="{FF2B5EF4-FFF2-40B4-BE49-F238E27FC236}">
                <a16:creationId xmlns:a16="http://schemas.microsoft.com/office/drawing/2014/main" id="{512D3BA0-E671-74C3-F357-40290739E3E0}"/>
              </a:ext>
            </a:extLst>
          </p:cNvPr>
          <p:cNvSpPr/>
          <p:nvPr/>
        </p:nvSpPr>
        <p:spPr>
          <a:xfrm>
            <a:off x="9452395" y="4850958"/>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4" name="TextBox 223">
            <a:extLst>
              <a:ext uri="{FF2B5EF4-FFF2-40B4-BE49-F238E27FC236}">
                <a16:creationId xmlns:a16="http://schemas.microsoft.com/office/drawing/2014/main" id="{6381C123-414C-FAFB-0F56-7D262E3CA9AA}"/>
              </a:ext>
            </a:extLst>
          </p:cNvPr>
          <p:cNvSpPr txBox="1"/>
          <p:nvPr/>
        </p:nvSpPr>
        <p:spPr>
          <a:xfrm>
            <a:off x="9183464" y="44807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28" name="Rectangle 227">
            <a:extLst>
              <a:ext uri="{FF2B5EF4-FFF2-40B4-BE49-F238E27FC236}">
                <a16:creationId xmlns:a16="http://schemas.microsoft.com/office/drawing/2014/main" id="{C8860A68-4F1C-9DA5-E809-82C02EC64EAD}"/>
              </a:ext>
            </a:extLst>
          </p:cNvPr>
          <p:cNvSpPr/>
          <p:nvPr/>
        </p:nvSpPr>
        <p:spPr>
          <a:xfrm>
            <a:off x="8099275" y="47998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9" name="Rectangle 228">
            <a:extLst>
              <a:ext uri="{FF2B5EF4-FFF2-40B4-BE49-F238E27FC236}">
                <a16:creationId xmlns:a16="http://schemas.microsoft.com/office/drawing/2014/main" id="{91403988-2CF2-DD0B-A09B-915069F58805}"/>
              </a:ext>
            </a:extLst>
          </p:cNvPr>
          <p:cNvSpPr/>
          <p:nvPr/>
        </p:nvSpPr>
        <p:spPr>
          <a:xfrm>
            <a:off x="9129279" y="2027245"/>
            <a:ext cx="48892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0" name="TextBox 229">
            <a:extLst>
              <a:ext uri="{FF2B5EF4-FFF2-40B4-BE49-F238E27FC236}">
                <a16:creationId xmlns:a16="http://schemas.microsoft.com/office/drawing/2014/main" id="{1B5601BA-D55A-3553-2531-7CD21E7C3197}"/>
              </a:ext>
            </a:extLst>
          </p:cNvPr>
          <p:cNvSpPr txBox="1"/>
          <p:nvPr/>
        </p:nvSpPr>
        <p:spPr>
          <a:xfrm>
            <a:off x="9204247"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31" name="Rectangle 230">
            <a:extLst>
              <a:ext uri="{FF2B5EF4-FFF2-40B4-BE49-F238E27FC236}">
                <a16:creationId xmlns:a16="http://schemas.microsoft.com/office/drawing/2014/main" id="{4107C2FA-08B2-7D63-CFE9-EE416485CDBB}"/>
              </a:ext>
            </a:extLst>
          </p:cNvPr>
          <p:cNvSpPr/>
          <p:nvPr/>
        </p:nvSpPr>
        <p:spPr>
          <a:xfrm>
            <a:off x="7712934" y="2182214"/>
            <a:ext cx="229229" cy="1438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3" name="Rectangle 232">
            <a:extLst>
              <a:ext uri="{FF2B5EF4-FFF2-40B4-BE49-F238E27FC236}">
                <a16:creationId xmlns:a16="http://schemas.microsoft.com/office/drawing/2014/main" id="{14B33B9E-0993-FF86-51A4-725060ABE9BD}"/>
              </a:ext>
            </a:extLst>
          </p:cNvPr>
          <p:cNvSpPr/>
          <p:nvPr/>
        </p:nvSpPr>
        <p:spPr>
          <a:xfrm>
            <a:off x="7071889" y="400694"/>
            <a:ext cx="566297" cy="57994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4" name="TextBox 233">
            <a:extLst>
              <a:ext uri="{FF2B5EF4-FFF2-40B4-BE49-F238E27FC236}">
                <a16:creationId xmlns:a16="http://schemas.microsoft.com/office/drawing/2014/main" id="{BDA8A307-699D-600A-E0A1-98AE6F512079}"/>
              </a:ext>
            </a:extLst>
          </p:cNvPr>
          <p:cNvSpPr txBox="1"/>
          <p:nvPr/>
        </p:nvSpPr>
        <p:spPr>
          <a:xfrm>
            <a:off x="7145332" y="3996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35" name="Rectangle 234">
            <a:extLst>
              <a:ext uri="{FF2B5EF4-FFF2-40B4-BE49-F238E27FC236}">
                <a16:creationId xmlns:a16="http://schemas.microsoft.com/office/drawing/2014/main" id="{C8F335C3-4138-1526-F2AA-00497921C890}"/>
              </a:ext>
            </a:extLst>
          </p:cNvPr>
          <p:cNvSpPr/>
          <p:nvPr/>
        </p:nvSpPr>
        <p:spPr>
          <a:xfrm>
            <a:off x="7045756" y="1723232"/>
            <a:ext cx="566297" cy="5884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6" name="TextBox 235">
            <a:extLst>
              <a:ext uri="{FF2B5EF4-FFF2-40B4-BE49-F238E27FC236}">
                <a16:creationId xmlns:a16="http://schemas.microsoft.com/office/drawing/2014/main" id="{DF49BC09-9C00-6A89-5BD2-ACB18C4912F2}"/>
              </a:ext>
            </a:extLst>
          </p:cNvPr>
          <p:cNvSpPr txBox="1"/>
          <p:nvPr/>
        </p:nvSpPr>
        <p:spPr>
          <a:xfrm>
            <a:off x="7131829"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37" name="Rectangle 236">
            <a:extLst>
              <a:ext uri="{FF2B5EF4-FFF2-40B4-BE49-F238E27FC236}">
                <a16:creationId xmlns:a16="http://schemas.microsoft.com/office/drawing/2014/main" id="{AEC6FC8C-EBBB-5886-960E-8A1D817DA6B0}"/>
              </a:ext>
            </a:extLst>
          </p:cNvPr>
          <p:cNvSpPr/>
          <p:nvPr/>
        </p:nvSpPr>
        <p:spPr>
          <a:xfrm>
            <a:off x="8531610"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9" name="Rectangle 238">
            <a:extLst>
              <a:ext uri="{FF2B5EF4-FFF2-40B4-BE49-F238E27FC236}">
                <a16:creationId xmlns:a16="http://schemas.microsoft.com/office/drawing/2014/main" id="{D8ED5100-5F5F-EAF2-9D4A-2D427DBAA0F3}"/>
              </a:ext>
            </a:extLst>
          </p:cNvPr>
          <p:cNvSpPr/>
          <p:nvPr/>
        </p:nvSpPr>
        <p:spPr>
          <a:xfrm>
            <a:off x="9925297"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0" name="Rectangle 239">
            <a:extLst>
              <a:ext uri="{FF2B5EF4-FFF2-40B4-BE49-F238E27FC236}">
                <a16:creationId xmlns:a16="http://schemas.microsoft.com/office/drawing/2014/main" id="{04DD5F92-255E-CCE3-ABFB-B5206AF83DF0}"/>
              </a:ext>
            </a:extLst>
          </p:cNvPr>
          <p:cNvSpPr/>
          <p:nvPr/>
        </p:nvSpPr>
        <p:spPr>
          <a:xfrm>
            <a:off x="7912272" y="415730"/>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1" name="Rectangle 240">
            <a:extLst>
              <a:ext uri="{FF2B5EF4-FFF2-40B4-BE49-F238E27FC236}">
                <a16:creationId xmlns:a16="http://schemas.microsoft.com/office/drawing/2014/main" id="{3B0D5131-EEEA-300E-940B-36CA00755A5F}"/>
              </a:ext>
            </a:extLst>
          </p:cNvPr>
          <p:cNvSpPr/>
          <p:nvPr/>
        </p:nvSpPr>
        <p:spPr>
          <a:xfrm>
            <a:off x="7254089" y="106833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2" name="Rectangle 241">
            <a:extLst>
              <a:ext uri="{FF2B5EF4-FFF2-40B4-BE49-F238E27FC236}">
                <a16:creationId xmlns:a16="http://schemas.microsoft.com/office/drawing/2014/main" id="{3F6C1301-457E-D71C-A092-F5C83898146E}"/>
              </a:ext>
            </a:extLst>
          </p:cNvPr>
          <p:cNvSpPr/>
          <p:nvPr/>
        </p:nvSpPr>
        <p:spPr>
          <a:xfrm>
            <a:off x="10134881" y="2176406"/>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3" name="Rectangle 242">
            <a:extLst>
              <a:ext uri="{FF2B5EF4-FFF2-40B4-BE49-F238E27FC236}">
                <a16:creationId xmlns:a16="http://schemas.microsoft.com/office/drawing/2014/main" id="{F8EA2E08-39C7-520A-3EA2-F8B237708A7F}"/>
              </a:ext>
            </a:extLst>
          </p:cNvPr>
          <p:cNvSpPr/>
          <p:nvPr/>
        </p:nvSpPr>
        <p:spPr>
          <a:xfrm>
            <a:off x="10827615" y="217014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4" name="Rectangle 243">
            <a:extLst>
              <a:ext uri="{FF2B5EF4-FFF2-40B4-BE49-F238E27FC236}">
                <a16:creationId xmlns:a16="http://schemas.microsoft.com/office/drawing/2014/main" id="{C699844A-FC86-F507-31EC-1E785F2B27DB}"/>
              </a:ext>
            </a:extLst>
          </p:cNvPr>
          <p:cNvSpPr/>
          <p:nvPr/>
        </p:nvSpPr>
        <p:spPr>
          <a:xfrm>
            <a:off x="7724906" y="423661"/>
            <a:ext cx="619394" cy="55343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5" name="TextBox 244">
            <a:extLst>
              <a:ext uri="{FF2B5EF4-FFF2-40B4-BE49-F238E27FC236}">
                <a16:creationId xmlns:a16="http://schemas.microsoft.com/office/drawing/2014/main" id="{201E6257-18EC-A863-6F5F-ADE5009A4504}"/>
              </a:ext>
            </a:extLst>
          </p:cNvPr>
          <p:cNvSpPr txBox="1"/>
          <p:nvPr/>
        </p:nvSpPr>
        <p:spPr>
          <a:xfrm>
            <a:off x="7816188" y="39162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246" name="Rectangle 245">
            <a:extLst>
              <a:ext uri="{FF2B5EF4-FFF2-40B4-BE49-F238E27FC236}">
                <a16:creationId xmlns:a16="http://schemas.microsoft.com/office/drawing/2014/main" id="{820E42AB-8C41-5135-8233-82585BD4287E}"/>
              </a:ext>
            </a:extLst>
          </p:cNvPr>
          <p:cNvSpPr/>
          <p:nvPr/>
        </p:nvSpPr>
        <p:spPr>
          <a:xfrm>
            <a:off x="8422303" y="4496467"/>
            <a:ext cx="54224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7" name="TextBox 246">
            <a:extLst>
              <a:ext uri="{FF2B5EF4-FFF2-40B4-BE49-F238E27FC236}">
                <a16:creationId xmlns:a16="http://schemas.microsoft.com/office/drawing/2014/main" id="{C2A69587-58D1-FC98-0A17-E30F428555BC}"/>
              </a:ext>
            </a:extLst>
          </p:cNvPr>
          <p:cNvSpPr txBox="1"/>
          <p:nvPr/>
        </p:nvSpPr>
        <p:spPr>
          <a:xfrm>
            <a:off x="8532543" y="448423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48" name="Rectangle 247">
            <a:extLst>
              <a:ext uri="{FF2B5EF4-FFF2-40B4-BE49-F238E27FC236}">
                <a16:creationId xmlns:a16="http://schemas.microsoft.com/office/drawing/2014/main" id="{9177F8EB-3728-BC6B-36C3-512FF56BAA85}"/>
              </a:ext>
            </a:extLst>
          </p:cNvPr>
          <p:cNvSpPr/>
          <p:nvPr/>
        </p:nvSpPr>
        <p:spPr>
          <a:xfrm>
            <a:off x="6370452" y="4489456"/>
            <a:ext cx="458786" cy="44439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9" name="Rectangle 248">
            <a:extLst>
              <a:ext uri="{FF2B5EF4-FFF2-40B4-BE49-F238E27FC236}">
                <a16:creationId xmlns:a16="http://schemas.microsoft.com/office/drawing/2014/main" id="{0C4C4746-D243-C887-B50A-9CD5CFF0EE26}"/>
              </a:ext>
            </a:extLst>
          </p:cNvPr>
          <p:cNvSpPr/>
          <p:nvPr/>
        </p:nvSpPr>
        <p:spPr>
          <a:xfrm>
            <a:off x="5734158" y="4492587"/>
            <a:ext cx="541795" cy="5729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1" name="Rectangle 250">
            <a:extLst>
              <a:ext uri="{FF2B5EF4-FFF2-40B4-BE49-F238E27FC236}">
                <a16:creationId xmlns:a16="http://schemas.microsoft.com/office/drawing/2014/main" id="{FD95D967-A67E-1EEF-F03E-E54A8C69DB34}"/>
              </a:ext>
            </a:extLst>
          </p:cNvPr>
          <p:cNvSpPr/>
          <p:nvPr/>
        </p:nvSpPr>
        <p:spPr>
          <a:xfrm>
            <a:off x="7727488" y="5856466"/>
            <a:ext cx="543937" cy="57699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0" name="TextBox 249">
            <a:extLst>
              <a:ext uri="{FF2B5EF4-FFF2-40B4-BE49-F238E27FC236}">
                <a16:creationId xmlns:a16="http://schemas.microsoft.com/office/drawing/2014/main" id="{110196DE-1910-F473-F14B-36BA871CF150}"/>
              </a:ext>
            </a:extLst>
          </p:cNvPr>
          <p:cNvSpPr txBox="1"/>
          <p:nvPr/>
        </p:nvSpPr>
        <p:spPr>
          <a:xfrm>
            <a:off x="7840218" y="583283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52" name="TextBox 251">
            <a:extLst>
              <a:ext uri="{FF2B5EF4-FFF2-40B4-BE49-F238E27FC236}">
                <a16:creationId xmlns:a16="http://schemas.microsoft.com/office/drawing/2014/main" id="{BA224AF2-4DCA-0DE1-B099-1AFAFB24470B}"/>
              </a:ext>
            </a:extLst>
          </p:cNvPr>
          <p:cNvSpPr txBox="1"/>
          <p:nvPr/>
        </p:nvSpPr>
        <p:spPr>
          <a:xfrm>
            <a:off x="6440183" y="44943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53" name="TextBox 252">
            <a:extLst>
              <a:ext uri="{FF2B5EF4-FFF2-40B4-BE49-F238E27FC236}">
                <a16:creationId xmlns:a16="http://schemas.microsoft.com/office/drawing/2014/main" id="{5B086FF2-9B3A-DA73-5BDC-0E87B66AC092}"/>
              </a:ext>
            </a:extLst>
          </p:cNvPr>
          <p:cNvSpPr txBox="1"/>
          <p:nvPr/>
        </p:nvSpPr>
        <p:spPr>
          <a:xfrm>
            <a:off x="7839786" y="449436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4" name="TextBox 253">
            <a:extLst>
              <a:ext uri="{FF2B5EF4-FFF2-40B4-BE49-F238E27FC236}">
                <a16:creationId xmlns:a16="http://schemas.microsoft.com/office/drawing/2014/main" id="{4BFDE95B-A002-AEF5-F1AC-1ECA0E053CF2}"/>
              </a:ext>
            </a:extLst>
          </p:cNvPr>
          <p:cNvSpPr txBox="1"/>
          <p:nvPr/>
        </p:nvSpPr>
        <p:spPr>
          <a:xfrm>
            <a:off x="8515602" y="584606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56" name="Rectangle 255">
            <a:extLst>
              <a:ext uri="{FF2B5EF4-FFF2-40B4-BE49-F238E27FC236}">
                <a16:creationId xmlns:a16="http://schemas.microsoft.com/office/drawing/2014/main" id="{2B742E71-7317-5CB4-0DCB-00C44D46D9AA}"/>
              </a:ext>
            </a:extLst>
          </p:cNvPr>
          <p:cNvSpPr/>
          <p:nvPr/>
        </p:nvSpPr>
        <p:spPr>
          <a:xfrm>
            <a:off x="5683358" y="5874644"/>
            <a:ext cx="463017" cy="43873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7" name="TextBox 256">
            <a:extLst>
              <a:ext uri="{FF2B5EF4-FFF2-40B4-BE49-F238E27FC236}">
                <a16:creationId xmlns:a16="http://schemas.microsoft.com/office/drawing/2014/main" id="{450C6E93-9ADB-FF8C-83C5-93A81F3A0DA5}"/>
              </a:ext>
            </a:extLst>
          </p:cNvPr>
          <p:cNvSpPr txBox="1"/>
          <p:nvPr/>
        </p:nvSpPr>
        <p:spPr>
          <a:xfrm>
            <a:off x="5777460" y="582523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8" name="Rectangle 257">
            <a:extLst>
              <a:ext uri="{FF2B5EF4-FFF2-40B4-BE49-F238E27FC236}">
                <a16:creationId xmlns:a16="http://schemas.microsoft.com/office/drawing/2014/main" id="{428B6A53-9B88-0083-107D-3990498B6CAA}"/>
              </a:ext>
            </a:extLst>
          </p:cNvPr>
          <p:cNvSpPr/>
          <p:nvPr/>
        </p:nvSpPr>
        <p:spPr>
          <a:xfrm>
            <a:off x="5859231" y="4495990"/>
            <a:ext cx="250078"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9" name="TextBox 258">
            <a:extLst>
              <a:ext uri="{FF2B5EF4-FFF2-40B4-BE49-F238E27FC236}">
                <a16:creationId xmlns:a16="http://schemas.microsoft.com/office/drawing/2014/main" id="{D303BABD-70F8-5DAF-09E7-B41F813AF242}"/>
              </a:ext>
            </a:extLst>
          </p:cNvPr>
          <p:cNvSpPr txBox="1"/>
          <p:nvPr/>
        </p:nvSpPr>
        <p:spPr>
          <a:xfrm>
            <a:off x="5772021" y="449564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60" name="Rectangle 259">
            <a:extLst>
              <a:ext uri="{FF2B5EF4-FFF2-40B4-BE49-F238E27FC236}">
                <a16:creationId xmlns:a16="http://schemas.microsoft.com/office/drawing/2014/main" id="{F2A6B3C4-FEBC-00D2-A002-D84C4C5B858E}"/>
              </a:ext>
            </a:extLst>
          </p:cNvPr>
          <p:cNvSpPr/>
          <p:nvPr/>
        </p:nvSpPr>
        <p:spPr>
          <a:xfrm>
            <a:off x="5715384" y="5172344"/>
            <a:ext cx="541795" cy="19376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1" name="Rectangle 260">
            <a:extLst>
              <a:ext uri="{FF2B5EF4-FFF2-40B4-BE49-F238E27FC236}">
                <a16:creationId xmlns:a16="http://schemas.microsoft.com/office/drawing/2014/main" id="{62E4E071-8535-BA35-6D2A-10F53E468759}"/>
              </a:ext>
            </a:extLst>
          </p:cNvPr>
          <p:cNvSpPr/>
          <p:nvPr/>
        </p:nvSpPr>
        <p:spPr>
          <a:xfrm>
            <a:off x="7050930" y="5158858"/>
            <a:ext cx="541795" cy="19376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2" name="Rectangle 261">
            <a:extLst>
              <a:ext uri="{FF2B5EF4-FFF2-40B4-BE49-F238E27FC236}">
                <a16:creationId xmlns:a16="http://schemas.microsoft.com/office/drawing/2014/main" id="{AB09237B-8653-38E9-466E-5F582648ECD5}"/>
              </a:ext>
            </a:extLst>
          </p:cNvPr>
          <p:cNvSpPr/>
          <p:nvPr/>
        </p:nvSpPr>
        <p:spPr>
          <a:xfrm>
            <a:off x="6570479" y="81391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5" name="Rectangle 264">
            <a:extLst>
              <a:ext uri="{FF2B5EF4-FFF2-40B4-BE49-F238E27FC236}">
                <a16:creationId xmlns:a16="http://schemas.microsoft.com/office/drawing/2014/main" id="{E50F8B8F-CD08-1255-7415-654D4E950E51}"/>
              </a:ext>
            </a:extLst>
          </p:cNvPr>
          <p:cNvSpPr/>
          <p:nvPr/>
        </p:nvSpPr>
        <p:spPr>
          <a:xfrm rot="16200000">
            <a:off x="5651424" y="2411041"/>
            <a:ext cx="649725" cy="671161"/>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73" name="Rectangle 272">
            <a:extLst>
              <a:ext uri="{FF2B5EF4-FFF2-40B4-BE49-F238E27FC236}">
                <a16:creationId xmlns:a16="http://schemas.microsoft.com/office/drawing/2014/main" id="{F0F202D5-EC48-3C20-C174-1E927B46059F}"/>
              </a:ext>
            </a:extLst>
          </p:cNvPr>
          <p:cNvSpPr/>
          <p:nvPr/>
        </p:nvSpPr>
        <p:spPr>
          <a:xfrm rot="16200000">
            <a:off x="7029430" y="2394506"/>
            <a:ext cx="649725" cy="671161"/>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74" name="Rectangle 273">
            <a:extLst>
              <a:ext uri="{FF2B5EF4-FFF2-40B4-BE49-F238E27FC236}">
                <a16:creationId xmlns:a16="http://schemas.microsoft.com/office/drawing/2014/main" id="{CAF7E0BA-A3DB-D0F2-B57E-4D8D0809906F}"/>
              </a:ext>
            </a:extLst>
          </p:cNvPr>
          <p:cNvSpPr/>
          <p:nvPr/>
        </p:nvSpPr>
        <p:spPr>
          <a:xfrm rot="16200000">
            <a:off x="5675721" y="5126599"/>
            <a:ext cx="649725" cy="671161"/>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75" name="Rectangle 274">
            <a:extLst>
              <a:ext uri="{FF2B5EF4-FFF2-40B4-BE49-F238E27FC236}">
                <a16:creationId xmlns:a16="http://schemas.microsoft.com/office/drawing/2014/main" id="{7B9C56F0-294F-9B71-A673-BA6F1E55C8EB}"/>
              </a:ext>
            </a:extLst>
          </p:cNvPr>
          <p:cNvSpPr/>
          <p:nvPr/>
        </p:nvSpPr>
        <p:spPr>
          <a:xfrm rot="16200000">
            <a:off x="7029430" y="5126598"/>
            <a:ext cx="649725" cy="671161"/>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77" name="Oval 276">
            <a:extLst>
              <a:ext uri="{FF2B5EF4-FFF2-40B4-BE49-F238E27FC236}">
                <a16:creationId xmlns:a16="http://schemas.microsoft.com/office/drawing/2014/main" id="{A20D4D5B-164C-91BB-DDBE-3D5C9A08BC29}"/>
              </a:ext>
            </a:extLst>
          </p:cNvPr>
          <p:cNvSpPr/>
          <p:nvPr/>
        </p:nvSpPr>
        <p:spPr>
          <a:xfrm>
            <a:off x="5892016" y="5378444"/>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278" name="Oval 277">
            <a:extLst>
              <a:ext uri="{FF2B5EF4-FFF2-40B4-BE49-F238E27FC236}">
                <a16:creationId xmlns:a16="http://schemas.microsoft.com/office/drawing/2014/main" id="{D886D5DA-BAAB-5C3C-EB34-30207B511758}"/>
              </a:ext>
            </a:extLst>
          </p:cNvPr>
          <p:cNvSpPr/>
          <p:nvPr/>
        </p:nvSpPr>
        <p:spPr>
          <a:xfrm>
            <a:off x="7247852" y="5381515"/>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279" name="Oval 278">
            <a:extLst>
              <a:ext uri="{FF2B5EF4-FFF2-40B4-BE49-F238E27FC236}">
                <a16:creationId xmlns:a16="http://schemas.microsoft.com/office/drawing/2014/main" id="{FA6CA511-BE44-399B-B263-BC1AC3A3ED84}"/>
              </a:ext>
            </a:extLst>
          </p:cNvPr>
          <p:cNvSpPr/>
          <p:nvPr/>
        </p:nvSpPr>
        <p:spPr>
          <a:xfrm>
            <a:off x="5918091" y="2623295"/>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280" name="Oval 279">
            <a:extLst>
              <a:ext uri="{FF2B5EF4-FFF2-40B4-BE49-F238E27FC236}">
                <a16:creationId xmlns:a16="http://schemas.microsoft.com/office/drawing/2014/main" id="{3E295F65-64B4-2CF9-8C38-E0A360EA1720}"/>
              </a:ext>
            </a:extLst>
          </p:cNvPr>
          <p:cNvSpPr/>
          <p:nvPr/>
        </p:nvSpPr>
        <p:spPr>
          <a:xfrm>
            <a:off x="7271956" y="2630584"/>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cxnSp>
        <p:nvCxnSpPr>
          <p:cNvPr id="100" name="Straight Connector 99">
            <a:extLst>
              <a:ext uri="{FF2B5EF4-FFF2-40B4-BE49-F238E27FC236}">
                <a16:creationId xmlns:a16="http://schemas.microsoft.com/office/drawing/2014/main" id="{DCF5A5D8-04F0-4FB5-0A49-7479C1E3675A}"/>
              </a:ext>
            </a:extLst>
          </p:cNvPr>
          <p:cNvCxnSpPr>
            <a:cxnSpLocks/>
          </p:cNvCxnSpPr>
          <p:nvPr/>
        </p:nvCxnSpPr>
        <p:spPr>
          <a:xfrm>
            <a:off x="6047666" y="3070479"/>
            <a:ext cx="1302860" cy="2081064"/>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60" name="Straight Connector 159">
            <a:extLst>
              <a:ext uri="{FF2B5EF4-FFF2-40B4-BE49-F238E27FC236}">
                <a16:creationId xmlns:a16="http://schemas.microsoft.com/office/drawing/2014/main" id="{57CF6A67-4F82-A9D3-A86C-068E34475EA0}"/>
              </a:ext>
            </a:extLst>
          </p:cNvPr>
          <p:cNvCxnSpPr>
            <a:cxnSpLocks/>
          </p:cNvCxnSpPr>
          <p:nvPr/>
        </p:nvCxnSpPr>
        <p:spPr>
          <a:xfrm flipH="1">
            <a:off x="6047666" y="3070479"/>
            <a:ext cx="1302860" cy="2062771"/>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sp>
        <p:nvSpPr>
          <p:cNvPr id="170" name="TextBox 169">
            <a:extLst>
              <a:ext uri="{FF2B5EF4-FFF2-40B4-BE49-F238E27FC236}">
                <a16:creationId xmlns:a16="http://schemas.microsoft.com/office/drawing/2014/main" id="{39144E80-39C3-2745-7228-729C3A5B44A8}"/>
              </a:ext>
            </a:extLst>
          </p:cNvPr>
          <p:cNvSpPr txBox="1"/>
          <p:nvPr/>
        </p:nvSpPr>
        <p:spPr>
          <a:xfrm>
            <a:off x="769210" y="3388807"/>
            <a:ext cx="3492482" cy="2115066"/>
          </a:xfrm>
          <a:prstGeom prst="rect">
            <a:avLst/>
          </a:prstGeom>
          <a:noFill/>
        </p:spPr>
        <p:txBody>
          <a:bodyPr wrap="square" rtlCol="0">
            <a:spAutoFit/>
          </a:bodyPr>
          <a:lstStyle/>
          <a:p>
            <a:pPr>
              <a:lnSpc>
                <a:spcPct val="150000"/>
              </a:lnSpc>
            </a:pPr>
            <a:r>
              <a:rPr lang="en-US" dirty="0">
                <a:latin typeface="Lato" panose="020F0502020204030203" pitchFamily="34" charset="77"/>
              </a:rPr>
              <a:t>The number 5 appears in exactly two cells in each of two different rows (or columns), and these cells form the corners of a rectangle (aligned diagonally)</a:t>
            </a:r>
            <a:endParaRPr lang="en-TW" dirty="0">
              <a:latin typeface="Lato" panose="020F0502020204030203" pitchFamily="34" charset="77"/>
            </a:endParaRPr>
          </a:p>
        </p:txBody>
      </p:sp>
    </p:spTree>
    <p:extLst>
      <p:ext uri="{BB962C8B-B14F-4D97-AF65-F5344CB8AC3E}">
        <p14:creationId xmlns:p14="http://schemas.microsoft.com/office/powerpoint/2010/main" val="3089483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19009" y="313155"/>
            <a:ext cx="5220626" cy="1569660"/>
          </a:xfrm>
          <a:prstGeom prst="rect">
            <a:avLst/>
          </a:prstGeom>
          <a:noFill/>
        </p:spPr>
        <p:txBody>
          <a:bodyPr wrap="square" rtlCol="0">
            <a:spAutoFit/>
          </a:bodyPr>
          <a:lstStyle/>
          <a:p>
            <a:r>
              <a:rPr lang="en-TW" sz="4800" b="1" dirty="0">
                <a:latin typeface="Playfair Display Black" pitchFamily="2" charset="77"/>
              </a:rPr>
              <a:t>Intermediate </a:t>
            </a:r>
            <a:r>
              <a:rPr lang="en-TW" sz="4800" b="1" i="1" dirty="0">
                <a:latin typeface="Playfair Display SemiBold" pitchFamily="2" charset="77"/>
              </a:rPr>
              <a:t>Techniques</a:t>
            </a:r>
          </a:p>
        </p:txBody>
      </p:sp>
      <p:sp>
        <p:nvSpPr>
          <p:cNvPr id="87" name="TextBox 86">
            <a:extLst>
              <a:ext uri="{FF2B5EF4-FFF2-40B4-BE49-F238E27FC236}">
                <a16:creationId xmlns:a16="http://schemas.microsoft.com/office/drawing/2014/main" id="{1D1FD712-2CD6-B782-F9DC-618E16E18065}"/>
              </a:ext>
            </a:extLst>
          </p:cNvPr>
          <p:cNvSpPr txBox="1"/>
          <p:nvPr/>
        </p:nvSpPr>
        <p:spPr>
          <a:xfrm>
            <a:off x="372863" y="1968616"/>
            <a:ext cx="4707924" cy="707886"/>
          </a:xfrm>
          <a:prstGeom prst="rect">
            <a:avLst/>
          </a:prstGeom>
          <a:noFill/>
        </p:spPr>
        <p:txBody>
          <a:bodyPr wrap="square" rtlCol="0">
            <a:spAutoFit/>
          </a:bodyPr>
          <a:lstStyle/>
          <a:p>
            <a:r>
              <a:rPr lang="en-TW" sz="4000" b="1" dirty="0">
                <a:latin typeface="Lato" panose="020F0502020204030203" pitchFamily="34" charset="77"/>
              </a:rPr>
              <a:t>X-Wing</a:t>
            </a: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12588145" y="35930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515602" y="379961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422303" y="5848685"/>
            <a:ext cx="602004" cy="6145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4366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673657" y="303176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673657" y="3031765"/>
                <a:ext cx="229229" cy="276999"/>
              </a:xfrm>
              <a:prstGeom prst="rect">
                <a:avLst/>
              </a:prstGeom>
              <a:blipFill>
                <a:blip r:embed="rId10"/>
                <a:stretch>
                  <a:fillRect l="-10526"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1"/>
                <a:stretch>
                  <a:fillRect l="-10526" r="-15789" b="-4348"/>
                </a:stretch>
              </a:blipFill>
            </p:spPr>
            <p:txBody>
              <a:bodyPr/>
              <a:lstStyle/>
              <a:p>
                <a:r>
                  <a:rPr lang="en-TW">
                    <a:noFill/>
                  </a:rPr>
                  <a:t> </a:t>
                </a:r>
              </a:p>
            </p:txBody>
          </p:sp>
        </mc:Fallback>
      </mc:AlternateContent>
      <p:sp>
        <p:nvSpPr>
          <p:cNvPr id="159" name="Rectangle 158">
            <a:extLst>
              <a:ext uri="{FF2B5EF4-FFF2-40B4-BE49-F238E27FC236}">
                <a16:creationId xmlns:a16="http://schemas.microsoft.com/office/drawing/2014/main" id="{04706051-1C3A-8277-B370-7AD04420CB80}"/>
              </a:ext>
            </a:extLst>
          </p:cNvPr>
          <p:cNvSpPr/>
          <p:nvPr/>
        </p:nvSpPr>
        <p:spPr>
          <a:xfrm>
            <a:off x="6385531" y="2408164"/>
            <a:ext cx="579826" cy="6353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4" name="Rectangle 173">
            <a:extLst>
              <a:ext uri="{FF2B5EF4-FFF2-40B4-BE49-F238E27FC236}">
                <a16:creationId xmlns:a16="http://schemas.microsoft.com/office/drawing/2014/main" id="{B2D048EF-5C97-CED4-8269-151BECD65766}"/>
              </a:ext>
            </a:extLst>
          </p:cNvPr>
          <p:cNvSpPr/>
          <p:nvPr/>
        </p:nvSpPr>
        <p:spPr>
          <a:xfrm>
            <a:off x="6342772" y="310524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5" name="Rectangle 174">
            <a:extLst>
              <a:ext uri="{FF2B5EF4-FFF2-40B4-BE49-F238E27FC236}">
                <a16:creationId xmlns:a16="http://schemas.microsoft.com/office/drawing/2014/main" id="{F22A0ABD-B6EE-217E-0BDF-0B750E012804}"/>
              </a:ext>
            </a:extLst>
          </p:cNvPr>
          <p:cNvSpPr/>
          <p:nvPr/>
        </p:nvSpPr>
        <p:spPr>
          <a:xfrm>
            <a:off x="5680387" y="3098269"/>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0" name="Rectangle 179">
            <a:extLst>
              <a:ext uri="{FF2B5EF4-FFF2-40B4-BE49-F238E27FC236}">
                <a16:creationId xmlns:a16="http://schemas.microsoft.com/office/drawing/2014/main" id="{3E99A61C-49D3-3856-BCAD-C506CC1F7425}"/>
              </a:ext>
            </a:extLst>
          </p:cNvPr>
          <p:cNvSpPr/>
          <p:nvPr/>
        </p:nvSpPr>
        <p:spPr>
          <a:xfrm>
            <a:off x="7039646" y="3118242"/>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9" name="Rectangle 188">
            <a:extLst>
              <a:ext uri="{FF2B5EF4-FFF2-40B4-BE49-F238E27FC236}">
                <a16:creationId xmlns:a16="http://schemas.microsoft.com/office/drawing/2014/main" id="{43AA9078-C19F-38C1-F920-D520257E0D92}"/>
              </a:ext>
            </a:extLst>
          </p:cNvPr>
          <p:cNvSpPr/>
          <p:nvPr/>
        </p:nvSpPr>
        <p:spPr>
          <a:xfrm>
            <a:off x="7890847" y="3543755"/>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1" name="Rectangle 190">
            <a:extLst>
              <a:ext uri="{FF2B5EF4-FFF2-40B4-BE49-F238E27FC236}">
                <a16:creationId xmlns:a16="http://schemas.microsoft.com/office/drawing/2014/main" id="{B4338253-BD90-6078-74C4-8B4C217BF68E}"/>
              </a:ext>
            </a:extLst>
          </p:cNvPr>
          <p:cNvSpPr/>
          <p:nvPr/>
        </p:nvSpPr>
        <p:spPr>
          <a:xfrm>
            <a:off x="5880196" y="173390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5" name="TextBox 184">
            <a:extLst>
              <a:ext uri="{FF2B5EF4-FFF2-40B4-BE49-F238E27FC236}">
                <a16:creationId xmlns:a16="http://schemas.microsoft.com/office/drawing/2014/main" id="{C52E1DDF-EB40-1C06-AEFE-E4F35FE5EC28}"/>
              </a:ext>
            </a:extLst>
          </p:cNvPr>
          <p:cNvSpPr txBox="1"/>
          <p:nvPr/>
        </p:nvSpPr>
        <p:spPr>
          <a:xfrm>
            <a:off x="6458870" y="241814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90" name="Rectangle 189">
            <a:extLst>
              <a:ext uri="{FF2B5EF4-FFF2-40B4-BE49-F238E27FC236}">
                <a16:creationId xmlns:a16="http://schemas.microsoft.com/office/drawing/2014/main" id="{A1D128E5-DDF3-D7EF-808E-E669712F5526}"/>
              </a:ext>
            </a:extLst>
          </p:cNvPr>
          <p:cNvSpPr/>
          <p:nvPr/>
        </p:nvSpPr>
        <p:spPr>
          <a:xfrm>
            <a:off x="6796256" y="3117405"/>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2" name="Rectangle 191">
            <a:extLst>
              <a:ext uri="{FF2B5EF4-FFF2-40B4-BE49-F238E27FC236}">
                <a16:creationId xmlns:a16="http://schemas.microsoft.com/office/drawing/2014/main" id="{9629BD9F-09C9-B703-00AC-892E30A1CCDD}"/>
              </a:ext>
            </a:extLst>
          </p:cNvPr>
          <p:cNvSpPr/>
          <p:nvPr/>
        </p:nvSpPr>
        <p:spPr>
          <a:xfrm>
            <a:off x="7455747" y="309216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3" name="Rectangle 192">
            <a:extLst>
              <a:ext uri="{FF2B5EF4-FFF2-40B4-BE49-F238E27FC236}">
                <a16:creationId xmlns:a16="http://schemas.microsoft.com/office/drawing/2014/main" id="{D59E079D-7108-98C7-1387-A871E8CDD5EF}"/>
              </a:ext>
            </a:extLst>
          </p:cNvPr>
          <p:cNvSpPr/>
          <p:nvPr/>
        </p:nvSpPr>
        <p:spPr>
          <a:xfrm>
            <a:off x="8149966" y="242645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5" name="Rectangle 194">
            <a:extLst>
              <a:ext uri="{FF2B5EF4-FFF2-40B4-BE49-F238E27FC236}">
                <a16:creationId xmlns:a16="http://schemas.microsoft.com/office/drawing/2014/main" id="{1BF3F6A7-DEEC-B2FC-B98C-0BF1CCB34A99}"/>
              </a:ext>
            </a:extLst>
          </p:cNvPr>
          <p:cNvSpPr/>
          <p:nvPr/>
        </p:nvSpPr>
        <p:spPr>
          <a:xfrm>
            <a:off x="9447939" y="3105247"/>
            <a:ext cx="222220" cy="63582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6" name="Rectangle 195">
            <a:extLst>
              <a:ext uri="{FF2B5EF4-FFF2-40B4-BE49-F238E27FC236}">
                <a16:creationId xmlns:a16="http://schemas.microsoft.com/office/drawing/2014/main" id="{5E14EB5C-D9FA-709C-15FB-38F6180DE581}"/>
              </a:ext>
            </a:extLst>
          </p:cNvPr>
          <p:cNvSpPr/>
          <p:nvPr/>
        </p:nvSpPr>
        <p:spPr>
          <a:xfrm>
            <a:off x="7718392" y="2432747"/>
            <a:ext cx="619394" cy="62533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7" name="TextBox 196">
            <a:extLst>
              <a:ext uri="{FF2B5EF4-FFF2-40B4-BE49-F238E27FC236}">
                <a16:creationId xmlns:a16="http://schemas.microsoft.com/office/drawing/2014/main" id="{4902F524-9CF1-4848-AFF0-F9FF52A6EF99}"/>
              </a:ext>
            </a:extLst>
          </p:cNvPr>
          <p:cNvSpPr txBox="1"/>
          <p:nvPr/>
        </p:nvSpPr>
        <p:spPr>
          <a:xfrm>
            <a:off x="7832099" y="244126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71" name="Rectangle 170">
            <a:extLst>
              <a:ext uri="{FF2B5EF4-FFF2-40B4-BE49-F238E27FC236}">
                <a16:creationId xmlns:a16="http://schemas.microsoft.com/office/drawing/2014/main" id="{D8679C95-3A30-3F40-D623-1A323CD134A8}"/>
              </a:ext>
            </a:extLst>
          </p:cNvPr>
          <p:cNvSpPr/>
          <p:nvPr/>
        </p:nvSpPr>
        <p:spPr>
          <a:xfrm>
            <a:off x="10497195" y="4782138"/>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1" name="TextBox 160">
            <a:extLst>
              <a:ext uri="{FF2B5EF4-FFF2-40B4-BE49-F238E27FC236}">
                <a16:creationId xmlns:a16="http://schemas.microsoft.com/office/drawing/2014/main" id="{4C7C8432-158A-1459-DBDC-542221F0B31E}"/>
              </a:ext>
            </a:extLst>
          </p:cNvPr>
          <p:cNvSpPr txBox="1"/>
          <p:nvPr/>
        </p:nvSpPr>
        <p:spPr>
          <a:xfrm>
            <a:off x="10586730" y="449084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77" name="Rectangle 176">
            <a:extLst>
              <a:ext uri="{FF2B5EF4-FFF2-40B4-BE49-F238E27FC236}">
                <a16:creationId xmlns:a16="http://schemas.microsoft.com/office/drawing/2014/main" id="{A7B3742C-A49F-7ACE-EBAE-687ADD1D6CF1}"/>
              </a:ext>
            </a:extLst>
          </p:cNvPr>
          <p:cNvSpPr/>
          <p:nvPr/>
        </p:nvSpPr>
        <p:spPr>
          <a:xfrm>
            <a:off x="9886018" y="4481926"/>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2" name="TextBox 171">
            <a:extLst>
              <a:ext uri="{FF2B5EF4-FFF2-40B4-BE49-F238E27FC236}">
                <a16:creationId xmlns:a16="http://schemas.microsoft.com/office/drawing/2014/main" id="{D2D3D5C9-6A20-ECEC-F563-37279E99E4D7}"/>
              </a:ext>
            </a:extLst>
          </p:cNvPr>
          <p:cNvSpPr txBox="1"/>
          <p:nvPr/>
        </p:nvSpPr>
        <p:spPr>
          <a:xfrm>
            <a:off x="9895907" y="449258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79" name="Rectangle 178">
            <a:extLst>
              <a:ext uri="{FF2B5EF4-FFF2-40B4-BE49-F238E27FC236}">
                <a16:creationId xmlns:a16="http://schemas.microsoft.com/office/drawing/2014/main" id="{1B805C2A-FF84-1FC3-4282-FF281D59F564}"/>
              </a:ext>
            </a:extLst>
          </p:cNvPr>
          <p:cNvSpPr/>
          <p:nvPr/>
        </p:nvSpPr>
        <p:spPr>
          <a:xfrm>
            <a:off x="10493052" y="6138453"/>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6" name="TextBox 175">
            <a:extLst>
              <a:ext uri="{FF2B5EF4-FFF2-40B4-BE49-F238E27FC236}">
                <a16:creationId xmlns:a16="http://schemas.microsoft.com/office/drawing/2014/main" id="{B1DB8FCA-814F-114B-5236-D36A53AFC846}"/>
              </a:ext>
            </a:extLst>
          </p:cNvPr>
          <p:cNvSpPr txBox="1"/>
          <p:nvPr/>
        </p:nvSpPr>
        <p:spPr>
          <a:xfrm>
            <a:off x="10586730" y="585232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81" name="Rectangle 180">
            <a:extLst>
              <a:ext uri="{FF2B5EF4-FFF2-40B4-BE49-F238E27FC236}">
                <a16:creationId xmlns:a16="http://schemas.microsoft.com/office/drawing/2014/main" id="{392327C1-FA7A-3E35-494F-E909888F59D8}"/>
              </a:ext>
            </a:extLst>
          </p:cNvPr>
          <p:cNvSpPr/>
          <p:nvPr/>
        </p:nvSpPr>
        <p:spPr>
          <a:xfrm>
            <a:off x="7925359" y="6117622"/>
            <a:ext cx="319032" cy="31583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2" name="Rectangle 181">
            <a:extLst>
              <a:ext uri="{FF2B5EF4-FFF2-40B4-BE49-F238E27FC236}">
                <a16:creationId xmlns:a16="http://schemas.microsoft.com/office/drawing/2014/main" id="{ED584754-EFFB-458D-0A32-E84102B33E23}"/>
              </a:ext>
            </a:extLst>
          </p:cNvPr>
          <p:cNvSpPr/>
          <p:nvPr/>
        </p:nvSpPr>
        <p:spPr>
          <a:xfrm>
            <a:off x="7739196" y="4478600"/>
            <a:ext cx="537475" cy="60207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3" name="Rectangle 182">
            <a:extLst>
              <a:ext uri="{FF2B5EF4-FFF2-40B4-BE49-F238E27FC236}">
                <a16:creationId xmlns:a16="http://schemas.microsoft.com/office/drawing/2014/main" id="{5D59A1A6-BAF9-3FF6-EEFE-945F994EDE6E}"/>
              </a:ext>
            </a:extLst>
          </p:cNvPr>
          <p:cNvSpPr/>
          <p:nvPr/>
        </p:nvSpPr>
        <p:spPr>
          <a:xfrm>
            <a:off x="9081886" y="4840992"/>
            <a:ext cx="248060" cy="27699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4" name="TextBox 183">
            <a:extLst>
              <a:ext uri="{FF2B5EF4-FFF2-40B4-BE49-F238E27FC236}">
                <a16:creationId xmlns:a16="http://schemas.microsoft.com/office/drawing/2014/main" id="{89FC8A6A-7207-52A1-5E6D-C530BB1217EE}"/>
              </a:ext>
            </a:extLst>
          </p:cNvPr>
          <p:cNvSpPr txBox="1"/>
          <p:nvPr/>
        </p:nvSpPr>
        <p:spPr>
          <a:xfrm>
            <a:off x="9183464" y="311080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202" name="Rectangle 201">
            <a:extLst>
              <a:ext uri="{FF2B5EF4-FFF2-40B4-BE49-F238E27FC236}">
                <a16:creationId xmlns:a16="http://schemas.microsoft.com/office/drawing/2014/main" id="{0BCC1E1B-A8E3-ADE9-7C6C-FD966DD68E0B}"/>
              </a:ext>
            </a:extLst>
          </p:cNvPr>
          <p:cNvSpPr/>
          <p:nvPr/>
        </p:nvSpPr>
        <p:spPr>
          <a:xfrm>
            <a:off x="9531664" y="1029903"/>
            <a:ext cx="17696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3" name="Rectangle 202">
            <a:extLst>
              <a:ext uri="{FF2B5EF4-FFF2-40B4-BE49-F238E27FC236}">
                <a16:creationId xmlns:a16="http://schemas.microsoft.com/office/drawing/2014/main" id="{CF23C6B5-6561-5917-A3AB-26E16DB25C84}"/>
              </a:ext>
            </a:extLst>
          </p:cNvPr>
          <p:cNvSpPr/>
          <p:nvPr/>
        </p:nvSpPr>
        <p:spPr>
          <a:xfrm>
            <a:off x="8089011" y="3101388"/>
            <a:ext cx="269265" cy="17089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4" name="Rectangle 203">
            <a:extLst>
              <a:ext uri="{FF2B5EF4-FFF2-40B4-BE49-F238E27FC236}">
                <a16:creationId xmlns:a16="http://schemas.microsoft.com/office/drawing/2014/main" id="{02AF9BA1-39DC-176F-0A92-97F435ED8753}"/>
              </a:ext>
            </a:extLst>
          </p:cNvPr>
          <p:cNvSpPr/>
          <p:nvPr/>
        </p:nvSpPr>
        <p:spPr>
          <a:xfrm>
            <a:off x="9323552" y="1473811"/>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6" name="Rectangle 205">
            <a:extLst>
              <a:ext uri="{FF2B5EF4-FFF2-40B4-BE49-F238E27FC236}">
                <a16:creationId xmlns:a16="http://schemas.microsoft.com/office/drawing/2014/main" id="{E36FE2D7-B7AC-43A1-D245-B7AC1C78622F}"/>
              </a:ext>
            </a:extLst>
          </p:cNvPr>
          <p:cNvSpPr/>
          <p:nvPr/>
        </p:nvSpPr>
        <p:spPr>
          <a:xfrm>
            <a:off x="9164233" y="1097984"/>
            <a:ext cx="505926" cy="54233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5" name="TextBox 204">
            <a:extLst>
              <a:ext uri="{FF2B5EF4-FFF2-40B4-BE49-F238E27FC236}">
                <a16:creationId xmlns:a16="http://schemas.microsoft.com/office/drawing/2014/main" id="{33719A79-E434-7A3A-7132-DB19870C3404}"/>
              </a:ext>
            </a:extLst>
          </p:cNvPr>
          <p:cNvSpPr txBox="1"/>
          <p:nvPr/>
        </p:nvSpPr>
        <p:spPr>
          <a:xfrm>
            <a:off x="9205916" y="105554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07" name="Rectangle 206">
            <a:extLst>
              <a:ext uri="{FF2B5EF4-FFF2-40B4-BE49-F238E27FC236}">
                <a16:creationId xmlns:a16="http://schemas.microsoft.com/office/drawing/2014/main" id="{B560A7CD-D423-2B05-E657-61316B544ACF}"/>
              </a:ext>
            </a:extLst>
          </p:cNvPr>
          <p:cNvSpPr/>
          <p:nvPr/>
        </p:nvSpPr>
        <p:spPr>
          <a:xfrm>
            <a:off x="10721121" y="126982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8" name="Rectangle 207">
            <a:extLst>
              <a:ext uri="{FF2B5EF4-FFF2-40B4-BE49-F238E27FC236}">
                <a16:creationId xmlns:a16="http://schemas.microsoft.com/office/drawing/2014/main" id="{BD1956A4-AE4D-450B-CC73-7A78D5BFB834}"/>
              </a:ext>
            </a:extLst>
          </p:cNvPr>
          <p:cNvSpPr/>
          <p:nvPr/>
        </p:nvSpPr>
        <p:spPr>
          <a:xfrm>
            <a:off x="10012088" y="12611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4" name="Rectangle 213">
            <a:extLst>
              <a:ext uri="{FF2B5EF4-FFF2-40B4-BE49-F238E27FC236}">
                <a16:creationId xmlns:a16="http://schemas.microsoft.com/office/drawing/2014/main" id="{766505CA-6811-1FC3-49CB-72750672C564}"/>
              </a:ext>
            </a:extLst>
          </p:cNvPr>
          <p:cNvSpPr/>
          <p:nvPr/>
        </p:nvSpPr>
        <p:spPr>
          <a:xfrm>
            <a:off x="6595501" y="12824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5" name="Rectangle 214">
            <a:extLst>
              <a:ext uri="{FF2B5EF4-FFF2-40B4-BE49-F238E27FC236}">
                <a16:creationId xmlns:a16="http://schemas.microsoft.com/office/drawing/2014/main" id="{0AFBAEE6-7F8B-2A9C-A4E8-BB9C20EEA3B0}"/>
              </a:ext>
            </a:extLst>
          </p:cNvPr>
          <p:cNvSpPr/>
          <p:nvPr/>
        </p:nvSpPr>
        <p:spPr>
          <a:xfrm>
            <a:off x="9323552" y="193031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6" name="Rectangle 215">
            <a:extLst>
              <a:ext uri="{FF2B5EF4-FFF2-40B4-BE49-F238E27FC236}">
                <a16:creationId xmlns:a16="http://schemas.microsoft.com/office/drawing/2014/main" id="{2AF580F5-98EB-254B-2B51-D33F47C23472}"/>
              </a:ext>
            </a:extLst>
          </p:cNvPr>
          <p:cNvSpPr/>
          <p:nvPr/>
        </p:nvSpPr>
        <p:spPr>
          <a:xfrm>
            <a:off x="9339046" y="472761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8" name="Rectangle 217">
            <a:extLst>
              <a:ext uri="{FF2B5EF4-FFF2-40B4-BE49-F238E27FC236}">
                <a16:creationId xmlns:a16="http://schemas.microsoft.com/office/drawing/2014/main" id="{2D7176F9-1BE1-DF40-91B2-C84216F15159}"/>
              </a:ext>
            </a:extLst>
          </p:cNvPr>
          <p:cNvSpPr/>
          <p:nvPr/>
        </p:nvSpPr>
        <p:spPr>
          <a:xfrm>
            <a:off x="8649373" y="1948775"/>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9" name="Rectangle 218">
            <a:extLst>
              <a:ext uri="{FF2B5EF4-FFF2-40B4-BE49-F238E27FC236}">
                <a16:creationId xmlns:a16="http://schemas.microsoft.com/office/drawing/2014/main" id="{7C4DD4FB-A9C1-28A8-22B1-9614B3418ED4}"/>
              </a:ext>
            </a:extLst>
          </p:cNvPr>
          <p:cNvSpPr/>
          <p:nvPr/>
        </p:nvSpPr>
        <p:spPr>
          <a:xfrm>
            <a:off x="8684329" y="58729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3" name="Rectangle 222">
            <a:extLst>
              <a:ext uri="{FF2B5EF4-FFF2-40B4-BE49-F238E27FC236}">
                <a16:creationId xmlns:a16="http://schemas.microsoft.com/office/drawing/2014/main" id="{512D3BA0-E671-74C3-F357-40290739E3E0}"/>
              </a:ext>
            </a:extLst>
          </p:cNvPr>
          <p:cNvSpPr/>
          <p:nvPr/>
        </p:nvSpPr>
        <p:spPr>
          <a:xfrm>
            <a:off x="9452395" y="4850958"/>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4" name="TextBox 223">
            <a:extLst>
              <a:ext uri="{FF2B5EF4-FFF2-40B4-BE49-F238E27FC236}">
                <a16:creationId xmlns:a16="http://schemas.microsoft.com/office/drawing/2014/main" id="{6381C123-414C-FAFB-0F56-7D262E3CA9AA}"/>
              </a:ext>
            </a:extLst>
          </p:cNvPr>
          <p:cNvSpPr txBox="1"/>
          <p:nvPr/>
        </p:nvSpPr>
        <p:spPr>
          <a:xfrm>
            <a:off x="9183464" y="44807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28" name="Rectangle 227">
            <a:extLst>
              <a:ext uri="{FF2B5EF4-FFF2-40B4-BE49-F238E27FC236}">
                <a16:creationId xmlns:a16="http://schemas.microsoft.com/office/drawing/2014/main" id="{C8860A68-4F1C-9DA5-E809-82C02EC64EAD}"/>
              </a:ext>
            </a:extLst>
          </p:cNvPr>
          <p:cNvSpPr/>
          <p:nvPr/>
        </p:nvSpPr>
        <p:spPr>
          <a:xfrm>
            <a:off x="8099275" y="47998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9" name="Rectangle 228">
            <a:extLst>
              <a:ext uri="{FF2B5EF4-FFF2-40B4-BE49-F238E27FC236}">
                <a16:creationId xmlns:a16="http://schemas.microsoft.com/office/drawing/2014/main" id="{91403988-2CF2-DD0B-A09B-915069F58805}"/>
              </a:ext>
            </a:extLst>
          </p:cNvPr>
          <p:cNvSpPr/>
          <p:nvPr/>
        </p:nvSpPr>
        <p:spPr>
          <a:xfrm>
            <a:off x="9129279" y="2027245"/>
            <a:ext cx="48892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0" name="TextBox 229">
            <a:extLst>
              <a:ext uri="{FF2B5EF4-FFF2-40B4-BE49-F238E27FC236}">
                <a16:creationId xmlns:a16="http://schemas.microsoft.com/office/drawing/2014/main" id="{1B5601BA-D55A-3553-2531-7CD21E7C3197}"/>
              </a:ext>
            </a:extLst>
          </p:cNvPr>
          <p:cNvSpPr txBox="1"/>
          <p:nvPr/>
        </p:nvSpPr>
        <p:spPr>
          <a:xfrm>
            <a:off x="9204247"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31" name="Rectangle 230">
            <a:extLst>
              <a:ext uri="{FF2B5EF4-FFF2-40B4-BE49-F238E27FC236}">
                <a16:creationId xmlns:a16="http://schemas.microsoft.com/office/drawing/2014/main" id="{4107C2FA-08B2-7D63-CFE9-EE416485CDBB}"/>
              </a:ext>
            </a:extLst>
          </p:cNvPr>
          <p:cNvSpPr/>
          <p:nvPr/>
        </p:nvSpPr>
        <p:spPr>
          <a:xfrm>
            <a:off x="7712934" y="2182214"/>
            <a:ext cx="229229" cy="1438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3" name="Rectangle 232">
            <a:extLst>
              <a:ext uri="{FF2B5EF4-FFF2-40B4-BE49-F238E27FC236}">
                <a16:creationId xmlns:a16="http://schemas.microsoft.com/office/drawing/2014/main" id="{14B33B9E-0993-FF86-51A4-725060ABE9BD}"/>
              </a:ext>
            </a:extLst>
          </p:cNvPr>
          <p:cNvSpPr/>
          <p:nvPr/>
        </p:nvSpPr>
        <p:spPr>
          <a:xfrm>
            <a:off x="7071889" y="400694"/>
            <a:ext cx="566297" cy="57994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4" name="TextBox 233">
            <a:extLst>
              <a:ext uri="{FF2B5EF4-FFF2-40B4-BE49-F238E27FC236}">
                <a16:creationId xmlns:a16="http://schemas.microsoft.com/office/drawing/2014/main" id="{BDA8A307-699D-600A-E0A1-98AE6F512079}"/>
              </a:ext>
            </a:extLst>
          </p:cNvPr>
          <p:cNvSpPr txBox="1"/>
          <p:nvPr/>
        </p:nvSpPr>
        <p:spPr>
          <a:xfrm>
            <a:off x="7145332" y="3996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35" name="Rectangle 234">
            <a:extLst>
              <a:ext uri="{FF2B5EF4-FFF2-40B4-BE49-F238E27FC236}">
                <a16:creationId xmlns:a16="http://schemas.microsoft.com/office/drawing/2014/main" id="{C8F335C3-4138-1526-F2AA-00497921C890}"/>
              </a:ext>
            </a:extLst>
          </p:cNvPr>
          <p:cNvSpPr/>
          <p:nvPr/>
        </p:nvSpPr>
        <p:spPr>
          <a:xfrm>
            <a:off x="7045756" y="1723232"/>
            <a:ext cx="566297" cy="5884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6" name="TextBox 235">
            <a:extLst>
              <a:ext uri="{FF2B5EF4-FFF2-40B4-BE49-F238E27FC236}">
                <a16:creationId xmlns:a16="http://schemas.microsoft.com/office/drawing/2014/main" id="{DF49BC09-9C00-6A89-5BD2-ACB18C4912F2}"/>
              </a:ext>
            </a:extLst>
          </p:cNvPr>
          <p:cNvSpPr txBox="1"/>
          <p:nvPr/>
        </p:nvSpPr>
        <p:spPr>
          <a:xfrm>
            <a:off x="7131829"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37" name="Rectangle 236">
            <a:extLst>
              <a:ext uri="{FF2B5EF4-FFF2-40B4-BE49-F238E27FC236}">
                <a16:creationId xmlns:a16="http://schemas.microsoft.com/office/drawing/2014/main" id="{AEC6FC8C-EBBB-5886-960E-8A1D817DA6B0}"/>
              </a:ext>
            </a:extLst>
          </p:cNvPr>
          <p:cNvSpPr/>
          <p:nvPr/>
        </p:nvSpPr>
        <p:spPr>
          <a:xfrm>
            <a:off x="8531610"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9" name="Rectangle 238">
            <a:extLst>
              <a:ext uri="{FF2B5EF4-FFF2-40B4-BE49-F238E27FC236}">
                <a16:creationId xmlns:a16="http://schemas.microsoft.com/office/drawing/2014/main" id="{D8ED5100-5F5F-EAF2-9D4A-2D427DBAA0F3}"/>
              </a:ext>
            </a:extLst>
          </p:cNvPr>
          <p:cNvSpPr/>
          <p:nvPr/>
        </p:nvSpPr>
        <p:spPr>
          <a:xfrm>
            <a:off x="9925297"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0" name="Rectangle 239">
            <a:extLst>
              <a:ext uri="{FF2B5EF4-FFF2-40B4-BE49-F238E27FC236}">
                <a16:creationId xmlns:a16="http://schemas.microsoft.com/office/drawing/2014/main" id="{04DD5F92-255E-CCE3-ABFB-B5206AF83DF0}"/>
              </a:ext>
            </a:extLst>
          </p:cNvPr>
          <p:cNvSpPr/>
          <p:nvPr/>
        </p:nvSpPr>
        <p:spPr>
          <a:xfrm>
            <a:off x="7912272" y="415730"/>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1" name="Rectangle 240">
            <a:extLst>
              <a:ext uri="{FF2B5EF4-FFF2-40B4-BE49-F238E27FC236}">
                <a16:creationId xmlns:a16="http://schemas.microsoft.com/office/drawing/2014/main" id="{3B0D5131-EEEA-300E-940B-36CA00755A5F}"/>
              </a:ext>
            </a:extLst>
          </p:cNvPr>
          <p:cNvSpPr/>
          <p:nvPr/>
        </p:nvSpPr>
        <p:spPr>
          <a:xfrm>
            <a:off x="7254089" y="106833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2" name="Rectangle 241">
            <a:extLst>
              <a:ext uri="{FF2B5EF4-FFF2-40B4-BE49-F238E27FC236}">
                <a16:creationId xmlns:a16="http://schemas.microsoft.com/office/drawing/2014/main" id="{3F6C1301-457E-D71C-A092-F5C83898146E}"/>
              </a:ext>
            </a:extLst>
          </p:cNvPr>
          <p:cNvSpPr/>
          <p:nvPr/>
        </p:nvSpPr>
        <p:spPr>
          <a:xfrm>
            <a:off x="10134881" y="2176406"/>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3" name="Rectangle 242">
            <a:extLst>
              <a:ext uri="{FF2B5EF4-FFF2-40B4-BE49-F238E27FC236}">
                <a16:creationId xmlns:a16="http://schemas.microsoft.com/office/drawing/2014/main" id="{F8EA2E08-39C7-520A-3EA2-F8B237708A7F}"/>
              </a:ext>
            </a:extLst>
          </p:cNvPr>
          <p:cNvSpPr/>
          <p:nvPr/>
        </p:nvSpPr>
        <p:spPr>
          <a:xfrm>
            <a:off x="10827615" y="217014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4" name="Rectangle 243">
            <a:extLst>
              <a:ext uri="{FF2B5EF4-FFF2-40B4-BE49-F238E27FC236}">
                <a16:creationId xmlns:a16="http://schemas.microsoft.com/office/drawing/2014/main" id="{C699844A-FC86-F507-31EC-1E785F2B27DB}"/>
              </a:ext>
            </a:extLst>
          </p:cNvPr>
          <p:cNvSpPr/>
          <p:nvPr/>
        </p:nvSpPr>
        <p:spPr>
          <a:xfrm>
            <a:off x="7724906" y="423661"/>
            <a:ext cx="619394" cy="55343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5" name="TextBox 244">
            <a:extLst>
              <a:ext uri="{FF2B5EF4-FFF2-40B4-BE49-F238E27FC236}">
                <a16:creationId xmlns:a16="http://schemas.microsoft.com/office/drawing/2014/main" id="{201E6257-18EC-A863-6F5F-ADE5009A4504}"/>
              </a:ext>
            </a:extLst>
          </p:cNvPr>
          <p:cNvSpPr txBox="1"/>
          <p:nvPr/>
        </p:nvSpPr>
        <p:spPr>
          <a:xfrm>
            <a:off x="7816188" y="39162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246" name="Rectangle 245">
            <a:extLst>
              <a:ext uri="{FF2B5EF4-FFF2-40B4-BE49-F238E27FC236}">
                <a16:creationId xmlns:a16="http://schemas.microsoft.com/office/drawing/2014/main" id="{820E42AB-8C41-5135-8233-82585BD4287E}"/>
              </a:ext>
            </a:extLst>
          </p:cNvPr>
          <p:cNvSpPr/>
          <p:nvPr/>
        </p:nvSpPr>
        <p:spPr>
          <a:xfrm>
            <a:off x="8422303" y="4496467"/>
            <a:ext cx="54224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7" name="TextBox 246">
            <a:extLst>
              <a:ext uri="{FF2B5EF4-FFF2-40B4-BE49-F238E27FC236}">
                <a16:creationId xmlns:a16="http://schemas.microsoft.com/office/drawing/2014/main" id="{C2A69587-58D1-FC98-0A17-E30F428555BC}"/>
              </a:ext>
            </a:extLst>
          </p:cNvPr>
          <p:cNvSpPr txBox="1"/>
          <p:nvPr/>
        </p:nvSpPr>
        <p:spPr>
          <a:xfrm>
            <a:off x="8532543" y="448423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48" name="Rectangle 247">
            <a:extLst>
              <a:ext uri="{FF2B5EF4-FFF2-40B4-BE49-F238E27FC236}">
                <a16:creationId xmlns:a16="http://schemas.microsoft.com/office/drawing/2014/main" id="{9177F8EB-3728-BC6B-36C3-512FF56BAA85}"/>
              </a:ext>
            </a:extLst>
          </p:cNvPr>
          <p:cNvSpPr/>
          <p:nvPr/>
        </p:nvSpPr>
        <p:spPr>
          <a:xfrm>
            <a:off x="6370452" y="4489456"/>
            <a:ext cx="458786" cy="44439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9" name="Rectangle 248">
            <a:extLst>
              <a:ext uri="{FF2B5EF4-FFF2-40B4-BE49-F238E27FC236}">
                <a16:creationId xmlns:a16="http://schemas.microsoft.com/office/drawing/2014/main" id="{0C4C4746-D243-C887-B50A-9CD5CFF0EE26}"/>
              </a:ext>
            </a:extLst>
          </p:cNvPr>
          <p:cNvSpPr/>
          <p:nvPr/>
        </p:nvSpPr>
        <p:spPr>
          <a:xfrm>
            <a:off x="5734158" y="4492587"/>
            <a:ext cx="541795" cy="5729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1" name="Rectangle 250">
            <a:extLst>
              <a:ext uri="{FF2B5EF4-FFF2-40B4-BE49-F238E27FC236}">
                <a16:creationId xmlns:a16="http://schemas.microsoft.com/office/drawing/2014/main" id="{FD95D967-A67E-1EEF-F03E-E54A8C69DB34}"/>
              </a:ext>
            </a:extLst>
          </p:cNvPr>
          <p:cNvSpPr/>
          <p:nvPr/>
        </p:nvSpPr>
        <p:spPr>
          <a:xfrm>
            <a:off x="7727488" y="5856466"/>
            <a:ext cx="543937" cy="57699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0" name="TextBox 249">
            <a:extLst>
              <a:ext uri="{FF2B5EF4-FFF2-40B4-BE49-F238E27FC236}">
                <a16:creationId xmlns:a16="http://schemas.microsoft.com/office/drawing/2014/main" id="{110196DE-1910-F473-F14B-36BA871CF150}"/>
              </a:ext>
            </a:extLst>
          </p:cNvPr>
          <p:cNvSpPr txBox="1"/>
          <p:nvPr/>
        </p:nvSpPr>
        <p:spPr>
          <a:xfrm>
            <a:off x="7840218" y="583283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52" name="TextBox 251">
            <a:extLst>
              <a:ext uri="{FF2B5EF4-FFF2-40B4-BE49-F238E27FC236}">
                <a16:creationId xmlns:a16="http://schemas.microsoft.com/office/drawing/2014/main" id="{BA224AF2-4DCA-0DE1-B099-1AFAFB24470B}"/>
              </a:ext>
            </a:extLst>
          </p:cNvPr>
          <p:cNvSpPr txBox="1"/>
          <p:nvPr/>
        </p:nvSpPr>
        <p:spPr>
          <a:xfrm>
            <a:off x="6440183" y="44943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53" name="TextBox 252">
            <a:extLst>
              <a:ext uri="{FF2B5EF4-FFF2-40B4-BE49-F238E27FC236}">
                <a16:creationId xmlns:a16="http://schemas.microsoft.com/office/drawing/2014/main" id="{5B086FF2-9B3A-DA73-5BDC-0E87B66AC092}"/>
              </a:ext>
            </a:extLst>
          </p:cNvPr>
          <p:cNvSpPr txBox="1"/>
          <p:nvPr/>
        </p:nvSpPr>
        <p:spPr>
          <a:xfrm>
            <a:off x="7839786" y="449436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4" name="TextBox 253">
            <a:extLst>
              <a:ext uri="{FF2B5EF4-FFF2-40B4-BE49-F238E27FC236}">
                <a16:creationId xmlns:a16="http://schemas.microsoft.com/office/drawing/2014/main" id="{4BFDE95B-A002-AEF5-F1AC-1ECA0E053CF2}"/>
              </a:ext>
            </a:extLst>
          </p:cNvPr>
          <p:cNvSpPr txBox="1"/>
          <p:nvPr/>
        </p:nvSpPr>
        <p:spPr>
          <a:xfrm>
            <a:off x="8515602" y="584606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56" name="Rectangle 255">
            <a:extLst>
              <a:ext uri="{FF2B5EF4-FFF2-40B4-BE49-F238E27FC236}">
                <a16:creationId xmlns:a16="http://schemas.microsoft.com/office/drawing/2014/main" id="{2B742E71-7317-5CB4-0DCB-00C44D46D9AA}"/>
              </a:ext>
            </a:extLst>
          </p:cNvPr>
          <p:cNvSpPr/>
          <p:nvPr/>
        </p:nvSpPr>
        <p:spPr>
          <a:xfrm>
            <a:off x="5683358" y="5874644"/>
            <a:ext cx="463017" cy="43873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7" name="TextBox 256">
            <a:extLst>
              <a:ext uri="{FF2B5EF4-FFF2-40B4-BE49-F238E27FC236}">
                <a16:creationId xmlns:a16="http://schemas.microsoft.com/office/drawing/2014/main" id="{450C6E93-9ADB-FF8C-83C5-93A81F3A0DA5}"/>
              </a:ext>
            </a:extLst>
          </p:cNvPr>
          <p:cNvSpPr txBox="1"/>
          <p:nvPr/>
        </p:nvSpPr>
        <p:spPr>
          <a:xfrm>
            <a:off x="5777460" y="582523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8" name="Rectangle 257">
            <a:extLst>
              <a:ext uri="{FF2B5EF4-FFF2-40B4-BE49-F238E27FC236}">
                <a16:creationId xmlns:a16="http://schemas.microsoft.com/office/drawing/2014/main" id="{428B6A53-9B88-0083-107D-3990498B6CAA}"/>
              </a:ext>
            </a:extLst>
          </p:cNvPr>
          <p:cNvSpPr/>
          <p:nvPr/>
        </p:nvSpPr>
        <p:spPr>
          <a:xfrm>
            <a:off x="5859231" y="4495990"/>
            <a:ext cx="250078"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9" name="TextBox 258">
            <a:extLst>
              <a:ext uri="{FF2B5EF4-FFF2-40B4-BE49-F238E27FC236}">
                <a16:creationId xmlns:a16="http://schemas.microsoft.com/office/drawing/2014/main" id="{D303BABD-70F8-5DAF-09E7-B41F813AF242}"/>
              </a:ext>
            </a:extLst>
          </p:cNvPr>
          <p:cNvSpPr txBox="1"/>
          <p:nvPr/>
        </p:nvSpPr>
        <p:spPr>
          <a:xfrm>
            <a:off x="5772021" y="449564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60" name="Rectangle 259">
            <a:extLst>
              <a:ext uri="{FF2B5EF4-FFF2-40B4-BE49-F238E27FC236}">
                <a16:creationId xmlns:a16="http://schemas.microsoft.com/office/drawing/2014/main" id="{F2A6B3C4-FEBC-00D2-A002-D84C4C5B858E}"/>
              </a:ext>
            </a:extLst>
          </p:cNvPr>
          <p:cNvSpPr/>
          <p:nvPr/>
        </p:nvSpPr>
        <p:spPr>
          <a:xfrm>
            <a:off x="5715384" y="5172344"/>
            <a:ext cx="541795" cy="19376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1" name="Rectangle 260">
            <a:extLst>
              <a:ext uri="{FF2B5EF4-FFF2-40B4-BE49-F238E27FC236}">
                <a16:creationId xmlns:a16="http://schemas.microsoft.com/office/drawing/2014/main" id="{62E4E071-8535-BA35-6D2A-10F53E468759}"/>
              </a:ext>
            </a:extLst>
          </p:cNvPr>
          <p:cNvSpPr/>
          <p:nvPr/>
        </p:nvSpPr>
        <p:spPr>
          <a:xfrm>
            <a:off x="7050930" y="5158858"/>
            <a:ext cx="541795" cy="19376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2" name="Rectangle 261">
            <a:extLst>
              <a:ext uri="{FF2B5EF4-FFF2-40B4-BE49-F238E27FC236}">
                <a16:creationId xmlns:a16="http://schemas.microsoft.com/office/drawing/2014/main" id="{AB09237B-8653-38E9-466E-5F582648ECD5}"/>
              </a:ext>
            </a:extLst>
          </p:cNvPr>
          <p:cNvSpPr/>
          <p:nvPr/>
        </p:nvSpPr>
        <p:spPr>
          <a:xfrm>
            <a:off x="6570479" y="81391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5" name="Rectangle 264">
            <a:extLst>
              <a:ext uri="{FF2B5EF4-FFF2-40B4-BE49-F238E27FC236}">
                <a16:creationId xmlns:a16="http://schemas.microsoft.com/office/drawing/2014/main" id="{E50F8B8F-CD08-1255-7415-654D4E950E51}"/>
              </a:ext>
            </a:extLst>
          </p:cNvPr>
          <p:cNvSpPr/>
          <p:nvPr/>
        </p:nvSpPr>
        <p:spPr>
          <a:xfrm rot="16200000">
            <a:off x="2901247" y="3052615"/>
            <a:ext cx="6150081" cy="671161"/>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73" name="Rectangle 272">
            <a:extLst>
              <a:ext uri="{FF2B5EF4-FFF2-40B4-BE49-F238E27FC236}">
                <a16:creationId xmlns:a16="http://schemas.microsoft.com/office/drawing/2014/main" id="{F0F202D5-EC48-3C20-C174-1E927B46059F}"/>
              </a:ext>
            </a:extLst>
          </p:cNvPr>
          <p:cNvSpPr/>
          <p:nvPr/>
        </p:nvSpPr>
        <p:spPr>
          <a:xfrm rot="16200000">
            <a:off x="8417208" y="-346983"/>
            <a:ext cx="649725" cy="6154134"/>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74" name="Rectangle 273">
            <a:extLst>
              <a:ext uri="{FF2B5EF4-FFF2-40B4-BE49-F238E27FC236}">
                <a16:creationId xmlns:a16="http://schemas.microsoft.com/office/drawing/2014/main" id="{CAF7E0BA-A3DB-D0F2-B57E-4D8D0809906F}"/>
              </a:ext>
            </a:extLst>
          </p:cNvPr>
          <p:cNvSpPr/>
          <p:nvPr/>
        </p:nvSpPr>
        <p:spPr>
          <a:xfrm rot="16200000">
            <a:off x="8397787" y="2404532"/>
            <a:ext cx="649725" cy="6115293"/>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75" name="Rectangle 274">
            <a:extLst>
              <a:ext uri="{FF2B5EF4-FFF2-40B4-BE49-F238E27FC236}">
                <a16:creationId xmlns:a16="http://schemas.microsoft.com/office/drawing/2014/main" id="{7B9C56F0-294F-9B71-A673-BA6F1E55C8EB}"/>
              </a:ext>
            </a:extLst>
          </p:cNvPr>
          <p:cNvSpPr/>
          <p:nvPr/>
        </p:nvSpPr>
        <p:spPr>
          <a:xfrm rot="16200000">
            <a:off x="4291520" y="3087301"/>
            <a:ext cx="6107932" cy="671161"/>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77" name="Oval 276">
            <a:extLst>
              <a:ext uri="{FF2B5EF4-FFF2-40B4-BE49-F238E27FC236}">
                <a16:creationId xmlns:a16="http://schemas.microsoft.com/office/drawing/2014/main" id="{A20D4D5B-164C-91BB-DDBE-3D5C9A08BC29}"/>
              </a:ext>
            </a:extLst>
          </p:cNvPr>
          <p:cNvSpPr/>
          <p:nvPr/>
        </p:nvSpPr>
        <p:spPr>
          <a:xfrm>
            <a:off x="5892016" y="5378444"/>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278" name="Oval 277">
            <a:extLst>
              <a:ext uri="{FF2B5EF4-FFF2-40B4-BE49-F238E27FC236}">
                <a16:creationId xmlns:a16="http://schemas.microsoft.com/office/drawing/2014/main" id="{D886D5DA-BAAB-5C3C-EB34-30207B511758}"/>
              </a:ext>
            </a:extLst>
          </p:cNvPr>
          <p:cNvSpPr/>
          <p:nvPr/>
        </p:nvSpPr>
        <p:spPr>
          <a:xfrm>
            <a:off x="7247852" y="5381515"/>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279" name="Oval 278">
            <a:extLst>
              <a:ext uri="{FF2B5EF4-FFF2-40B4-BE49-F238E27FC236}">
                <a16:creationId xmlns:a16="http://schemas.microsoft.com/office/drawing/2014/main" id="{FA6CA511-BE44-399B-B263-BC1AC3A3ED84}"/>
              </a:ext>
            </a:extLst>
          </p:cNvPr>
          <p:cNvSpPr/>
          <p:nvPr/>
        </p:nvSpPr>
        <p:spPr>
          <a:xfrm>
            <a:off x="5918091" y="2623295"/>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280" name="Oval 279">
            <a:extLst>
              <a:ext uri="{FF2B5EF4-FFF2-40B4-BE49-F238E27FC236}">
                <a16:creationId xmlns:a16="http://schemas.microsoft.com/office/drawing/2014/main" id="{3E295F65-64B4-2CF9-8C38-E0A360EA1720}"/>
              </a:ext>
            </a:extLst>
          </p:cNvPr>
          <p:cNvSpPr/>
          <p:nvPr/>
        </p:nvSpPr>
        <p:spPr>
          <a:xfrm>
            <a:off x="7271956" y="2630584"/>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cxnSp>
        <p:nvCxnSpPr>
          <p:cNvPr id="100" name="Straight Connector 99">
            <a:extLst>
              <a:ext uri="{FF2B5EF4-FFF2-40B4-BE49-F238E27FC236}">
                <a16:creationId xmlns:a16="http://schemas.microsoft.com/office/drawing/2014/main" id="{DCF5A5D8-04F0-4FB5-0A49-7479C1E3675A}"/>
              </a:ext>
            </a:extLst>
          </p:cNvPr>
          <p:cNvCxnSpPr>
            <a:cxnSpLocks/>
          </p:cNvCxnSpPr>
          <p:nvPr/>
        </p:nvCxnSpPr>
        <p:spPr>
          <a:xfrm>
            <a:off x="6047666" y="3070479"/>
            <a:ext cx="1302860" cy="2081064"/>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60" name="Straight Connector 159">
            <a:extLst>
              <a:ext uri="{FF2B5EF4-FFF2-40B4-BE49-F238E27FC236}">
                <a16:creationId xmlns:a16="http://schemas.microsoft.com/office/drawing/2014/main" id="{57CF6A67-4F82-A9D3-A86C-068E34475EA0}"/>
              </a:ext>
            </a:extLst>
          </p:cNvPr>
          <p:cNvCxnSpPr>
            <a:cxnSpLocks/>
          </p:cNvCxnSpPr>
          <p:nvPr/>
        </p:nvCxnSpPr>
        <p:spPr>
          <a:xfrm flipH="1">
            <a:off x="6047666" y="3070479"/>
            <a:ext cx="1302860" cy="2062771"/>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sp>
        <p:nvSpPr>
          <p:cNvPr id="170" name="Rectangle 169">
            <a:extLst>
              <a:ext uri="{FF2B5EF4-FFF2-40B4-BE49-F238E27FC236}">
                <a16:creationId xmlns:a16="http://schemas.microsoft.com/office/drawing/2014/main" id="{930ED080-9BAC-B569-53B6-D260242ECACB}"/>
              </a:ext>
            </a:extLst>
          </p:cNvPr>
          <p:cNvSpPr/>
          <p:nvPr/>
        </p:nvSpPr>
        <p:spPr>
          <a:xfrm rot="16200000">
            <a:off x="5980026" y="3383423"/>
            <a:ext cx="1359784" cy="699975"/>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73" name="TextBox 172">
                <a:extLst>
                  <a:ext uri="{FF2B5EF4-FFF2-40B4-BE49-F238E27FC236}">
                    <a16:creationId xmlns:a16="http://schemas.microsoft.com/office/drawing/2014/main" id="{A23245E5-91DA-7C73-949B-6B3A0FDBC74B}"/>
                  </a:ext>
                </a:extLst>
              </p:cNvPr>
              <p:cNvSpPr txBox="1"/>
              <p:nvPr/>
            </p:nvSpPr>
            <p:spPr>
              <a:xfrm>
                <a:off x="5885426" y="326166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3" name="TextBox 172">
                <a:extLst>
                  <a:ext uri="{FF2B5EF4-FFF2-40B4-BE49-F238E27FC236}">
                    <a16:creationId xmlns:a16="http://schemas.microsoft.com/office/drawing/2014/main" id="{A23245E5-91DA-7C73-949B-6B3A0FDBC74B}"/>
                  </a:ext>
                </a:extLst>
              </p:cNvPr>
              <p:cNvSpPr txBox="1">
                <a:spLocks noRot="1" noChangeAspect="1" noMove="1" noResize="1" noEditPoints="1" noAdjustHandles="1" noChangeArrowheads="1" noChangeShapeType="1" noTextEdit="1"/>
              </p:cNvSpPr>
              <p:nvPr/>
            </p:nvSpPr>
            <p:spPr>
              <a:xfrm>
                <a:off x="5885426" y="3261665"/>
                <a:ext cx="229229" cy="276999"/>
              </a:xfrm>
              <a:prstGeom prst="rect">
                <a:avLst/>
              </a:prstGeom>
              <a:blipFill>
                <a:blip r:embed="rId14"/>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5076ECF0-74F1-C701-7313-E19578C6FA2F}"/>
                  </a:ext>
                </a:extLst>
              </p:cNvPr>
              <p:cNvSpPr txBox="1"/>
              <p:nvPr/>
            </p:nvSpPr>
            <p:spPr>
              <a:xfrm>
                <a:off x="6552018" y="326956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94" name="TextBox 193">
                <a:extLst>
                  <a:ext uri="{FF2B5EF4-FFF2-40B4-BE49-F238E27FC236}">
                    <a16:creationId xmlns:a16="http://schemas.microsoft.com/office/drawing/2014/main" id="{5076ECF0-74F1-C701-7313-E19578C6FA2F}"/>
                  </a:ext>
                </a:extLst>
              </p:cNvPr>
              <p:cNvSpPr txBox="1">
                <a:spLocks noRot="1" noChangeAspect="1" noMove="1" noResize="1" noEditPoints="1" noAdjustHandles="1" noChangeArrowheads="1" noChangeShapeType="1" noTextEdit="1"/>
              </p:cNvSpPr>
              <p:nvPr/>
            </p:nvSpPr>
            <p:spPr>
              <a:xfrm>
                <a:off x="6552018" y="3269560"/>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98" name="TextBox 197">
                <a:extLst>
                  <a:ext uri="{FF2B5EF4-FFF2-40B4-BE49-F238E27FC236}">
                    <a16:creationId xmlns:a16="http://schemas.microsoft.com/office/drawing/2014/main" id="{2194D351-9970-5DF8-F4BE-184185C04F61}"/>
                  </a:ext>
                </a:extLst>
              </p:cNvPr>
              <p:cNvSpPr txBox="1"/>
              <p:nvPr/>
            </p:nvSpPr>
            <p:spPr>
              <a:xfrm>
                <a:off x="7226474" y="32625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98" name="TextBox 197">
                <a:extLst>
                  <a:ext uri="{FF2B5EF4-FFF2-40B4-BE49-F238E27FC236}">
                    <a16:creationId xmlns:a16="http://schemas.microsoft.com/office/drawing/2014/main" id="{2194D351-9970-5DF8-F4BE-184185C04F61}"/>
                  </a:ext>
                </a:extLst>
              </p:cNvPr>
              <p:cNvSpPr txBox="1">
                <a:spLocks noRot="1" noChangeAspect="1" noMove="1" noResize="1" noEditPoints="1" noAdjustHandles="1" noChangeArrowheads="1" noChangeShapeType="1" noTextEdit="1"/>
              </p:cNvSpPr>
              <p:nvPr/>
            </p:nvSpPr>
            <p:spPr>
              <a:xfrm>
                <a:off x="7226474" y="3262504"/>
                <a:ext cx="229229" cy="276999"/>
              </a:xfrm>
              <a:prstGeom prst="rect">
                <a:avLst/>
              </a:prstGeom>
              <a:blipFill>
                <a:blip r:embed="rId10"/>
                <a:stretch>
                  <a:fillRect l="-10000" r="-10000"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FF069583-4759-72A5-AE21-61000B841E1F}"/>
                  </a:ext>
                </a:extLst>
              </p:cNvPr>
              <p:cNvSpPr txBox="1"/>
              <p:nvPr/>
            </p:nvSpPr>
            <p:spPr>
              <a:xfrm>
                <a:off x="7243807" y="121076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99" name="TextBox 198">
                <a:extLst>
                  <a:ext uri="{FF2B5EF4-FFF2-40B4-BE49-F238E27FC236}">
                    <a16:creationId xmlns:a16="http://schemas.microsoft.com/office/drawing/2014/main" id="{FF069583-4759-72A5-AE21-61000B841E1F}"/>
                  </a:ext>
                </a:extLst>
              </p:cNvPr>
              <p:cNvSpPr txBox="1">
                <a:spLocks noRot="1" noChangeAspect="1" noMove="1" noResize="1" noEditPoints="1" noAdjustHandles="1" noChangeArrowheads="1" noChangeShapeType="1" noTextEdit="1"/>
              </p:cNvSpPr>
              <p:nvPr/>
            </p:nvSpPr>
            <p:spPr>
              <a:xfrm>
                <a:off x="7243807" y="1210760"/>
                <a:ext cx="229229" cy="276999"/>
              </a:xfrm>
              <a:prstGeom prst="rect">
                <a:avLst/>
              </a:prstGeom>
              <a:blipFill>
                <a:blip r:embed="rId12"/>
                <a:stretch>
                  <a:fillRect l="-15789" r="-10526"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200" name="TextBox 199">
                <a:extLst>
                  <a:ext uri="{FF2B5EF4-FFF2-40B4-BE49-F238E27FC236}">
                    <a16:creationId xmlns:a16="http://schemas.microsoft.com/office/drawing/2014/main" id="{8D4A61B6-D831-2F68-5217-B97D2ECB5AE0}"/>
                  </a:ext>
                </a:extLst>
              </p:cNvPr>
              <p:cNvSpPr txBox="1"/>
              <p:nvPr/>
            </p:nvSpPr>
            <p:spPr>
              <a:xfrm>
                <a:off x="5896618" y="187757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200" name="TextBox 199">
                <a:extLst>
                  <a:ext uri="{FF2B5EF4-FFF2-40B4-BE49-F238E27FC236}">
                    <a16:creationId xmlns:a16="http://schemas.microsoft.com/office/drawing/2014/main" id="{8D4A61B6-D831-2F68-5217-B97D2ECB5AE0}"/>
                  </a:ext>
                </a:extLst>
              </p:cNvPr>
              <p:cNvSpPr txBox="1">
                <a:spLocks noRot="1" noChangeAspect="1" noMove="1" noResize="1" noEditPoints="1" noAdjustHandles="1" noChangeArrowheads="1" noChangeShapeType="1" noTextEdit="1"/>
              </p:cNvSpPr>
              <p:nvPr/>
            </p:nvSpPr>
            <p:spPr>
              <a:xfrm>
                <a:off x="5896618" y="1877573"/>
                <a:ext cx="229229" cy="276999"/>
              </a:xfrm>
              <a:prstGeom prst="rect">
                <a:avLst/>
              </a:prstGeom>
              <a:blipFill>
                <a:blip r:embed="rId15"/>
                <a:stretch>
                  <a:fillRect l="-15789" r="-10526"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201" name="TextBox 200">
                <a:extLst>
                  <a:ext uri="{FF2B5EF4-FFF2-40B4-BE49-F238E27FC236}">
                    <a16:creationId xmlns:a16="http://schemas.microsoft.com/office/drawing/2014/main" id="{8BB91434-6DF2-CE8A-269F-F5F658816687}"/>
                  </a:ext>
                </a:extLst>
              </p:cNvPr>
              <p:cNvSpPr txBox="1"/>
              <p:nvPr/>
            </p:nvSpPr>
            <p:spPr>
              <a:xfrm>
                <a:off x="9302581" y="532343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201" name="TextBox 200">
                <a:extLst>
                  <a:ext uri="{FF2B5EF4-FFF2-40B4-BE49-F238E27FC236}">
                    <a16:creationId xmlns:a16="http://schemas.microsoft.com/office/drawing/2014/main" id="{8BB91434-6DF2-CE8A-269F-F5F658816687}"/>
                  </a:ext>
                </a:extLst>
              </p:cNvPr>
              <p:cNvSpPr txBox="1">
                <a:spLocks noRot="1" noChangeAspect="1" noMove="1" noResize="1" noEditPoints="1" noAdjustHandles="1" noChangeArrowheads="1" noChangeShapeType="1" noTextEdit="1"/>
              </p:cNvSpPr>
              <p:nvPr/>
            </p:nvSpPr>
            <p:spPr>
              <a:xfrm>
                <a:off x="9302581" y="5323439"/>
                <a:ext cx="229229" cy="276999"/>
              </a:xfrm>
              <a:prstGeom prst="rect">
                <a:avLst/>
              </a:prstGeom>
              <a:blipFill>
                <a:blip r:embed="rId6"/>
                <a:stretch>
                  <a:fillRect l="-15789" r="-15789" b="-4348"/>
                </a:stretch>
              </a:blipFill>
            </p:spPr>
            <p:txBody>
              <a:bodyPr/>
              <a:lstStyle/>
              <a:p>
                <a:r>
                  <a:rPr lang="en-TW">
                    <a:noFill/>
                  </a:rPr>
                  <a:t> </a:t>
                </a:r>
              </a:p>
            </p:txBody>
          </p:sp>
        </mc:Fallback>
      </mc:AlternateContent>
      <p:sp>
        <p:nvSpPr>
          <p:cNvPr id="209" name="TextBox 208">
            <a:extLst>
              <a:ext uri="{FF2B5EF4-FFF2-40B4-BE49-F238E27FC236}">
                <a16:creationId xmlns:a16="http://schemas.microsoft.com/office/drawing/2014/main" id="{BB0EC127-B3A7-D633-3AC4-4916494EFB9D}"/>
              </a:ext>
            </a:extLst>
          </p:cNvPr>
          <p:cNvSpPr txBox="1"/>
          <p:nvPr/>
        </p:nvSpPr>
        <p:spPr>
          <a:xfrm>
            <a:off x="933434" y="3522914"/>
            <a:ext cx="3107631" cy="1699568"/>
          </a:xfrm>
          <a:prstGeom prst="rect">
            <a:avLst/>
          </a:prstGeom>
          <a:noFill/>
        </p:spPr>
        <p:txBody>
          <a:bodyPr wrap="square" rtlCol="0">
            <a:spAutoFit/>
          </a:bodyPr>
          <a:lstStyle/>
          <a:p>
            <a:pPr>
              <a:lnSpc>
                <a:spcPct val="150000"/>
              </a:lnSpc>
            </a:pPr>
            <a:r>
              <a:rPr lang="en-US" dirty="0">
                <a:latin typeface="Lato" panose="020F0502020204030203" pitchFamily="34" charset="77"/>
              </a:rPr>
              <a:t>Remove 5 as a possibility from any other cells in the same columns (or rows) as the rectangle.</a:t>
            </a:r>
            <a:endParaRPr lang="en-TW" dirty="0">
              <a:latin typeface="Lato" panose="020F0502020204030203" pitchFamily="34" charset="77"/>
            </a:endParaRPr>
          </a:p>
        </p:txBody>
      </p:sp>
    </p:spTree>
    <p:extLst>
      <p:ext uri="{BB962C8B-B14F-4D97-AF65-F5344CB8AC3E}">
        <p14:creationId xmlns:p14="http://schemas.microsoft.com/office/powerpoint/2010/main" val="331513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19009" y="313155"/>
            <a:ext cx="5220626" cy="830997"/>
          </a:xfrm>
          <a:prstGeom prst="rect">
            <a:avLst/>
          </a:prstGeom>
          <a:noFill/>
        </p:spPr>
        <p:txBody>
          <a:bodyPr wrap="square" rtlCol="0">
            <a:spAutoFit/>
          </a:bodyPr>
          <a:lstStyle/>
          <a:p>
            <a:r>
              <a:rPr lang="en-TW" sz="4800" b="1" dirty="0">
                <a:latin typeface="Playfair Display Black" pitchFamily="2" charset="77"/>
              </a:rPr>
              <a:t>Other </a:t>
            </a:r>
            <a:r>
              <a:rPr lang="en-TW" sz="4800" b="1" i="1" dirty="0">
                <a:latin typeface="Playfair Display SemiBold" pitchFamily="2" charset="77"/>
              </a:rPr>
              <a:t>Techniques</a:t>
            </a:r>
          </a:p>
        </p:txBody>
      </p:sp>
      <p:sp>
        <p:nvSpPr>
          <p:cNvPr id="87" name="TextBox 86">
            <a:extLst>
              <a:ext uri="{FF2B5EF4-FFF2-40B4-BE49-F238E27FC236}">
                <a16:creationId xmlns:a16="http://schemas.microsoft.com/office/drawing/2014/main" id="{1D1FD712-2CD6-B782-F9DC-618E16E18065}"/>
              </a:ext>
            </a:extLst>
          </p:cNvPr>
          <p:cNvSpPr txBox="1"/>
          <p:nvPr/>
        </p:nvSpPr>
        <p:spPr>
          <a:xfrm>
            <a:off x="350359" y="1172984"/>
            <a:ext cx="4707924" cy="707886"/>
          </a:xfrm>
          <a:prstGeom prst="rect">
            <a:avLst/>
          </a:prstGeom>
          <a:noFill/>
        </p:spPr>
        <p:txBody>
          <a:bodyPr wrap="square" rtlCol="0">
            <a:spAutoFit/>
          </a:bodyPr>
          <a:lstStyle/>
          <a:p>
            <a:r>
              <a:rPr lang="en-US" sz="4000" b="1" dirty="0">
                <a:latin typeface="Lato Black" panose="020F0502020204030203" pitchFamily="34" charset="77"/>
              </a:rPr>
              <a:t>Cross-Hatching</a:t>
            </a:r>
            <a:endParaRPr lang="en-TW" sz="4000" b="1" dirty="0">
              <a:latin typeface="Lato Black" panose="020F0502020204030203" pitchFamily="34" charset="77"/>
            </a:endParaRP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65" name="Oval 64">
            <a:extLst>
              <a:ext uri="{FF2B5EF4-FFF2-40B4-BE49-F238E27FC236}">
                <a16:creationId xmlns:a16="http://schemas.microsoft.com/office/drawing/2014/main" id="{C84EDAB8-129D-2647-F7C1-3BC4DE94B660}"/>
              </a:ext>
            </a:extLst>
          </p:cNvPr>
          <p:cNvSpPr/>
          <p:nvPr/>
        </p:nvSpPr>
        <p:spPr>
          <a:xfrm>
            <a:off x="6582741" y="3530737"/>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515602" y="379961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422303" y="5848685"/>
            <a:ext cx="602004" cy="6145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4366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673657" y="303176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673657" y="3031765"/>
                <a:ext cx="229229" cy="276999"/>
              </a:xfrm>
              <a:prstGeom prst="rect">
                <a:avLst/>
              </a:prstGeom>
              <a:blipFill>
                <a:blip r:embed="rId10"/>
                <a:stretch>
                  <a:fillRect l="-10526"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1"/>
                <a:stretch>
                  <a:fillRect l="-10526" r="-15789" b="-4348"/>
                </a:stretch>
              </a:blipFill>
            </p:spPr>
            <p:txBody>
              <a:bodyPr/>
              <a:lstStyle/>
              <a:p>
                <a:r>
                  <a:rPr lang="en-TW">
                    <a:noFill/>
                  </a:rPr>
                  <a:t> </a:t>
                </a:r>
              </a:p>
            </p:txBody>
          </p:sp>
        </mc:Fallback>
      </mc:AlternateContent>
      <p:sp>
        <p:nvSpPr>
          <p:cNvPr id="159" name="Rectangle 158">
            <a:extLst>
              <a:ext uri="{FF2B5EF4-FFF2-40B4-BE49-F238E27FC236}">
                <a16:creationId xmlns:a16="http://schemas.microsoft.com/office/drawing/2014/main" id="{04706051-1C3A-8277-B370-7AD04420CB80}"/>
              </a:ext>
            </a:extLst>
          </p:cNvPr>
          <p:cNvSpPr/>
          <p:nvPr/>
        </p:nvSpPr>
        <p:spPr>
          <a:xfrm>
            <a:off x="6385531" y="2408164"/>
            <a:ext cx="579826" cy="6353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0" name="Rectangle 169">
            <a:extLst>
              <a:ext uri="{FF2B5EF4-FFF2-40B4-BE49-F238E27FC236}">
                <a16:creationId xmlns:a16="http://schemas.microsoft.com/office/drawing/2014/main" id="{16DF678B-9127-858E-A0F3-ACF80ACFF36D}"/>
              </a:ext>
            </a:extLst>
          </p:cNvPr>
          <p:cNvSpPr/>
          <p:nvPr/>
        </p:nvSpPr>
        <p:spPr>
          <a:xfrm>
            <a:off x="7266420" y="327228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3" name="Rectangle 172">
            <a:extLst>
              <a:ext uri="{FF2B5EF4-FFF2-40B4-BE49-F238E27FC236}">
                <a16:creationId xmlns:a16="http://schemas.microsoft.com/office/drawing/2014/main" id="{1DF28DA1-8402-E1A0-AEC3-E65C1918758F}"/>
              </a:ext>
            </a:extLst>
          </p:cNvPr>
          <p:cNvSpPr/>
          <p:nvPr/>
        </p:nvSpPr>
        <p:spPr>
          <a:xfrm>
            <a:off x="5933069" y="3235862"/>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4" name="Rectangle 173">
            <a:extLst>
              <a:ext uri="{FF2B5EF4-FFF2-40B4-BE49-F238E27FC236}">
                <a16:creationId xmlns:a16="http://schemas.microsoft.com/office/drawing/2014/main" id="{B2D048EF-5C97-CED4-8269-151BECD65766}"/>
              </a:ext>
            </a:extLst>
          </p:cNvPr>
          <p:cNvSpPr/>
          <p:nvPr/>
        </p:nvSpPr>
        <p:spPr>
          <a:xfrm>
            <a:off x="6342772" y="310524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5" name="Rectangle 174">
            <a:extLst>
              <a:ext uri="{FF2B5EF4-FFF2-40B4-BE49-F238E27FC236}">
                <a16:creationId xmlns:a16="http://schemas.microsoft.com/office/drawing/2014/main" id="{F22A0ABD-B6EE-217E-0BDF-0B750E012804}"/>
              </a:ext>
            </a:extLst>
          </p:cNvPr>
          <p:cNvSpPr/>
          <p:nvPr/>
        </p:nvSpPr>
        <p:spPr>
          <a:xfrm>
            <a:off x="5690778" y="3098269"/>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0" name="Rectangle 179">
            <a:extLst>
              <a:ext uri="{FF2B5EF4-FFF2-40B4-BE49-F238E27FC236}">
                <a16:creationId xmlns:a16="http://schemas.microsoft.com/office/drawing/2014/main" id="{3E99A61C-49D3-3856-BCAD-C506CC1F7425}"/>
              </a:ext>
            </a:extLst>
          </p:cNvPr>
          <p:cNvSpPr/>
          <p:nvPr/>
        </p:nvSpPr>
        <p:spPr>
          <a:xfrm>
            <a:off x="7039646" y="3118242"/>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9" name="Rectangle 188">
            <a:extLst>
              <a:ext uri="{FF2B5EF4-FFF2-40B4-BE49-F238E27FC236}">
                <a16:creationId xmlns:a16="http://schemas.microsoft.com/office/drawing/2014/main" id="{43AA9078-C19F-38C1-F920-D520257E0D92}"/>
              </a:ext>
            </a:extLst>
          </p:cNvPr>
          <p:cNvSpPr/>
          <p:nvPr/>
        </p:nvSpPr>
        <p:spPr>
          <a:xfrm>
            <a:off x="7890847" y="3543755"/>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1" name="Rectangle 190">
            <a:extLst>
              <a:ext uri="{FF2B5EF4-FFF2-40B4-BE49-F238E27FC236}">
                <a16:creationId xmlns:a16="http://schemas.microsoft.com/office/drawing/2014/main" id="{B4338253-BD90-6078-74C4-8B4C217BF68E}"/>
              </a:ext>
            </a:extLst>
          </p:cNvPr>
          <p:cNvSpPr/>
          <p:nvPr/>
        </p:nvSpPr>
        <p:spPr>
          <a:xfrm>
            <a:off x="5715384" y="1733906"/>
            <a:ext cx="522257" cy="5827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5" name="TextBox 184">
            <a:extLst>
              <a:ext uri="{FF2B5EF4-FFF2-40B4-BE49-F238E27FC236}">
                <a16:creationId xmlns:a16="http://schemas.microsoft.com/office/drawing/2014/main" id="{C52E1DDF-EB40-1C06-AEFE-E4F35FE5EC28}"/>
              </a:ext>
            </a:extLst>
          </p:cNvPr>
          <p:cNvSpPr txBox="1"/>
          <p:nvPr/>
        </p:nvSpPr>
        <p:spPr>
          <a:xfrm>
            <a:off x="6458870" y="241814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90" name="Rectangle 189">
            <a:extLst>
              <a:ext uri="{FF2B5EF4-FFF2-40B4-BE49-F238E27FC236}">
                <a16:creationId xmlns:a16="http://schemas.microsoft.com/office/drawing/2014/main" id="{A1D128E5-DDF3-D7EF-808E-E669712F5526}"/>
              </a:ext>
            </a:extLst>
          </p:cNvPr>
          <p:cNvSpPr/>
          <p:nvPr/>
        </p:nvSpPr>
        <p:spPr>
          <a:xfrm>
            <a:off x="6796256" y="3117405"/>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2" name="Rectangle 191">
            <a:extLst>
              <a:ext uri="{FF2B5EF4-FFF2-40B4-BE49-F238E27FC236}">
                <a16:creationId xmlns:a16="http://schemas.microsoft.com/office/drawing/2014/main" id="{9629BD9F-09C9-B703-00AC-892E30A1CCDD}"/>
              </a:ext>
            </a:extLst>
          </p:cNvPr>
          <p:cNvSpPr/>
          <p:nvPr/>
        </p:nvSpPr>
        <p:spPr>
          <a:xfrm>
            <a:off x="7455747" y="309216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3" name="Rectangle 192">
            <a:extLst>
              <a:ext uri="{FF2B5EF4-FFF2-40B4-BE49-F238E27FC236}">
                <a16:creationId xmlns:a16="http://schemas.microsoft.com/office/drawing/2014/main" id="{D59E079D-7108-98C7-1387-A871E8CDD5EF}"/>
              </a:ext>
            </a:extLst>
          </p:cNvPr>
          <p:cNvSpPr/>
          <p:nvPr/>
        </p:nvSpPr>
        <p:spPr>
          <a:xfrm>
            <a:off x="8149966" y="242645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4" name="Rectangle 193">
            <a:extLst>
              <a:ext uri="{FF2B5EF4-FFF2-40B4-BE49-F238E27FC236}">
                <a16:creationId xmlns:a16="http://schemas.microsoft.com/office/drawing/2014/main" id="{1ED0058B-5061-42E1-E358-03B8667AA456}"/>
              </a:ext>
            </a:extLst>
          </p:cNvPr>
          <p:cNvSpPr/>
          <p:nvPr/>
        </p:nvSpPr>
        <p:spPr>
          <a:xfrm>
            <a:off x="6578793" y="3315159"/>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5" name="Rectangle 194">
            <a:extLst>
              <a:ext uri="{FF2B5EF4-FFF2-40B4-BE49-F238E27FC236}">
                <a16:creationId xmlns:a16="http://schemas.microsoft.com/office/drawing/2014/main" id="{1BF3F6A7-DEEC-B2FC-B98C-0BF1CCB34A99}"/>
              </a:ext>
            </a:extLst>
          </p:cNvPr>
          <p:cNvSpPr/>
          <p:nvPr/>
        </p:nvSpPr>
        <p:spPr>
          <a:xfrm>
            <a:off x="9447939" y="3105247"/>
            <a:ext cx="222220" cy="63582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6" name="Rectangle 195">
            <a:extLst>
              <a:ext uri="{FF2B5EF4-FFF2-40B4-BE49-F238E27FC236}">
                <a16:creationId xmlns:a16="http://schemas.microsoft.com/office/drawing/2014/main" id="{5E14EB5C-D9FA-709C-15FB-38F6180DE581}"/>
              </a:ext>
            </a:extLst>
          </p:cNvPr>
          <p:cNvSpPr/>
          <p:nvPr/>
        </p:nvSpPr>
        <p:spPr>
          <a:xfrm>
            <a:off x="7718392" y="2432747"/>
            <a:ext cx="619394" cy="62533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7" name="TextBox 196">
            <a:extLst>
              <a:ext uri="{FF2B5EF4-FFF2-40B4-BE49-F238E27FC236}">
                <a16:creationId xmlns:a16="http://schemas.microsoft.com/office/drawing/2014/main" id="{4902F524-9CF1-4848-AFF0-F9FF52A6EF99}"/>
              </a:ext>
            </a:extLst>
          </p:cNvPr>
          <p:cNvSpPr txBox="1"/>
          <p:nvPr/>
        </p:nvSpPr>
        <p:spPr>
          <a:xfrm>
            <a:off x="7832099" y="244126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71" name="Rectangle 170">
            <a:extLst>
              <a:ext uri="{FF2B5EF4-FFF2-40B4-BE49-F238E27FC236}">
                <a16:creationId xmlns:a16="http://schemas.microsoft.com/office/drawing/2014/main" id="{D8679C95-3A30-3F40-D623-1A323CD134A8}"/>
              </a:ext>
            </a:extLst>
          </p:cNvPr>
          <p:cNvSpPr/>
          <p:nvPr/>
        </p:nvSpPr>
        <p:spPr>
          <a:xfrm>
            <a:off x="10497195" y="4782138"/>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1" name="TextBox 160">
            <a:extLst>
              <a:ext uri="{FF2B5EF4-FFF2-40B4-BE49-F238E27FC236}">
                <a16:creationId xmlns:a16="http://schemas.microsoft.com/office/drawing/2014/main" id="{4C7C8432-158A-1459-DBDC-542221F0B31E}"/>
              </a:ext>
            </a:extLst>
          </p:cNvPr>
          <p:cNvSpPr txBox="1"/>
          <p:nvPr/>
        </p:nvSpPr>
        <p:spPr>
          <a:xfrm>
            <a:off x="10586730" y="449084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77" name="Rectangle 176">
            <a:extLst>
              <a:ext uri="{FF2B5EF4-FFF2-40B4-BE49-F238E27FC236}">
                <a16:creationId xmlns:a16="http://schemas.microsoft.com/office/drawing/2014/main" id="{A7B3742C-A49F-7ACE-EBAE-687ADD1D6CF1}"/>
              </a:ext>
            </a:extLst>
          </p:cNvPr>
          <p:cNvSpPr/>
          <p:nvPr/>
        </p:nvSpPr>
        <p:spPr>
          <a:xfrm>
            <a:off x="9886018" y="4481926"/>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2" name="TextBox 171">
            <a:extLst>
              <a:ext uri="{FF2B5EF4-FFF2-40B4-BE49-F238E27FC236}">
                <a16:creationId xmlns:a16="http://schemas.microsoft.com/office/drawing/2014/main" id="{D2D3D5C9-6A20-ECEC-F563-37279E99E4D7}"/>
              </a:ext>
            </a:extLst>
          </p:cNvPr>
          <p:cNvSpPr txBox="1"/>
          <p:nvPr/>
        </p:nvSpPr>
        <p:spPr>
          <a:xfrm>
            <a:off x="9895907" y="449258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79" name="Rectangle 178">
            <a:extLst>
              <a:ext uri="{FF2B5EF4-FFF2-40B4-BE49-F238E27FC236}">
                <a16:creationId xmlns:a16="http://schemas.microsoft.com/office/drawing/2014/main" id="{1B805C2A-FF84-1FC3-4282-FF281D59F564}"/>
              </a:ext>
            </a:extLst>
          </p:cNvPr>
          <p:cNvSpPr/>
          <p:nvPr/>
        </p:nvSpPr>
        <p:spPr>
          <a:xfrm>
            <a:off x="10493052" y="6138453"/>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6" name="TextBox 175">
            <a:extLst>
              <a:ext uri="{FF2B5EF4-FFF2-40B4-BE49-F238E27FC236}">
                <a16:creationId xmlns:a16="http://schemas.microsoft.com/office/drawing/2014/main" id="{B1DB8FCA-814F-114B-5236-D36A53AFC846}"/>
              </a:ext>
            </a:extLst>
          </p:cNvPr>
          <p:cNvSpPr txBox="1"/>
          <p:nvPr/>
        </p:nvSpPr>
        <p:spPr>
          <a:xfrm>
            <a:off x="10586730" y="585232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81" name="Rectangle 180">
            <a:extLst>
              <a:ext uri="{FF2B5EF4-FFF2-40B4-BE49-F238E27FC236}">
                <a16:creationId xmlns:a16="http://schemas.microsoft.com/office/drawing/2014/main" id="{392327C1-FA7A-3E35-494F-E909888F59D8}"/>
              </a:ext>
            </a:extLst>
          </p:cNvPr>
          <p:cNvSpPr/>
          <p:nvPr/>
        </p:nvSpPr>
        <p:spPr>
          <a:xfrm>
            <a:off x="7925359" y="6117622"/>
            <a:ext cx="319032" cy="31583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2" name="Rectangle 181">
            <a:extLst>
              <a:ext uri="{FF2B5EF4-FFF2-40B4-BE49-F238E27FC236}">
                <a16:creationId xmlns:a16="http://schemas.microsoft.com/office/drawing/2014/main" id="{ED584754-EFFB-458D-0A32-E84102B33E23}"/>
              </a:ext>
            </a:extLst>
          </p:cNvPr>
          <p:cNvSpPr/>
          <p:nvPr/>
        </p:nvSpPr>
        <p:spPr>
          <a:xfrm>
            <a:off x="7739196" y="4478600"/>
            <a:ext cx="537475" cy="60207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3" name="Rectangle 182">
            <a:extLst>
              <a:ext uri="{FF2B5EF4-FFF2-40B4-BE49-F238E27FC236}">
                <a16:creationId xmlns:a16="http://schemas.microsoft.com/office/drawing/2014/main" id="{5D59A1A6-BAF9-3FF6-EEFE-945F994EDE6E}"/>
              </a:ext>
            </a:extLst>
          </p:cNvPr>
          <p:cNvSpPr/>
          <p:nvPr/>
        </p:nvSpPr>
        <p:spPr>
          <a:xfrm>
            <a:off x="9081886" y="4840992"/>
            <a:ext cx="248060" cy="27699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4" name="TextBox 183">
            <a:extLst>
              <a:ext uri="{FF2B5EF4-FFF2-40B4-BE49-F238E27FC236}">
                <a16:creationId xmlns:a16="http://schemas.microsoft.com/office/drawing/2014/main" id="{89FC8A6A-7207-52A1-5E6D-C530BB1217EE}"/>
              </a:ext>
            </a:extLst>
          </p:cNvPr>
          <p:cNvSpPr txBox="1"/>
          <p:nvPr/>
        </p:nvSpPr>
        <p:spPr>
          <a:xfrm>
            <a:off x="9183464" y="311080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202" name="Rectangle 201">
            <a:extLst>
              <a:ext uri="{FF2B5EF4-FFF2-40B4-BE49-F238E27FC236}">
                <a16:creationId xmlns:a16="http://schemas.microsoft.com/office/drawing/2014/main" id="{0BCC1E1B-A8E3-ADE9-7C6C-FD966DD68E0B}"/>
              </a:ext>
            </a:extLst>
          </p:cNvPr>
          <p:cNvSpPr/>
          <p:nvPr/>
        </p:nvSpPr>
        <p:spPr>
          <a:xfrm>
            <a:off x="9531664" y="1029903"/>
            <a:ext cx="17696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3" name="Rectangle 202">
            <a:extLst>
              <a:ext uri="{FF2B5EF4-FFF2-40B4-BE49-F238E27FC236}">
                <a16:creationId xmlns:a16="http://schemas.microsoft.com/office/drawing/2014/main" id="{CF23C6B5-6561-5917-A3AB-26E16DB25C84}"/>
              </a:ext>
            </a:extLst>
          </p:cNvPr>
          <p:cNvSpPr/>
          <p:nvPr/>
        </p:nvSpPr>
        <p:spPr>
          <a:xfrm>
            <a:off x="8089011" y="3101388"/>
            <a:ext cx="269265" cy="17089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4" name="Rectangle 203">
            <a:extLst>
              <a:ext uri="{FF2B5EF4-FFF2-40B4-BE49-F238E27FC236}">
                <a16:creationId xmlns:a16="http://schemas.microsoft.com/office/drawing/2014/main" id="{02AF9BA1-39DC-176F-0A92-97F435ED8753}"/>
              </a:ext>
            </a:extLst>
          </p:cNvPr>
          <p:cNvSpPr/>
          <p:nvPr/>
        </p:nvSpPr>
        <p:spPr>
          <a:xfrm>
            <a:off x="9323552" y="1473811"/>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6" name="Rectangle 205">
            <a:extLst>
              <a:ext uri="{FF2B5EF4-FFF2-40B4-BE49-F238E27FC236}">
                <a16:creationId xmlns:a16="http://schemas.microsoft.com/office/drawing/2014/main" id="{E36FE2D7-B7AC-43A1-D245-B7AC1C78622F}"/>
              </a:ext>
            </a:extLst>
          </p:cNvPr>
          <p:cNvSpPr/>
          <p:nvPr/>
        </p:nvSpPr>
        <p:spPr>
          <a:xfrm>
            <a:off x="9164233" y="1097984"/>
            <a:ext cx="505926" cy="54233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5" name="TextBox 204">
            <a:extLst>
              <a:ext uri="{FF2B5EF4-FFF2-40B4-BE49-F238E27FC236}">
                <a16:creationId xmlns:a16="http://schemas.microsoft.com/office/drawing/2014/main" id="{33719A79-E434-7A3A-7132-DB19870C3404}"/>
              </a:ext>
            </a:extLst>
          </p:cNvPr>
          <p:cNvSpPr txBox="1"/>
          <p:nvPr/>
        </p:nvSpPr>
        <p:spPr>
          <a:xfrm>
            <a:off x="9205916" y="105554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07" name="Rectangle 206">
            <a:extLst>
              <a:ext uri="{FF2B5EF4-FFF2-40B4-BE49-F238E27FC236}">
                <a16:creationId xmlns:a16="http://schemas.microsoft.com/office/drawing/2014/main" id="{B560A7CD-D423-2B05-E657-61316B544ACF}"/>
              </a:ext>
            </a:extLst>
          </p:cNvPr>
          <p:cNvSpPr/>
          <p:nvPr/>
        </p:nvSpPr>
        <p:spPr>
          <a:xfrm>
            <a:off x="10721121" y="126982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8" name="Rectangle 207">
            <a:extLst>
              <a:ext uri="{FF2B5EF4-FFF2-40B4-BE49-F238E27FC236}">
                <a16:creationId xmlns:a16="http://schemas.microsoft.com/office/drawing/2014/main" id="{BD1956A4-AE4D-450B-CC73-7A78D5BFB834}"/>
              </a:ext>
            </a:extLst>
          </p:cNvPr>
          <p:cNvSpPr/>
          <p:nvPr/>
        </p:nvSpPr>
        <p:spPr>
          <a:xfrm>
            <a:off x="10012088" y="12611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9" name="Rectangle 208">
            <a:extLst>
              <a:ext uri="{FF2B5EF4-FFF2-40B4-BE49-F238E27FC236}">
                <a16:creationId xmlns:a16="http://schemas.microsoft.com/office/drawing/2014/main" id="{BA77615D-29D7-D03F-0AA3-115D446492EB}"/>
              </a:ext>
            </a:extLst>
          </p:cNvPr>
          <p:cNvSpPr/>
          <p:nvPr/>
        </p:nvSpPr>
        <p:spPr>
          <a:xfrm>
            <a:off x="7242169" y="12460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4" name="Rectangle 213">
            <a:extLst>
              <a:ext uri="{FF2B5EF4-FFF2-40B4-BE49-F238E27FC236}">
                <a16:creationId xmlns:a16="http://schemas.microsoft.com/office/drawing/2014/main" id="{766505CA-6811-1FC3-49CB-72750672C564}"/>
              </a:ext>
            </a:extLst>
          </p:cNvPr>
          <p:cNvSpPr/>
          <p:nvPr/>
        </p:nvSpPr>
        <p:spPr>
          <a:xfrm>
            <a:off x="6595501" y="12824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5" name="Rectangle 214">
            <a:extLst>
              <a:ext uri="{FF2B5EF4-FFF2-40B4-BE49-F238E27FC236}">
                <a16:creationId xmlns:a16="http://schemas.microsoft.com/office/drawing/2014/main" id="{0AFBAEE6-7F8B-2A9C-A4E8-BB9C20EEA3B0}"/>
              </a:ext>
            </a:extLst>
          </p:cNvPr>
          <p:cNvSpPr/>
          <p:nvPr/>
        </p:nvSpPr>
        <p:spPr>
          <a:xfrm>
            <a:off x="9323552" y="193031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6" name="Rectangle 215">
            <a:extLst>
              <a:ext uri="{FF2B5EF4-FFF2-40B4-BE49-F238E27FC236}">
                <a16:creationId xmlns:a16="http://schemas.microsoft.com/office/drawing/2014/main" id="{2AF580F5-98EB-254B-2B51-D33F47C23472}"/>
              </a:ext>
            </a:extLst>
          </p:cNvPr>
          <p:cNvSpPr/>
          <p:nvPr/>
        </p:nvSpPr>
        <p:spPr>
          <a:xfrm>
            <a:off x="9339046" y="472761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7" name="Rectangle 216">
            <a:extLst>
              <a:ext uri="{FF2B5EF4-FFF2-40B4-BE49-F238E27FC236}">
                <a16:creationId xmlns:a16="http://schemas.microsoft.com/office/drawing/2014/main" id="{C3EF5645-A03F-DA63-7637-16CDBF7FE386}"/>
              </a:ext>
            </a:extLst>
          </p:cNvPr>
          <p:cNvSpPr/>
          <p:nvPr/>
        </p:nvSpPr>
        <p:spPr>
          <a:xfrm>
            <a:off x="9322056" y="538430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8" name="Rectangle 217">
            <a:extLst>
              <a:ext uri="{FF2B5EF4-FFF2-40B4-BE49-F238E27FC236}">
                <a16:creationId xmlns:a16="http://schemas.microsoft.com/office/drawing/2014/main" id="{2D7176F9-1BE1-DF40-91B2-C84216F15159}"/>
              </a:ext>
            </a:extLst>
          </p:cNvPr>
          <p:cNvSpPr/>
          <p:nvPr/>
        </p:nvSpPr>
        <p:spPr>
          <a:xfrm>
            <a:off x="8649373" y="1948775"/>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9" name="Rectangle 218">
            <a:extLst>
              <a:ext uri="{FF2B5EF4-FFF2-40B4-BE49-F238E27FC236}">
                <a16:creationId xmlns:a16="http://schemas.microsoft.com/office/drawing/2014/main" id="{7C4DD4FB-A9C1-28A8-22B1-9614B3418ED4}"/>
              </a:ext>
            </a:extLst>
          </p:cNvPr>
          <p:cNvSpPr/>
          <p:nvPr/>
        </p:nvSpPr>
        <p:spPr>
          <a:xfrm>
            <a:off x="8684329" y="58729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2" name="Rectangle 221">
            <a:extLst>
              <a:ext uri="{FF2B5EF4-FFF2-40B4-BE49-F238E27FC236}">
                <a16:creationId xmlns:a16="http://schemas.microsoft.com/office/drawing/2014/main" id="{D2B33FC8-C282-59EC-9C55-C4592F026A53}"/>
              </a:ext>
            </a:extLst>
          </p:cNvPr>
          <p:cNvSpPr/>
          <p:nvPr/>
        </p:nvSpPr>
        <p:spPr>
          <a:xfrm>
            <a:off x="9297447" y="5529840"/>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3" name="Rectangle 222">
            <a:extLst>
              <a:ext uri="{FF2B5EF4-FFF2-40B4-BE49-F238E27FC236}">
                <a16:creationId xmlns:a16="http://schemas.microsoft.com/office/drawing/2014/main" id="{512D3BA0-E671-74C3-F357-40290739E3E0}"/>
              </a:ext>
            </a:extLst>
          </p:cNvPr>
          <p:cNvSpPr/>
          <p:nvPr/>
        </p:nvSpPr>
        <p:spPr>
          <a:xfrm>
            <a:off x="9452395" y="4850958"/>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4" name="TextBox 223">
            <a:extLst>
              <a:ext uri="{FF2B5EF4-FFF2-40B4-BE49-F238E27FC236}">
                <a16:creationId xmlns:a16="http://schemas.microsoft.com/office/drawing/2014/main" id="{6381C123-414C-FAFB-0F56-7D262E3CA9AA}"/>
              </a:ext>
            </a:extLst>
          </p:cNvPr>
          <p:cNvSpPr txBox="1"/>
          <p:nvPr/>
        </p:nvSpPr>
        <p:spPr>
          <a:xfrm>
            <a:off x="9183464" y="44807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25" name="TextBox 224">
            <a:extLst>
              <a:ext uri="{FF2B5EF4-FFF2-40B4-BE49-F238E27FC236}">
                <a16:creationId xmlns:a16="http://schemas.microsoft.com/office/drawing/2014/main" id="{795B0AFA-3E86-F7B7-7118-1E9A2244070B}"/>
              </a:ext>
            </a:extLst>
          </p:cNvPr>
          <p:cNvSpPr txBox="1"/>
          <p:nvPr/>
        </p:nvSpPr>
        <p:spPr>
          <a:xfrm>
            <a:off x="9191361" y="5158492"/>
            <a:ext cx="412292" cy="584775"/>
          </a:xfrm>
          <a:prstGeom prst="rect">
            <a:avLst/>
          </a:prstGeom>
          <a:noFill/>
        </p:spPr>
        <p:txBody>
          <a:bodyPr wrap="none" rtlCol="0">
            <a:spAutoFit/>
          </a:bodyPr>
          <a:lstStyle/>
          <a:p>
            <a:r>
              <a:rPr lang="en-TW" sz="3200">
                <a:latin typeface="Arial" panose="020B0604020202020204" pitchFamily="34" charset="0"/>
                <a:cs typeface="Arial" panose="020B0604020202020204" pitchFamily="34" charset="0"/>
              </a:rPr>
              <a:t>8</a:t>
            </a:r>
            <a:endParaRPr lang="en-TW" sz="3200" dirty="0">
              <a:latin typeface="Arial" panose="020B0604020202020204" pitchFamily="34" charset="0"/>
              <a:cs typeface="Arial" panose="020B0604020202020204" pitchFamily="34" charset="0"/>
            </a:endParaRPr>
          </a:p>
        </p:txBody>
      </p:sp>
      <p:sp>
        <p:nvSpPr>
          <p:cNvPr id="228" name="Rectangle 227">
            <a:extLst>
              <a:ext uri="{FF2B5EF4-FFF2-40B4-BE49-F238E27FC236}">
                <a16:creationId xmlns:a16="http://schemas.microsoft.com/office/drawing/2014/main" id="{C8860A68-4F1C-9DA5-E809-82C02EC64EAD}"/>
              </a:ext>
            </a:extLst>
          </p:cNvPr>
          <p:cNvSpPr/>
          <p:nvPr/>
        </p:nvSpPr>
        <p:spPr>
          <a:xfrm>
            <a:off x="8099275" y="47998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9" name="Rectangle 228">
            <a:extLst>
              <a:ext uri="{FF2B5EF4-FFF2-40B4-BE49-F238E27FC236}">
                <a16:creationId xmlns:a16="http://schemas.microsoft.com/office/drawing/2014/main" id="{91403988-2CF2-DD0B-A09B-915069F58805}"/>
              </a:ext>
            </a:extLst>
          </p:cNvPr>
          <p:cNvSpPr/>
          <p:nvPr/>
        </p:nvSpPr>
        <p:spPr>
          <a:xfrm>
            <a:off x="9129279" y="2027245"/>
            <a:ext cx="48892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0" name="TextBox 229">
            <a:extLst>
              <a:ext uri="{FF2B5EF4-FFF2-40B4-BE49-F238E27FC236}">
                <a16:creationId xmlns:a16="http://schemas.microsoft.com/office/drawing/2014/main" id="{1B5601BA-D55A-3553-2531-7CD21E7C3197}"/>
              </a:ext>
            </a:extLst>
          </p:cNvPr>
          <p:cNvSpPr txBox="1"/>
          <p:nvPr/>
        </p:nvSpPr>
        <p:spPr>
          <a:xfrm>
            <a:off x="9204247"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31" name="Rectangle 230">
            <a:extLst>
              <a:ext uri="{FF2B5EF4-FFF2-40B4-BE49-F238E27FC236}">
                <a16:creationId xmlns:a16="http://schemas.microsoft.com/office/drawing/2014/main" id="{4107C2FA-08B2-7D63-CFE9-EE416485CDBB}"/>
              </a:ext>
            </a:extLst>
          </p:cNvPr>
          <p:cNvSpPr/>
          <p:nvPr/>
        </p:nvSpPr>
        <p:spPr>
          <a:xfrm>
            <a:off x="7712934" y="2182214"/>
            <a:ext cx="229229" cy="1438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3" name="Rectangle 232">
            <a:extLst>
              <a:ext uri="{FF2B5EF4-FFF2-40B4-BE49-F238E27FC236}">
                <a16:creationId xmlns:a16="http://schemas.microsoft.com/office/drawing/2014/main" id="{14B33B9E-0993-FF86-51A4-725060ABE9BD}"/>
              </a:ext>
            </a:extLst>
          </p:cNvPr>
          <p:cNvSpPr/>
          <p:nvPr/>
        </p:nvSpPr>
        <p:spPr>
          <a:xfrm>
            <a:off x="7071889" y="400694"/>
            <a:ext cx="566297" cy="57994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4" name="TextBox 233">
            <a:extLst>
              <a:ext uri="{FF2B5EF4-FFF2-40B4-BE49-F238E27FC236}">
                <a16:creationId xmlns:a16="http://schemas.microsoft.com/office/drawing/2014/main" id="{BDA8A307-699D-600A-E0A1-98AE6F512079}"/>
              </a:ext>
            </a:extLst>
          </p:cNvPr>
          <p:cNvSpPr txBox="1"/>
          <p:nvPr/>
        </p:nvSpPr>
        <p:spPr>
          <a:xfrm>
            <a:off x="7145332" y="3996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35" name="Rectangle 234">
            <a:extLst>
              <a:ext uri="{FF2B5EF4-FFF2-40B4-BE49-F238E27FC236}">
                <a16:creationId xmlns:a16="http://schemas.microsoft.com/office/drawing/2014/main" id="{C8F335C3-4138-1526-F2AA-00497921C890}"/>
              </a:ext>
            </a:extLst>
          </p:cNvPr>
          <p:cNvSpPr/>
          <p:nvPr/>
        </p:nvSpPr>
        <p:spPr>
          <a:xfrm>
            <a:off x="7045756" y="1723232"/>
            <a:ext cx="566297" cy="5884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6" name="TextBox 235">
            <a:extLst>
              <a:ext uri="{FF2B5EF4-FFF2-40B4-BE49-F238E27FC236}">
                <a16:creationId xmlns:a16="http://schemas.microsoft.com/office/drawing/2014/main" id="{DF49BC09-9C00-6A89-5BD2-ACB18C4912F2}"/>
              </a:ext>
            </a:extLst>
          </p:cNvPr>
          <p:cNvSpPr txBox="1"/>
          <p:nvPr/>
        </p:nvSpPr>
        <p:spPr>
          <a:xfrm>
            <a:off x="7131829"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37" name="Rectangle 236">
            <a:extLst>
              <a:ext uri="{FF2B5EF4-FFF2-40B4-BE49-F238E27FC236}">
                <a16:creationId xmlns:a16="http://schemas.microsoft.com/office/drawing/2014/main" id="{AEC6FC8C-EBBB-5886-960E-8A1D817DA6B0}"/>
              </a:ext>
            </a:extLst>
          </p:cNvPr>
          <p:cNvSpPr/>
          <p:nvPr/>
        </p:nvSpPr>
        <p:spPr>
          <a:xfrm>
            <a:off x="8531610"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9" name="Rectangle 238">
            <a:extLst>
              <a:ext uri="{FF2B5EF4-FFF2-40B4-BE49-F238E27FC236}">
                <a16:creationId xmlns:a16="http://schemas.microsoft.com/office/drawing/2014/main" id="{D8ED5100-5F5F-EAF2-9D4A-2D427DBAA0F3}"/>
              </a:ext>
            </a:extLst>
          </p:cNvPr>
          <p:cNvSpPr/>
          <p:nvPr/>
        </p:nvSpPr>
        <p:spPr>
          <a:xfrm>
            <a:off x="9925297"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0" name="Rectangle 239">
            <a:extLst>
              <a:ext uri="{FF2B5EF4-FFF2-40B4-BE49-F238E27FC236}">
                <a16:creationId xmlns:a16="http://schemas.microsoft.com/office/drawing/2014/main" id="{04DD5F92-255E-CCE3-ABFB-B5206AF83DF0}"/>
              </a:ext>
            </a:extLst>
          </p:cNvPr>
          <p:cNvSpPr/>
          <p:nvPr/>
        </p:nvSpPr>
        <p:spPr>
          <a:xfrm>
            <a:off x="7912272" y="415730"/>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1" name="Rectangle 240">
            <a:extLst>
              <a:ext uri="{FF2B5EF4-FFF2-40B4-BE49-F238E27FC236}">
                <a16:creationId xmlns:a16="http://schemas.microsoft.com/office/drawing/2014/main" id="{3B0D5131-EEEA-300E-940B-36CA00755A5F}"/>
              </a:ext>
            </a:extLst>
          </p:cNvPr>
          <p:cNvSpPr/>
          <p:nvPr/>
        </p:nvSpPr>
        <p:spPr>
          <a:xfrm>
            <a:off x="7254089" y="106833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2" name="Rectangle 241">
            <a:extLst>
              <a:ext uri="{FF2B5EF4-FFF2-40B4-BE49-F238E27FC236}">
                <a16:creationId xmlns:a16="http://schemas.microsoft.com/office/drawing/2014/main" id="{3F6C1301-457E-D71C-A092-F5C83898146E}"/>
              </a:ext>
            </a:extLst>
          </p:cNvPr>
          <p:cNvSpPr/>
          <p:nvPr/>
        </p:nvSpPr>
        <p:spPr>
          <a:xfrm>
            <a:off x="10134881" y="2176406"/>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3" name="Rectangle 242">
            <a:extLst>
              <a:ext uri="{FF2B5EF4-FFF2-40B4-BE49-F238E27FC236}">
                <a16:creationId xmlns:a16="http://schemas.microsoft.com/office/drawing/2014/main" id="{F8EA2E08-39C7-520A-3EA2-F8B237708A7F}"/>
              </a:ext>
            </a:extLst>
          </p:cNvPr>
          <p:cNvSpPr/>
          <p:nvPr/>
        </p:nvSpPr>
        <p:spPr>
          <a:xfrm>
            <a:off x="10827615" y="217014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4" name="Rectangle 243">
            <a:extLst>
              <a:ext uri="{FF2B5EF4-FFF2-40B4-BE49-F238E27FC236}">
                <a16:creationId xmlns:a16="http://schemas.microsoft.com/office/drawing/2014/main" id="{C699844A-FC86-F507-31EC-1E785F2B27DB}"/>
              </a:ext>
            </a:extLst>
          </p:cNvPr>
          <p:cNvSpPr/>
          <p:nvPr/>
        </p:nvSpPr>
        <p:spPr>
          <a:xfrm>
            <a:off x="7724906" y="423661"/>
            <a:ext cx="619394" cy="55343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5" name="TextBox 244">
            <a:extLst>
              <a:ext uri="{FF2B5EF4-FFF2-40B4-BE49-F238E27FC236}">
                <a16:creationId xmlns:a16="http://schemas.microsoft.com/office/drawing/2014/main" id="{201E6257-18EC-A863-6F5F-ADE5009A4504}"/>
              </a:ext>
            </a:extLst>
          </p:cNvPr>
          <p:cNvSpPr txBox="1"/>
          <p:nvPr/>
        </p:nvSpPr>
        <p:spPr>
          <a:xfrm>
            <a:off x="7816188" y="39162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246" name="Rectangle 245">
            <a:extLst>
              <a:ext uri="{FF2B5EF4-FFF2-40B4-BE49-F238E27FC236}">
                <a16:creationId xmlns:a16="http://schemas.microsoft.com/office/drawing/2014/main" id="{820E42AB-8C41-5135-8233-82585BD4287E}"/>
              </a:ext>
            </a:extLst>
          </p:cNvPr>
          <p:cNvSpPr/>
          <p:nvPr/>
        </p:nvSpPr>
        <p:spPr>
          <a:xfrm>
            <a:off x="8422303" y="4496467"/>
            <a:ext cx="54224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7" name="TextBox 246">
            <a:extLst>
              <a:ext uri="{FF2B5EF4-FFF2-40B4-BE49-F238E27FC236}">
                <a16:creationId xmlns:a16="http://schemas.microsoft.com/office/drawing/2014/main" id="{C2A69587-58D1-FC98-0A17-E30F428555BC}"/>
              </a:ext>
            </a:extLst>
          </p:cNvPr>
          <p:cNvSpPr txBox="1"/>
          <p:nvPr/>
        </p:nvSpPr>
        <p:spPr>
          <a:xfrm>
            <a:off x="8532543" y="448423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48" name="Rectangle 247">
            <a:extLst>
              <a:ext uri="{FF2B5EF4-FFF2-40B4-BE49-F238E27FC236}">
                <a16:creationId xmlns:a16="http://schemas.microsoft.com/office/drawing/2014/main" id="{9177F8EB-3728-BC6B-36C3-512FF56BAA85}"/>
              </a:ext>
            </a:extLst>
          </p:cNvPr>
          <p:cNvSpPr/>
          <p:nvPr/>
        </p:nvSpPr>
        <p:spPr>
          <a:xfrm>
            <a:off x="6370452" y="4489456"/>
            <a:ext cx="458786" cy="44439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9" name="Rectangle 248">
            <a:extLst>
              <a:ext uri="{FF2B5EF4-FFF2-40B4-BE49-F238E27FC236}">
                <a16:creationId xmlns:a16="http://schemas.microsoft.com/office/drawing/2014/main" id="{0C4C4746-D243-C887-B50A-9CD5CFF0EE26}"/>
              </a:ext>
            </a:extLst>
          </p:cNvPr>
          <p:cNvSpPr/>
          <p:nvPr/>
        </p:nvSpPr>
        <p:spPr>
          <a:xfrm>
            <a:off x="5734158" y="4492587"/>
            <a:ext cx="541795" cy="5729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1" name="Rectangle 250">
            <a:extLst>
              <a:ext uri="{FF2B5EF4-FFF2-40B4-BE49-F238E27FC236}">
                <a16:creationId xmlns:a16="http://schemas.microsoft.com/office/drawing/2014/main" id="{FD95D967-A67E-1EEF-F03E-E54A8C69DB34}"/>
              </a:ext>
            </a:extLst>
          </p:cNvPr>
          <p:cNvSpPr/>
          <p:nvPr/>
        </p:nvSpPr>
        <p:spPr>
          <a:xfrm>
            <a:off x="7727488" y="5856466"/>
            <a:ext cx="543937" cy="57699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0" name="TextBox 249">
            <a:extLst>
              <a:ext uri="{FF2B5EF4-FFF2-40B4-BE49-F238E27FC236}">
                <a16:creationId xmlns:a16="http://schemas.microsoft.com/office/drawing/2014/main" id="{110196DE-1910-F473-F14B-36BA871CF150}"/>
              </a:ext>
            </a:extLst>
          </p:cNvPr>
          <p:cNvSpPr txBox="1"/>
          <p:nvPr/>
        </p:nvSpPr>
        <p:spPr>
          <a:xfrm>
            <a:off x="7840218" y="583283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52" name="TextBox 251">
            <a:extLst>
              <a:ext uri="{FF2B5EF4-FFF2-40B4-BE49-F238E27FC236}">
                <a16:creationId xmlns:a16="http://schemas.microsoft.com/office/drawing/2014/main" id="{BA224AF2-4DCA-0DE1-B099-1AFAFB24470B}"/>
              </a:ext>
            </a:extLst>
          </p:cNvPr>
          <p:cNvSpPr txBox="1"/>
          <p:nvPr/>
        </p:nvSpPr>
        <p:spPr>
          <a:xfrm>
            <a:off x="6440183" y="44943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53" name="TextBox 252">
            <a:extLst>
              <a:ext uri="{FF2B5EF4-FFF2-40B4-BE49-F238E27FC236}">
                <a16:creationId xmlns:a16="http://schemas.microsoft.com/office/drawing/2014/main" id="{5B086FF2-9B3A-DA73-5BDC-0E87B66AC092}"/>
              </a:ext>
            </a:extLst>
          </p:cNvPr>
          <p:cNvSpPr txBox="1"/>
          <p:nvPr/>
        </p:nvSpPr>
        <p:spPr>
          <a:xfrm>
            <a:off x="7839786" y="449436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4" name="TextBox 253">
            <a:extLst>
              <a:ext uri="{FF2B5EF4-FFF2-40B4-BE49-F238E27FC236}">
                <a16:creationId xmlns:a16="http://schemas.microsoft.com/office/drawing/2014/main" id="{4BFDE95B-A002-AEF5-F1AC-1ECA0E053CF2}"/>
              </a:ext>
            </a:extLst>
          </p:cNvPr>
          <p:cNvSpPr txBox="1"/>
          <p:nvPr/>
        </p:nvSpPr>
        <p:spPr>
          <a:xfrm>
            <a:off x="8515602" y="584606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56" name="Rectangle 255">
            <a:extLst>
              <a:ext uri="{FF2B5EF4-FFF2-40B4-BE49-F238E27FC236}">
                <a16:creationId xmlns:a16="http://schemas.microsoft.com/office/drawing/2014/main" id="{2B742E71-7317-5CB4-0DCB-00C44D46D9AA}"/>
              </a:ext>
            </a:extLst>
          </p:cNvPr>
          <p:cNvSpPr/>
          <p:nvPr/>
        </p:nvSpPr>
        <p:spPr>
          <a:xfrm>
            <a:off x="5683358" y="5874644"/>
            <a:ext cx="463017" cy="43873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7" name="TextBox 256">
            <a:extLst>
              <a:ext uri="{FF2B5EF4-FFF2-40B4-BE49-F238E27FC236}">
                <a16:creationId xmlns:a16="http://schemas.microsoft.com/office/drawing/2014/main" id="{450C6E93-9ADB-FF8C-83C5-93A81F3A0DA5}"/>
              </a:ext>
            </a:extLst>
          </p:cNvPr>
          <p:cNvSpPr txBox="1"/>
          <p:nvPr/>
        </p:nvSpPr>
        <p:spPr>
          <a:xfrm>
            <a:off x="5777460" y="582523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8" name="Rectangle 257">
            <a:extLst>
              <a:ext uri="{FF2B5EF4-FFF2-40B4-BE49-F238E27FC236}">
                <a16:creationId xmlns:a16="http://schemas.microsoft.com/office/drawing/2014/main" id="{428B6A53-9B88-0083-107D-3990498B6CAA}"/>
              </a:ext>
            </a:extLst>
          </p:cNvPr>
          <p:cNvSpPr/>
          <p:nvPr/>
        </p:nvSpPr>
        <p:spPr>
          <a:xfrm>
            <a:off x="5859231" y="4495990"/>
            <a:ext cx="250078"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9" name="TextBox 258">
            <a:extLst>
              <a:ext uri="{FF2B5EF4-FFF2-40B4-BE49-F238E27FC236}">
                <a16:creationId xmlns:a16="http://schemas.microsoft.com/office/drawing/2014/main" id="{D303BABD-70F8-5DAF-09E7-B41F813AF242}"/>
              </a:ext>
            </a:extLst>
          </p:cNvPr>
          <p:cNvSpPr txBox="1"/>
          <p:nvPr/>
        </p:nvSpPr>
        <p:spPr>
          <a:xfrm>
            <a:off x="5772021" y="449564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60" name="Rectangle 259">
            <a:extLst>
              <a:ext uri="{FF2B5EF4-FFF2-40B4-BE49-F238E27FC236}">
                <a16:creationId xmlns:a16="http://schemas.microsoft.com/office/drawing/2014/main" id="{F2A6B3C4-FEBC-00D2-A002-D84C4C5B858E}"/>
              </a:ext>
            </a:extLst>
          </p:cNvPr>
          <p:cNvSpPr/>
          <p:nvPr/>
        </p:nvSpPr>
        <p:spPr>
          <a:xfrm>
            <a:off x="5715384" y="5172344"/>
            <a:ext cx="541795" cy="19376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1" name="Rectangle 260">
            <a:extLst>
              <a:ext uri="{FF2B5EF4-FFF2-40B4-BE49-F238E27FC236}">
                <a16:creationId xmlns:a16="http://schemas.microsoft.com/office/drawing/2014/main" id="{62E4E071-8535-BA35-6D2A-10F53E468759}"/>
              </a:ext>
            </a:extLst>
          </p:cNvPr>
          <p:cNvSpPr/>
          <p:nvPr/>
        </p:nvSpPr>
        <p:spPr>
          <a:xfrm>
            <a:off x="7050930" y="5158858"/>
            <a:ext cx="541795" cy="19376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2" name="Rectangle 261">
            <a:extLst>
              <a:ext uri="{FF2B5EF4-FFF2-40B4-BE49-F238E27FC236}">
                <a16:creationId xmlns:a16="http://schemas.microsoft.com/office/drawing/2014/main" id="{AB09237B-8653-38E9-466E-5F582648ECD5}"/>
              </a:ext>
            </a:extLst>
          </p:cNvPr>
          <p:cNvSpPr/>
          <p:nvPr/>
        </p:nvSpPr>
        <p:spPr>
          <a:xfrm>
            <a:off x="6570479" y="81391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0" name="TextBox 159">
            <a:extLst>
              <a:ext uri="{FF2B5EF4-FFF2-40B4-BE49-F238E27FC236}">
                <a16:creationId xmlns:a16="http://schemas.microsoft.com/office/drawing/2014/main" id="{34E05BA3-A96A-3829-2820-71CC780071F3}"/>
              </a:ext>
            </a:extLst>
          </p:cNvPr>
          <p:cNvSpPr txBox="1"/>
          <p:nvPr/>
        </p:nvSpPr>
        <p:spPr>
          <a:xfrm>
            <a:off x="5778598" y="17390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210" name="Rectangle 209">
            <a:extLst>
              <a:ext uri="{FF2B5EF4-FFF2-40B4-BE49-F238E27FC236}">
                <a16:creationId xmlns:a16="http://schemas.microsoft.com/office/drawing/2014/main" id="{5350345D-2D2A-BE04-862A-6190DDE60321}"/>
              </a:ext>
            </a:extLst>
          </p:cNvPr>
          <p:cNvSpPr/>
          <p:nvPr/>
        </p:nvSpPr>
        <p:spPr>
          <a:xfrm>
            <a:off x="9771469" y="2387043"/>
            <a:ext cx="676174" cy="69181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11" name="Rectangle 210">
            <a:extLst>
              <a:ext uri="{FF2B5EF4-FFF2-40B4-BE49-F238E27FC236}">
                <a16:creationId xmlns:a16="http://schemas.microsoft.com/office/drawing/2014/main" id="{24E31626-BC62-4B51-11CD-7F49BF34D6E4}"/>
              </a:ext>
            </a:extLst>
          </p:cNvPr>
          <p:cNvSpPr/>
          <p:nvPr/>
        </p:nvSpPr>
        <p:spPr>
          <a:xfrm>
            <a:off x="8376773" y="3754708"/>
            <a:ext cx="676174" cy="69181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12" name="Rectangle 211">
            <a:extLst>
              <a:ext uri="{FF2B5EF4-FFF2-40B4-BE49-F238E27FC236}">
                <a16:creationId xmlns:a16="http://schemas.microsoft.com/office/drawing/2014/main" id="{918C7BD8-711A-DD80-7504-56EA760B1C61}"/>
              </a:ext>
            </a:extLst>
          </p:cNvPr>
          <p:cNvSpPr/>
          <p:nvPr/>
        </p:nvSpPr>
        <p:spPr>
          <a:xfrm>
            <a:off x="7013906" y="4448302"/>
            <a:ext cx="676174" cy="69181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20" name="Rectangle 219">
            <a:extLst>
              <a:ext uri="{FF2B5EF4-FFF2-40B4-BE49-F238E27FC236}">
                <a16:creationId xmlns:a16="http://schemas.microsoft.com/office/drawing/2014/main" id="{F9EE12C4-04DA-0D8C-5879-483C104EEEA0}"/>
              </a:ext>
            </a:extLst>
          </p:cNvPr>
          <p:cNvSpPr/>
          <p:nvPr/>
        </p:nvSpPr>
        <p:spPr>
          <a:xfrm>
            <a:off x="5651278" y="2387043"/>
            <a:ext cx="2038802" cy="2051851"/>
          </a:xfrm>
          <a:prstGeom prst="rect">
            <a:avLst/>
          </a:prstGeom>
          <a:solidFill>
            <a:srgbClr val="0070C0">
              <a:alpha val="44133"/>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TW"/>
          </a:p>
        </p:txBody>
      </p:sp>
      <p:sp>
        <p:nvSpPr>
          <p:cNvPr id="213" name="Rectangle 212">
            <a:extLst>
              <a:ext uri="{FF2B5EF4-FFF2-40B4-BE49-F238E27FC236}">
                <a16:creationId xmlns:a16="http://schemas.microsoft.com/office/drawing/2014/main" id="{6B32A4BE-0594-5F25-0A8F-983185D61D03}"/>
              </a:ext>
            </a:extLst>
          </p:cNvPr>
          <p:cNvSpPr/>
          <p:nvPr/>
        </p:nvSpPr>
        <p:spPr>
          <a:xfrm>
            <a:off x="5651278" y="1702840"/>
            <a:ext cx="676174" cy="69181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98" name="Rectangle 197">
            <a:extLst>
              <a:ext uri="{FF2B5EF4-FFF2-40B4-BE49-F238E27FC236}">
                <a16:creationId xmlns:a16="http://schemas.microsoft.com/office/drawing/2014/main" id="{52542010-D0FE-F407-AD6B-F0E17A68F49D}"/>
              </a:ext>
            </a:extLst>
          </p:cNvPr>
          <p:cNvSpPr/>
          <p:nvPr/>
        </p:nvSpPr>
        <p:spPr>
          <a:xfrm rot="16200000">
            <a:off x="2933832" y="3089970"/>
            <a:ext cx="6098860" cy="692298"/>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99" name="Rectangle 198">
            <a:extLst>
              <a:ext uri="{FF2B5EF4-FFF2-40B4-BE49-F238E27FC236}">
                <a16:creationId xmlns:a16="http://schemas.microsoft.com/office/drawing/2014/main" id="{BB2D4F46-F82E-163F-4314-BA2630D780CF}"/>
              </a:ext>
            </a:extLst>
          </p:cNvPr>
          <p:cNvSpPr/>
          <p:nvPr/>
        </p:nvSpPr>
        <p:spPr>
          <a:xfrm rot="16200000">
            <a:off x="4299944" y="3035261"/>
            <a:ext cx="6098860" cy="692298"/>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00" name="Rectangle 199">
            <a:extLst>
              <a:ext uri="{FF2B5EF4-FFF2-40B4-BE49-F238E27FC236}">
                <a16:creationId xmlns:a16="http://schemas.microsoft.com/office/drawing/2014/main" id="{632BDB8B-ED66-367E-18BA-AF66ED931526}"/>
              </a:ext>
            </a:extLst>
          </p:cNvPr>
          <p:cNvSpPr/>
          <p:nvPr/>
        </p:nvSpPr>
        <p:spPr>
          <a:xfrm>
            <a:off x="5685561" y="2388340"/>
            <a:ext cx="6098860" cy="692298"/>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01" name="Rectangle 200">
            <a:extLst>
              <a:ext uri="{FF2B5EF4-FFF2-40B4-BE49-F238E27FC236}">
                <a16:creationId xmlns:a16="http://schemas.microsoft.com/office/drawing/2014/main" id="{3E3E31C7-1C27-9A23-4EE3-6EA30E6E9993}"/>
              </a:ext>
            </a:extLst>
          </p:cNvPr>
          <p:cNvSpPr/>
          <p:nvPr/>
        </p:nvSpPr>
        <p:spPr>
          <a:xfrm>
            <a:off x="5703491" y="3746596"/>
            <a:ext cx="6098860" cy="692298"/>
          </a:xfrm>
          <a:prstGeom prst="rect">
            <a:avLst/>
          </a:prstGeom>
          <a:solidFill>
            <a:srgbClr val="FFFF00">
              <a:alpha val="37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221" name="TextBox 220">
            <a:extLst>
              <a:ext uri="{FF2B5EF4-FFF2-40B4-BE49-F238E27FC236}">
                <a16:creationId xmlns:a16="http://schemas.microsoft.com/office/drawing/2014/main" id="{B24BF72C-DE4D-2D32-2F46-56C97067D29C}"/>
              </a:ext>
            </a:extLst>
          </p:cNvPr>
          <p:cNvSpPr txBox="1"/>
          <p:nvPr/>
        </p:nvSpPr>
        <p:spPr>
          <a:xfrm>
            <a:off x="1100350" y="2657287"/>
            <a:ext cx="3367392" cy="2946063"/>
          </a:xfrm>
          <a:prstGeom prst="rect">
            <a:avLst/>
          </a:prstGeom>
          <a:noFill/>
        </p:spPr>
        <p:txBody>
          <a:bodyPr wrap="square" rtlCol="0">
            <a:spAutoFit/>
          </a:bodyPr>
          <a:lstStyle/>
          <a:p>
            <a:pPr>
              <a:lnSpc>
                <a:spcPct val="150000"/>
              </a:lnSpc>
            </a:pPr>
            <a:r>
              <a:rPr lang="en-US" altLang="zh-CN" sz="1800" dirty="0">
                <a:latin typeface="Lato" panose="020F0502020204030203" pitchFamily="34" charset="77"/>
              </a:rPr>
              <a:t>In the blue box, focus on one number 8, see where this number appears in rows and columns. Eliminate spots in the grid where the number cannot go. Narrow down possibilities.</a:t>
            </a:r>
          </a:p>
          <a:p>
            <a:pPr>
              <a:lnSpc>
                <a:spcPct val="150000"/>
              </a:lnSpc>
            </a:pPr>
            <a:endParaRPr lang="en-TW" dirty="0">
              <a:latin typeface="Lato" panose="020F0502020204030203" pitchFamily="34" charset="77"/>
            </a:endParaRPr>
          </a:p>
        </p:txBody>
      </p:sp>
    </p:spTree>
    <p:extLst>
      <p:ext uri="{BB962C8B-B14F-4D97-AF65-F5344CB8AC3E}">
        <p14:creationId xmlns:p14="http://schemas.microsoft.com/office/powerpoint/2010/main" val="819336276"/>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19009" y="313155"/>
            <a:ext cx="5220626" cy="830997"/>
          </a:xfrm>
          <a:prstGeom prst="rect">
            <a:avLst/>
          </a:prstGeom>
          <a:noFill/>
        </p:spPr>
        <p:txBody>
          <a:bodyPr wrap="square" rtlCol="0">
            <a:spAutoFit/>
          </a:bodyPr>
          <a:lstStyle/>
          <a:p>
            <a:r>
              <a:rPr lang="en-TW" sz="4800" b="1" dirty="0">
                <a:latin typeface="Playfair Display Black" pitchFamily="2" charset="77"/>
              </a:rPr>
              <a:t>Other </a:t>
            </a:r>
            <a:r>
              <a:rPr lang="en-TW" sz="4800" b="1" i="1" dirty="0">
                <a:latin typeface="Playfair Display SemiBold" pitchFamily="2" charset="77"/>
              </a:rPr>
              <a:t>Techniques</a:t>
            </a:r>
          </a:p>
        </p:txBody>
      </p:sp>
      <p:sp>
        <p:nvSpPr>
          <p:cNvPr id="87" name="TextBox 86">
            <a:extLst>
              <a:ext uri="{FF2B5EF4-FFF2-40B4-BE49-F238E27FC236}">
                <a16:creationId xmlns:a16="http://schemas.microsoft.com/office/drawing/2014/main" id="{1D1FD712-2CD6-B782-F9DC-618E16E18065}"/>
              </a:ext>
            </a:extLst>
          </p:cNvPr>
          <p:cNvSpPr txBox="1"/>
          <p:nvPr/>
        </p:nvSpPr>
        <p:spPr>
          <a:xfrm>
            <a:off x="350359" y="1172984"/>
            <a:ext cx="4707924" cy="707886"/>
          </a:xfrm>
          <a:prstGeom prst="rect">
            <a:avLst/>
          </a:prstGeom>
          <a:noFill/>
        </p:spPr>
        <p:txBody>
          <a:bodyPr wrap="square" rtlCol="0">
            <a:spAutoFit/>
          </a:bodyPr>
          <a:lstStyle/>
          <a:p>
            <a:r>
              <a:rPr lang="en-US" sz="4000" b="1" dirty="0">
                <a:latin typeface="Lato Black" panose="020F0502020204030203" pitchFamily="34" charset="77"/>
              </a:rPr>
              <a:t>Cross-Hatching</a:t>
            </a:r>
            <a:endParaRPr lang="en-TW" sz="4000" b="1" dirty="0">
              <a:latin typeface="Lato Black" panose="020F0502020204030203" pitchFamily="34" charset="77"/>
            </a:endParaRP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515602" y="379961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422303" y="5848685"/>
            <a:ext cx="602004" cy="6145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4366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673657" y="303176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673657" y="3031765"/>
                <a:ext cx="229229" cy="276999"/>
              </a:xfrm>
              <a:prstGeom prst="rect">
                <a:avLst/>
              </a:prstGeom>
              <a:blipFill>
                <a:blip r:embed="rId10"/>
                <a:stretch>
                  <a:fillRect l="-10526"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1"/>
                <a:stretch>
                  <a:fillRect l="-10526" r="-15789" b="-4348"/>
                </a:stretch>
              </a:blipFill>
            </p:spPr>
            <p:txBody>
              <a:bodyPr/>
              <a:lstStyle/>
              <a:p>
                <a:r>
                  <a:rPr lang="en-TW">
                    <a:noFill/>
                  </a:rPr>
                  <a:t> </a:t>
                </a:r>
              </a:p>
            </p:txBody>
          </p:sp>
        </mc:Fallback>
      </mc:AlternateContent>
      <p:sp>
        <p:nvSpPr>
          <p:cNvPr id="159" name="Rectangle 158">
            <a:extLst>
              <a:ext uri="{FF2B5EF4-FFF2-40B4-BE49-F238E27FC236}">
                <a16:creationId xmlns:a16="http://schemas.microsoft.com/office/drawing/2014/main" id="{04706051-1C3A-8277-B370-7AD04420CB80}"/>
              </a:ext>
            </a:extLst>
          </p:cNvPr>
          <p:cNvSpPr/>
          <p:nvPr/>
        </p:nvSpPr>
        <p:spPr>
          <a:xfrm>
            <a:off x="6385531" y="2408164"/>
            <a:ext cx="579826" cy="6353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0" name="Rectangle 169">
            <a:extLst>
              <a:ext uri="{FF2B5EF4-FFF2-40B4-BE49-F238E27FC236}">
                <a16:creationId xmlns:a16="http://schemas.microsoft.com/office/drawing/2014/main" id="{16DF678B-9127-858E-A0F3-ACF80ACFF36D}"/>
              </a:ext>
            </a:extLst>
          </p:cNvPr>
          <p:cNvSpPr/>
          <p:nvPr/>
        </p:nvSpPr>
        <p:spPr>
          <a:xfrm>
            <a:off x="7266420" y="327228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3" name="Rectangle 172">
            <a:extLst>
              <a:ext uri="{FF2B5EF4-FFF2-40B4-BE49-F238E27FC236}">
                <a16:creationId xmlns:a16="http://schemas.microsoft.com/office/drawing/2014/main" id="{1DF28DA1-8402-E1A0-AEC3-E65C1918758F}"/>
              </a:ext>
            </a:extLst>
          </p:cNvPr>
          <p:cNvSpPr/>
          <p:nvPr/>
        </p:nvSpPr>
        <p:spPr>
          <a:xfrm>
            <a:off x="5933069" y="3235862"/>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4" name="Rectangle 173">
            <a:extLst>
              <a:ext uri="{FF2B5EF4-FFF2-40B4-BE49-F238E27FC236}">
                <a16:creationId xmlns:a16="http://schemas.microsoft.com/office/drawing/2014/main" id="{B2D048EF-5C97-CED4-8269-151BECD65766}"/>
              </a:ext>
            </a:extLst>
          </p:cNvPr>
          <p:cNvSpPr/>
          <p:nvPr/>
        </p:nvSpPr>
        <p:spPr>
          <a:xfrm>
            <a:off x="6342772" y="310524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5" name="Rectangle 174">
            <a:extLst>
              <a:ext uri="{FF2B5EF4-FFF2-40B4-BE49-F238E27FC236}">
                <a16:creationId xmlns:a16="http://schemas.microsoft.com/office/drawing/2014/main" id="{F22A0ABD-B6EE-217E-0BDF-0B750E012804}"/>
              </a:ext>
            </a:extLst>
          </p:cNvPr>
          <p:cNvSpPr/>
          <p:nvPr/>
        </p:nvSpPr>
        <p:spPr>
          <a:xfrm>
            <a:off x="5690778" y="3098269"/>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0" name="Rectangle 179">
            <a:extLst>
              <a:ext uri="{FF2B5EF4-FFF2-40B4-BE49-F238E27FC236}">
                <a16:creationId xmlns:a16="http://schemas.microsoft.com/office/drawing/2014/main" id="{3E99A61C-49D3-3856-BCAD-C506CC1F7425}"/>
              </a:ext>
            </a:extLst>
          </p:cNvPr>
          <p:cNvSpPr/>
          <p:nvPr/>
        </p:nvSpPr>
        <p:spPr>
          <a:xfrm>
            <a:off x="7039646" y="3118242"/>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9" name="Rectangle 188">
            <a:extLst>
              <a:ext uri="{FF2B5EF4-FFF2-40B4-BE49-F238E27FC236}">
                <a16:creationId xmlns:a16="http://schemas.microsoft.com/office/drawing/2014/main" id="{43AA9078-C19F-38C1-F920-D520257E0D92}"/>
              </a:ext>
            </a:extLst>
          </p:cNvPr>
          <p:cNvSpPr/>
          <p:nvPr/>
        </p:nvSpPr>
        <p:spPr>
          <a:xfrm>
            <a:off x="7890847" y="3543755"/>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1" name="Rectangle 190">
            <a:extLst>
              <a:ext uri="{FF2B5EF4-FFF2-40B4-BE49-F238E27FC236}">
                <a16:creationId xmlns:a16="http://schemas.microsoft.com/office/drawing/2014/main" id="{B4338253-BD90-6078-74C4-8B4C217BF68E}"/>
              </a:ext>
            </a:extLst>
          </p:cNvPr>
          <p:cNvSpPr/>
          <p:nvPr/>
        </p:nvSpPr>
        <p:spPr>
          <a:xfrm>
            <a:off x="5715384" y="1733906"/>
            <a:ext cx="522257" cy="5827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5" name="TextBox 184">
            <a:extLst>
              <a:ext uri="{FF2B5EF4-FFF2-40B4-BE49-F238E27FC236}">
                <a16:creationId xmlns:a16="http://schemas.microsoft.com/office/drawing/2014/main" id="{C52E1DDF-EB40-1C06-AEFE-E4F35FE5EC28}"/>
              </a:ext>
            </a:extLst>
          </p:cNvPr>
          <p:cNvSpPr txBox="1"/>
          <p:nvPr/>
        </p:nvSpPr>
        <p:spPr>
          <a:xfrm>
            <a:off x="6458870" y="241814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90" name="Rectangle 189">
            <a:extLst>
              <a:ext uri="{FF2B5EF4-FFF2-40B4-BE49-F238E27FC236}">
                <a16:creationId xmlns:a16="http://schemas.microsoft.com/office/drawing/2014/main" id="{A1D128E5-DDF3-D7EF-808E-E669712F5526}"/>
              </a:ext>
            </a:extLst>
          </p:cNvPr>
          <p:cNvSpPr/>
          <p:nvPr/>
        </p:nvSpPr>
        <p:spPr>
          <a:xfrm>
            <a:off x="6796256" y="3117405"/>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2" name="Rectangle 191">
            <a:extLst>
              <a:ext uri="{FF2B5EF4-FFF2-40B4-BE49-F238E27FC236}">
                <a16:creationId xmlns:a16="http://schemas.microsoft.com/office/drawing/2014/main" id="{9629BD9F-09C9-B703-00AC-892E30A1CCDD}"/>
              </a:ext>
            </a:extLst>
          </p:cNvPr>
          <p:cNvSpPr/>
          <p:nvPr/>
        </p:nvSpPr>
        <p:spPr>
          <a:xfrm>
            <a:off x="7455747" y="309216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3" name="Rectangle 192">
            <a:extLst>
              <a:ext uri="{FF2B5EF4-FFF2-40B4-BE49-F238E27FC236}">
                <a16:creationId xmlns:a16="http://schemas.microsoft.com/office/drawing/2014/main" id="{D59E079D-7108-98C7-1387-A871E8CDD5EF}"/>
              </a:ext>
            </a:extLst>
          </p:cNvPr>
          <p:cNvSpPr/>
          <p:nvPr/>
        </p:nvSpPr>
        <p:spPr>
          <a:xfrm>
            <a:off x="8149966" y="242645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4" name="Rectangle 193">
            <a:extLst>
              <a:ext uri="{FF2B5EF4-FFF2-40B4-BE49-F238E27FC236}">
                <a16:creationId xmlns:a16="http://schemas.microsoft.com/office/drawing/2014/main" id="{1ED0058B-5061-42E1-E358-03B8667AA456}"/>
              </a:ext>
            </a:extLst>
          </p:cNvPr>
          <p:cNvSpPr/>
          <p:nvPr/>
        </p:nvSpPr>
        <p:spPr>
          <a:xfrm>
            <a:off x="6376929" y="3257088"/>
            <a:ext cx="425916" cy="4679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5" name="Rectangle 194">
            <a:extLst>
              <a:ext uri="{FF2B5EF4-FFF2-40B4-BE49-F238E27FC236}">
                <a16:creationId xmlns:a16="http://schemas.microsoft.com/office/drawing/2014/main" id="{1BF3F6A7-DEEC-B2FC-B98C-0BF1CCB34A99}"/>
              </a:ext>
            </a:extLst>
          </p:cNvPr>
          <p:cNvSpPr/>
          <p:nvPr/>
        </p:nvSpPr>
        <p:spPr>
          <a:xfrm>
            <a:off x="9447939" y="3105247"/>
            <a:ext cx="222220" cy="63582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6" name="Rectangle 195">
            <a:extLst>
              <a:ext uri="{FF2B5EF4-FFF2-40B4-BE49-F238E27FC236}">
                <a16:creationId xmlns:a16="http://schemas.microsoft.com/office/drawing/2014/main" id="{5E14EB5C-D9FA-709C-15FB-38F6180DE581}"/>
              </a:ext>
            </a:extLst>
          </p:cNvPr>
          <p:cNvSpPr/>
          <p:nvPr/>
        </p:nvSpPr>
        <p:spPr>
          <a:xfrm>
            <a:off x="7718392" y="2432747"/>
            <a:ext cx="619394" cy="62533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7" name="TextBox 196">
            <a:extLst>
              <a:ext uri="{FF2B5EF4-FFF2-40B4-BE49-F238E27FC236}">
                <a16:creationId xmlns:a16="http://schemas.microsoft.com/office/drawing/2014/main" id="{4902F524-9CF1-4848-AFF0-F9FF52A6EF99}"/>
              </a:ext>
            </a:extLst>
          </p:cNvPr>
          <p:cNvSpPr txBox="1"/>
          <p:nvPr/>
        </p:nvSpPr>
        <p:spPr>
          <a:xfrm>
            <a:off x="7832099" y="244126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71" name="Rectangle 170">
            <a:extLst>
              <a:ext uri="{FF2B5EF4-FFF2-40B4-BE49-F238E27FC236}">
                <a16:creationId xmlns:a16="http://schemas.microsoft.com/office/drawing/2014/main" id="{D8679C95-3A30-3F40-D623-1A323CD134A8}"/>
              </a:ext>
            </a:extLst>
          </p:cNvPr>
          <p:cNvSpPr/>
          <p:nvPr/>
        </p:nvSpPr>
        <p:spPr>
          <a:xfrm>
            <a:off x="10497195" y="4782138"/>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1" name="TextBox 160">
            <a:extLst>
              <a:ext uri="{FF2B5EF4-FFF2-40B4-BE49-F238E27FC236}">
                <a16:creationId xmlns:a16="http://schemas.microsoft.com/office/drawing/2014/main" id="{4C7C8432-158A-1459-DBDC-542221F0B31E}"/>
              </a:ext>
            </a:extLst>
          </p:cNvPr>
          <p:cNvSpPr txBox="1"/>
          <p:nvPr/>
        </p:nvSpPr>
        <p:spPr>
          <a:xfrm>
            <a:off x="10586730" y="449084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77" name="Rectangle 176">
            <a:extLst>
              <a:ext uri="{FF2B5EF4-FFF2-40B4-BE49-F238E27FC236}">
                <a16:creationId xmlns:a16="http://schemas.microsoft.com/office/drawing/2014/main" id="{A7B3742C-A49F-7ACE-EBAE-687ADD1D6CF1}"/>
              </a:ext>
            </a:extLst>
          </p:cNvPr>
          <p:cNvSpPr/>
          <p:nvPr/>
        </p:nvSpPr>
        <p:spPr>
          <a:xfrm>
            <a:off x="9886018" y="4481926"/>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2" name="TextBox 171">
            <a:extLst>
              <a:ext uri="{FF2B5EF4-FFF2-40B4-BE49-F238E27FC236}">
                <a16:creationId xmlns:a16="http://schemas.microsoft.com/office/drawing/2014/main" id="{D2D3D5C9-6A20-ECEC-F563-37279E99E4D7}"/>
              </a:ext>
            </a:extLst>
          </p:cNvPr>
          <p:cNvSpPr txBox="1"/>
          <p:nvPr/>
        </p:nvSpPr>
        <p:spPr>
          <a:xfrm>
            <a:off x="9895907" y="449258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79" name="Rectangle 178">
            <a:extLst>
              <a:ext uri="{FF2B5EF4-FFF2-40B4-BE49-F238E27FC236}">
                <a16:creationId xmlns:a16="http://schemas.microsoft.com/office/drawing/2014/main" id="{1B805C2A-FF84-1FC3-4282-FF281D59F564}"/>
              </a:ext>
            </a:extLst>
          </p:cNvPr>
          <p:cNvSpPr/>
          <p:nvPr/>
        </p:nvSpPr>
        <p:spPr>
          <a:xfrm>
            <a:off x="10493052" y="6138453"/>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6" name="TextBox 175">
            <a:extLst>
              <a:ext uri="{FF2B5EF4-FFF2-40B4-BE49-F238E27FC236}">
                <a16:creationId xmlns:a16="http://schemas.microsoft.com/office/drawing/2014/main" id="{B1DB8FCA-814F-114B-5236-D36A53AFC846}"/>
              </a:ext>
            </a:extLst>
          </p:cNvPr>
          <p:cNvSpPr txBox="1"/>
          <p:nvPr/>
        </p:nvSpPr>
        <p:spPr>
          <a:xfrm>
            <a:off x="10586730" y="585232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81" name="Rectangle 180">
            <a:extLst>
              <a:ext uri="{FF2B5EF4-FFF2-40B4-BE49-F238E27FC236}">
                <a16:creationId xmlns:a16="http://schemas.microsoft.com/office/drawing/2014/main" id="{392327C1-FA7A-3E35-494F-E909888F59D8}"/>
              </a:ext>
            </a:extLst>
          </p:cNvPr>
          <p:cNvSpPr/>
          <p:nvPr/>
        </p:nvSpPr>
        <p:spPr>
          <a:xfrm>
            <a:off x="7925359" y="6117622"/>
            <a:ext cx="319032" cy="31583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2" name="Rectangle 181">
            <a:extLst>
              <a:ext uri="{FF2B5EF4-FFF2-40B4-BE49-F238E27FC236}">
                <a16:creationId xmlns:a16="http://schemas.microsoft.com/office/drawing/2014/main" id="{ED584754-EFFB-458D-0A32-E84102B33E23}"/>
              </a:ext>
            </a:extLst>
          </p:cNvPr>
          <p:cNvSpPr/>
          <p:nvPr/>
        </p:nvSpPr>
        <p:spPr>
          <a:xfrm>
            <a:off x="7739196" y="4478600"/>
            <a:ext cx="537475" cy="60207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3" name="Rectangle 182">
            <a:extLst>
              <a:ext uri="{FF2B5EF4-FFF2-40B4-BE49-F238E27FC236}">
                <a16:creationId xmlns:a16="http://schemas.microsoft.com/office/drawing/2014/main" id="{5D59A1A6-BAF9-3FF6-EEFE-945F994EDE6E}"/>
              </a:ext>
            </a:extLst>
          </p:cNvPr>
          <p:cNvSpPr/>
          <p:nvPr/>
        </p:nvSpPr>
        <p:spPr>
          <a:xfrm>
            <a:off x="9081886" y="4840992"/>
            <a:ext cx="248060" cy="27699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4" name="TextBox 183">
            <a:extLst>
              <a:ext uri="{FF2B5EF4-FFF2-40B4-BE49-F238E27FC236}">
                <a16:creationId xmlns:a16="http://schemas.microsoft.com/office/drawing/2014/main" id="{89FC8A6A-7207-52A1-5E6D-C530BB1217EE}"/>
              </a:ext>
            </a:extLst>
          </p:cNvPr>
          <p:cNvSpPr txBox="1"/>
          <p:nvPr/>
        </p:nvSpPr>
        <p:spPr>
          <a:xfrm>
            <a:off x="9183464" y="311080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202" name="Rectangle 201">
            <a:extLst>
              <a:ext uri="{FF2B5EF4-FFF2-40B4-BE49-F238E27FC236}">
                <a16:creationId xmlns:a16="http://schemas.microsoft.com/office/drawing/2014/main" id="{0BCC1E1B-A8E3-ADE9-7C6C-FD966DD68E0B}"/>
              </a:ext>
            </a:extLst>
          </p:cNvPr>
          <p:cNvSpPr/>
          <p:nvPr/>
        </p:nvSpPr>
        <p:spPr>
          <a:xfrm>
            <a:off x="9531664" y="1029903"/>
            <a:ext cx="17696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3" name="Rectangle 202">
            <a:extLst>
              <a:ext uri="{FF2B5EF4-FFF2-40B4-BE49-F238E27FC236}">
                <a16:creationId xmlns:a16="http://schemas.microsoft.com/office/drawing/2014/main" id="{CF23C6B5-6561-5917-A3AB-26E16DB25C84}"/>
              </a:ext>
            </a:extLst>
          </p:cNvPr>
          <p:cNvSpPr/>
          <p:nvPr/>
        </p:nvSpPr>
        <p:spPr>
          <a:xfrm>
            <a:off x="8089011" y="3101388"/>
            <a:ext cx="269265" cy="17089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4" name="Rectangle 203">
            <a:extLst>
              <a:ext uri="{FF2B5EF4-FFF2-40B4-BE49-F238E27FC236}">
                <a16:creationId xmlns:a16="http://schemas.microsoft.com/office/drawing/2014/main" id="{02AF9BA1-39DC-176F-0A92-97F435ED8753}"/>
              </a:ext>
            </a:extLst>
          </p:cNvPr>
          <p:cNvSpPr/>
          <p:nvPr/>
        </p:nvSpPr>
        <p:spPr>
          <a:xfrm>
            <a:off x="9323552" y="1473811"/>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6" name="Rectangle 205">
            <a:extLst>
              <a:ext uri="{FF2B5EF4-FFF2-40B4-BE49-F238E27FC236}">
                <a16:creationId xmlns:a16="http://schemas.microsoft.com/office/drawing/2014/main" id="{E36FE2D7-B7AC-43A1-D245-B7AC1C78622F}"/>
              </a:ext>
            </a:extLst>
          </p:cNvPr>
          <p:cNvSpPr/>
          <p:nvPr/>
        </p:nvSpPr>
        <p:spPr>
          <a:xfrm>
            <a:off x="9164233" y="1097984"/>
            <a:ext cx="505926" cy="54233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5" name="TextBox 204">
            <a:extLst>
              <a:ext uri="{FF2B5EF4-FFF2-40B4-BE49-F238E27FC236}">
                <a16:creationId xmlns:a16="http://schemas.microsoft.com/office/drawing/2014/main" id="{33719A79-E434-7A3A-7132-DB19870C3404}"/>
              </a:ext>
            </a:extLst>
          </p:cNvPr>
          <p:cNvSpPr txBox="1"/>
          <p:nvPr/>
        </p:nvSpPr>
        <p:spPr>
          <a:xfrm>
            <a:off x="9205916" y="105554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07" name="Rectangle 206">
            <a:extLst>
              <a:ext uri="{FF2B5EF4-FFF2-40B4-BE49-F238E27FC236}">
                <a16:creationId xmlns:a16="http://schemas.microsoft.com/office/drawing/2014/main" id="{B560A7CD-D423-2B05-E657-61316B544ACF}"/>
              </a:ext>
            </a:extLst>
          </p:cNvPr>
          <p:cNvSpPr/>
          <p:nvPr/>
        </p:nvSpPr>
        <p:spPr>
          <a:xfrm>
            <a:off x="10721121" y="126982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8" name="Rectangle 207">
            <a:extLst>
              <a:ext uri="{FF2B5EF4-FFF2-40B4-BE49-F238E27FC236}">
                <a16:creationId xmlns:a16="http://schemas.microsoft.com/office/drawing/2014/main" id="{BD1956A4-AE4D-450B-CC73-7A78D5BFB834}"/>
              </a:ext>
            </a:extLst>
          </p:cNvPr>
          <p:cNvSpPr/>
          <p:nvPr/>
        </p:nvSpPr>
        <p:spPr>
          <a:xfrm>
            <a:off x="10012088" y="12611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9" name="Rectangle 208">
            <a:extLst>
              <a:ext uri="{FF2B5EF4-FFF2-40B4-BE49-F238E27FC236}">
                <a16:creationId xmlns:a16="http://schemas.microsoft.com/office/drawing/2014/main" id="{BA77615D-29D7-D03F-0AA3-115D446492EB}"/>
              </a:ext>
            </a:extLst>
          </p:cNvPr>
          <p:cNvSpPr/>
          <p:nvPr/>
        </p:nvSpPr>
        <p:spPr>
          <a:xfrm>
            <a:off x="7242169" y="12460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4" name="Rectangle 213">
            <a:extLst>
              <a:ext uri="{FF2B5EF4-FFF2-40B4-BE49-F238E27FC236}">
                <a16:creationId xmlns:a16="http://schemas.microsoft.com/office/drawing/2014/main" id="{766505CA-6811-1FC3-49CB-72750672C564}"/>
              </a:ext>
            </a:extLst>
          </p:cNvPr>
          <p:cNvSpPr/>
          <p:nvPr/>
        </p:nvSpPr>
        <p:spPr>
          <a:xfrm>
            <a:off x="6595501" y="12824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5" name="Rectangle 214">
            <a:extLst>
              <a:ext uri="{FF2B5EF4-FFF2-40B4-BE49-F238E27FC236}">
                <a16:creationId xmlns:a16="http://schemas.microsoft.com/office/drawing/2014/main" id="{0AFBAEE6-7F8B-2A9C-A4E8-BB9C20EEA3B0}"/>
              </a:ext>
            </a:extLst>
          </p:cNvPr>
          <p:cNvSpPr/>
          <p:nvPr/>
        </p:nvSpPr>
        <p:spPr>
          <a:xfrm>
            <a:off x="9323552" y="193031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6" name="Rectangle 215">
            <a:extLst>
              <a:ext uri="{FF2B5EF4-FFF2-40B4-BE49-F238E27FC236}">
                <a16:creationId xmlns:a16="http://schemas.microsoft.com/office/drawing/2014/main" id="{2AF580F5-98EB-254B-2B51-D33F47C23472}"/>
              </a:ext>
            </a:extLst>
          </p:cNvPr>
          <p:cNvSpPr/>
          <p:nvPr/>
        </p:nvSpPr>
        <p:spPr>
          <a:xfrm>
            <a:off x="9339046" y="472761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7" name="Rectangle 216">
            <a:extLst>
              <a:ext uri="{FF2B5EF4-FFF2-40B4-BE49-F238E27FC236}">
                <a16:creationId xmlns:a16="http://schemas.microsoft.com/office/drawing/2014/main" id="{C3EF5645-A03F-DA63-7637-16CDBF7FE386}"/>
              </a:ext>
            </a:extLst>
          </p:cNvPr>
          <p:cNvSpPr/>
          <p:nvPr/>
        </p:nvSpPr>
        <p:spPr>
          <a:xfrm>
            <a:off x="9322056" y="538430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8" name="Rectangle 217">
            <a:extLst>
              <a:ext uri="{FF2B5EF4-FFF2-40B4-BE49-F238E27FC236}">
                <a16:creationId xmlns:a16="http://schemas.microsoft.com/office/drawing/2014/main" id="{2D7176F9-1BE1-DF40-91B2-C84216F15159}"/>
              </a:ext>
            </a:extLst>
          </p:cNvPr>
          <p:cNvSpPr/>
          <p:nvPr/>
        </p:nvSpPr>
        <p:spPr>
          <a:xfrm>
            <a:off x="8649373" y="1948775"/>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9" name="Rectangle 218">
            <a:extLst>
              <a:ext uri="{FF2B5EF4-FFF2-40B4-BE49-F238E27FC236}">
                <a16:creationId xmlns:a16="http://schemas.microsoft.com/office/drawing/2014/main" id="{7C4DD4FB-A9C1-28A8-22B1-9614B3418ED4}"/>
              </a:ext>
            </a:extLst>
          </p:cNvPr>
          <p:cNvSpPr/>
          <p:nvPr/>
        </p:nvSpPr>
        <p:spPr>
          <a:xfrm>
            <a:off x="8684329" y="58729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2" name="Rectangle 221">
            <a:extLst>
              <a:ext uri="{FF2B5EF4-FFF2-40B4-BE49-F238E27FC236}">
                <a16:creationId xmlns:a16="http://schemas.microsoft.com/office/drawing/2014/main" id="{D2B33FC8-C282-59EC-9C55-C4592F026A53}"/>
              </a:ext>
            </a:extLst>
          </p:cNvPr>
          <p:cNvSpPr/>
          <p:nvPr/>
        </p:nvSpPr>
        <p:spPr>
          <a:xfrm>
            <a:off x="9297447" y="5529840"/>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3" name="Rectangle 222">
            <a:extLst>
              <a:ext uri="{FF2B5EF4-FFF2-40B4-BE49-F238E27FC236}">
                <a16:creationId xmlns:a16="http://schemas.microsoft.com/office/drawing/2014/main" id="{512D3BA0-E671-74C3-F357-40290739E3E0}"/>
              </a:ext>
            </a:extLst>
          </p:cNvPr>
          <p:cNvSpPr/>
          <p:nvPr/>
        </p:nvSpPr>
        <p:spPr>
          <a:xfrm>
            <a:off x="9452395" y="4850958"/>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4" name="TextBox 223">
            <a:extLst>
              <a:ext uri="{FF2B5EF4-FFF2-40B4-BE49-F238E27FC236}">
                <a16:creationId xmlns:a16="http://schemas.microsoft.com/office/drawing/2014/main" id="{6381C123-414C-FAFB-0F56-7D262E3CA9AA}"/>
              </a:ext>
            </a:extLst>
          </p:cNvPr>
          <p:cNvSpPr txBox="1"/>
          <p:nvPr/>
        </p:nvSpPr>
        <p:spPr>
          <a:xfrm>
            <a:off x="9183464" y="44807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25" name="TextBox 224">
            <a:extLst>
              <a:ext uri="{FF2B5EF4-FFF2-40B4-BE49-F238E27FC236}">
                <a16:creationId xmlns:a16="http://schemas.microsoft.com/office/drawing/2014/main" id="{795B0AFA-3E86-F7B7-7118-1E9A2244070B}"/>
              </a:ext>
            </a:extLst>
          </p:cNvPr>
          <p:cNvSpPr txBox="1"/>
          <p:nvPr/>
        </p:nvSpPr>
        <p:spPr>
          <a:xfrm>
            <a:off x="9191361" y="5158492"/>
            <a:ext cx="412292" cy="584775"/>
          </a:xfrm>
          <a:prstGeom prst="rect">
            <a:avLst/>
          </a:prstGeom>
          <a:noFill/>
        </p:spPr>
        <p:txBody>
          <a:bodyPr wrap="none" rtlCol="0">
            <a:spAutoFit/>
          </a:bodyPr>
          <a:lstStyle/>
          <a:p>
            <a:r>
              <a:rPr lang="en-TW" sz="3200">
                <a:latin typeface="Arial" panose="020B0604020202020204" pitchFamily="34" charset="0"/>
                <a:cs typeface="Arial" panose="020B0604020202020204" pitchFamily="34" charset="0"/>
              </a:rPr>
              <a:t>8</a:t>
            </a:r>
            <a:endParaRPr lang="en-TW" sz="3200" dirty="0">
              <a:latin typeface="Arial" panose="020B0604020202020204" pitchFamily="34" charset="0"/>
              <a:cs typeface="Arial" panose="020B0604020202020204" pitchFamily="34" charset="0"/>
            </a:endParaRPr>
          </a:p>
        </p:txBody>
      </p:sp>
      <p:sp>
        <p:nvSpPr>
          <p:cNvPr id="228" name="Rectangle 227">
            <a:extLst>
              <a:ext uri="{FF2B5EF4-FFF2-40B4-BE49-F238E27FC236}">
                <a16:creationId xmlns:a16="http://schemas.microsoft.com/office/drawing/2014/main" id="{C8860A68-4F1C-9DA5-E809-82C02EC64EAD}"/>
              </a:ext>
            </a:extLst>
          </p:cNvPr>
          <p:cNvSpPr/>
          <p:nvPr/>
        </p:nvSpPr>
        <p:spPr>
          <a:xfrm>
            <a:off x="8099275" y="47998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9" name="Rectangle 228">
            <a:extLst>
              <a:ext uri="{FF2B5EF4-FFF2-40B4-BE49-F238E27FC236}">
                <a16:creationId xmlns:a16="http://schemas.microsoft.com/office/drawing/2014/main" id="{91403988-2CF2-DD0B-A09B-915069F58805}"/>
              </a:ext>
            </a:extLst>
          </p:cNvPr>
          <p:cNvSpPr/>
          <p:nvPr/>
        </p:nvSpPr>
        <p:spPr>
          <a:xfrm>
            <a:off x="9129279" y="2027245"/>
            <a:ext cx="48892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0" name="TextBox 229">
            <a:extLst>
              <a:ext uri="{FF2B5EF4-FFF2-40B4-BE49-F238E27FC236}">
                <a16:creationId xmlns:a16="http://schemas.microsoft.com/office/drawing/2014/main" id="{1B5601BA-D55A-3553-2531-7CD21E7C3197}"/>
              </a:ext>
            </a:extLst>
          </p:cNvPr>
          <p:cNvSpPr txBox="1"/>
          <p:nvPr/>
        </p:nvSpPr>
        <p:spPr>
          <a:xfrm>
            <a:off x="9204247"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31" name="Rectangle 230">
            <a:extLst>
              <a:ext uri="{FF2B5EF4-FFF2-40B4-BE49-F238E27FC236}">
                <a16:creationId xmlns:a16="http://schemas.microsoft.com/office/drawing/2014/main" id="{4107C2FA-08B2-7D63-CFE9-EE416485CDBB}"/>
              </a:ext>
            </a:extLst>
          </p:cNvPr>
          <p:cNvSpPr/>
          <p:nvPr/>
        </p:nvSpPr>
        <p:spPr>
          <a:xfrm>
            <a:off x="7712934" y="2182214"/>
            <a:ext cx="229229" cy="1438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3" name="Rectangle 232">
            <a:extLst>
              <a:ext uri="{FF2B5EF4-FFF2-40B4-BE49-F238E27FC236}">
                <a16:creationId xmlns:a16="http://schemas.microsoft.com/office/drawing/2014/main" id="{14B33B9E-0993-FF86-51A4-725060ABE9BD}"/>
              </a:ext>
            </a:extLst>
          </p:cNvPr>
          <p:cNvSpPr/>
          <p:nvPr/>
        </p:nvSpPr>
        <p:spPr>
          <a:xfrm>
            <a:off x="7071889" y="400694"/>
            <a:ext cx="566297" cy="57994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4" name="TextBox 233">
            <a:extLst>
              <a:ext uri="{FF2B5EF4-FFF2-40B4-BE49-F238E27FC236}">
                <a16:creationId xmlns:a16="http://schemas.microsoft.com/office/drawing/2014/main" id="{BDA8A307-699D-600A-E0A1-98AE6F512079}"/>
              </a:ext>
            </a:extLst>
          </p:cNvPr>
          <p:cNvSpPr txBox="1"/>
          <p:nvPr/>
        </p:nvSpPr>
        <p:spPr>
          <a:xfrm>
            <a:off x="7145332" y="3996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35" name="Rectangle 234">
            <a:extLst>
              <a:ext uri="{FF2B5EF4-FFF2-40B4-BE49-F238E27FC236}">
                <a16:creationId xmlns:a16="http://schemas.microsoft.com/office/drawing/2014/main" id="{C8F335C3-4138-1526-F2AA-00497921C890}"/>
              </a:ext>
            </a:extLst>
          </p:cNvPr>
          <p:cNvSpPr/>
          <p:nvPr/>
        </p:nvSpPr>
        <p:spPr>
          <a:xfrm>
            <a:off x="7045756" y="1723232"/>
            <a:ext cx="566297" cy="5884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6" name="TextBox 235">
            <a:extLst>
              <a:ext uri="{FF2B5EF4-FFF2-40B4-BE49-F238E27FC236}">
                <a16:creationId xmlns:a16="http://schemas.microsoft.com/office/drawing/2014/main" id="{DF49BC09-9C00-6A89-5BD2-ACB18C4912F2}"/>
              </a:ext>
            </a:extLst>
          </p:cNvPr>
          <p:cNvSpPr txBox="1"/>
          <p:nvPr/>
        </p:nvSpPr>
        <p:spPr>
          <a:xfrm>
            <a:off x="7131829"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37" name="Rectangle 236">
            <a:extLst>
              <a:ext uri="{FF2B5EF4-FFF2-40B4-BE49-F238E27FC236}">
                <a16:creationId xmlns:a16="http://schemas.microsoft.com/office/drawing/2014/main" id="{AEC6FC8C-EBBB-5886-960E-8A1D817DA6B0}"/>
              </a:ext>
            </a:extLst>
          </p:cNvPr>
          <p:cNvSpPr/>
          <p:nvPr/>
        </p:nvSpPr>
        <p:spPr>
          <a:xfrm>
            <a:off x="8531610"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9" name="Rectangle 238">
            <a:extLst>
              <a:ext uri="{FF2B5EF4-FFF2-40B4-BE49-F238E27FC236}">
                <a16:creationId xmlns:a16="http://schemas.microsoft.com/office/drawing/2014/main" id="{D8ED5100-5F5F-EAF2-9D4A-2D427DBAA0F3}"/>
              </a:ext>
            </a:extLst>
          </p:cNvPr>
          <p:cNvSpPr/>
          <p:nvPr/>
        </p:nvSpPr>
        <p:spPr>
          <a:xfrm>
            <a:off x="9925297"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0" name="Rectangle 239">
            <a:extLst>
              <a:ext uri="{FF2B5EF4-FFF2-40B4-BE49-F238E27FC236}">
                <a16:creationId xmlns:a16="http://schemas.microsoft.com/office/drawing/2014/main" id="{04DD5F92-255E-CCE3-ABFB-B5206AF83DF0}"/>
              </a:ext>
            </a:extLst>
          </p:cNvPr>
          <p:cNvSpPr/>
          <p:nvPr/>
        </p:nvSpPr>
        <p:spPr>
          <a:xfrm>
            <a:off x="7912272" y="415730"/>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1" name="Rectangle 240">
            <a:extLst>
              <a:ext uri="{FF2B5EF4-FFF2-40B4-BE49-F238E27FC236}">
                <a16:creationId xmlns:a16="http://schemas.microsoft.com/office/drawing/2014/main" id="{3B0D5131-EEEA-300E-940B-36CA00755A5F}"/>
              </a:ext>
            </a:extLst>
          </p:cNvPr>
          <p:cNvSpPr/>
          <p:nvPr/>
        </p:nvSpPr>
        <p:spPr>
          <a:xfrm>
            <a:off x="7254089" y="106833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2" name="Rectangle 241">
            <a:extLst>
              <a:ext uri="{FF2B5EF4-FFF2-40B4-BE49-F238E27FC236}">
                <a16:creationId xmlns:a16="http://schemas.microsoft.com/office/drawing/2014/main" id="{3F6C1301-457E-D71C-A092-F5C83898146E}"/>
              </a:ext>
            </a:extLst>
          </p:cNvPr>
          <p:cNvSpPr/>
          <p:nvPr/>
        </p:nvSpPr>
        <p:spPr>
          <a:xfrm>
            <a:off x="10134881" y="2176406"/>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3" name="Rectangle 242">
            <a:extLst>
              <a:ext uri="{FF2B5EF4-FFF2-40B4-BE49-F238E27FC236}">
                <a16:creationId xmlns:a16="http://schemas.microsoft.com/office/drawing/2014/main" id="{F8EA2E08-39C7-520A-3EA2-F8B237708A7F}"/>
              </a:ext>
            </a:extLst>
          </p:cNvPr>
          <p:cNvSpPr/>
          <p:nvPr/>
        </p:nvSpPr>
        <p:spPr>
          <a:xfrm>
            <a:off x="10827615" y="217014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4" name="Rectangle 243">
            <a:extLst>
              <a:ext uri="{FF2B5EF4-FFF2-40B4-BE49-F238E27FC236}">
                <a16:creationId xmlns:a16="http://schemas.microsoft.com/office/drawing/2014/main" id="{C699844A-FC86-F507-31EC-1E785F2B27DB}"/>
              </a:ext>
            </a:extLst>
          </p:cNvPr>
          <p:cNvSpPr/>
          <p:nvPr/>
        </p:nvSpPr>
        <p:spPr>
          <a:xfrm>
            <a:off x="7724906" y="423661"/>
            <a:ext cx="619394" cy="55343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5" name="TextBox 244">
            <a:extLst>
              <a:ext uri="{FF2B5EF4-FFF2-40B4-BE49-F238E27FC236}">
                <a16:creationId xmlns:a16="http://schemas.microsoft.com/office/drawing/2014/main" id="{201E6257-18EC-A863-6F5F-ADE5009A4504}"/>
              </a:ext>
            </a:extLst>
          </p:cNvPr>
          <p:cNvSpPr txBox="1"/>
          <p:nvPr/>
        </p:nvSpPr>
        <p:spPr>
          <a:xfrm>
            <a:off x="7816188" y="39162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246" name="Rectangle 245">
            <a:extLst>
              <a:ext uri="{FF2B5EF4-FFF2-40B4-BE49-F238E27FC236}">
                <a16:creationId xmlns:a16="http://schemas.microsoft.com/office/drawing/2014/main" id="{820E42AB-8C41-5135-8233-82585BD4287E}"/>
              </a:ext>
            </a:extLst>
          </p:cNvPr>
          <p:cNvSpPr/>
          <p:nvPr/>
        </p:nvSpPr>
        <p:spPr>
          <a:xfrm>
            <a:off x="8422303" y="4496467"/>
            <a:ext cx="54224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7" name="TextBox 246">
            <a:extLst>
              <a:ext uri="{FF2B5EF4-FFF2-40B4-BE49-F238E27FC236}">
                <a16:creationId xmlns:a16="http://schemas.microsoft.com/office/drawing/2014/main" id="{C2A69587-58D1-FC98-0A17-E30F428555BC}"/>
              </a:ext>
            </a:extLst>
          </p:cNvPr>
          <p:cNvSpPr txBox="1"/>
          <p:nvPr/>
        </p:nvSpPr>
        <p:spPr>
          <a:xfrm>
            <a:off x="8532543" y="448423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48" name="Rectangle 247">
            <a:extLst>
              <a:ext uri="{FF2B5EF4-FFF2-40B4-BE49-F238E27FC236}">
                <a16:creationId xmlns:a16="http://schemas.microsoft.com/office/drawing/2014/main" id="{9177F8EB-3728-BC6B-36C3-512FF56BAA85}"/>
              </a:ext>
            </a:extLst>
          </p:cNvPr>
          <p:cNvSpPr/>
          <p:nvPr/>
        </p:nvSpPr>
        <p:spPr>
          <a:xfrm>
            <a:off x="6370452" y="4489456"/>
            <a:ext cx="458786" cy="44439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9" name="Rectangle 248">
            <a:extLst>
              <a:ext uri="{FF2B5EF4-FFF2-40B4-BE49-F238E27FC236}">
                <a16:creationId xmlns:a16="http://schemas.microsoft.com/office/drawing/2014/main" id="{0C4C4746-D243-C887-B50A-9CD5CFF0EE26}"/>
              </a:ext>
            </a:extLst>
          </p:cNvPr>
          <p:cNvSpPr/>
          <p:nvPr/>
        </p:nvSpPr>
        <p:spPr>
          <a:xfrm>
            <a:off x="5734158" y="4492587"/>
            <a:ext cx="541795" cy="5729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1" name="Rectangle 250">
            <a:extLst>
              <a:ext uri="{FF2B5EF4-FFF2-40B4-BE49-F238E27FC236}">
                <a16:creationId xmlns:a16="http://schemas.microsoft.com/office/drawing/2014/main" id="{FD95D967-A67E-1EEF-F03E-E54A8C69DB34}"/>
              </a:ext>
            </a:extLst>
          </p:cNvPr>
          <p:cNvSpPr/>
          <p:nvPr/>
        </p:nvSpPr>
        <p:spPr>
          <a:xfrm>
            <a:off x="7727488" y="5856466"/>
            <a:ext cx="543937" cy="57699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0" name="TextBox 249">
            <a:extLst>
              <a:ext uri="{FF2B5EF4-FFF2-40B4-BE49-F238E27FC236}">
                <a16:creationId xmlns:a16="http://schemas.microsoft.com/office/drawing/2014/main" id="{110196DE-1910-F473-F14B-36BA871CF150}"/>
              </a:ext>
            </a:extLst>
          </p:cNvPr>
          <p:cNvSpPr txBox="1"/>
          <p:nvPr/>
        </p:nvSpPr>
        <p:spPr>
          <a:xfrm>
            <a:off x="7840218" y="583283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52" name="TextBox 251">
            <a:extLst>
              <a:ext uri="{FF2B5EF4-FFF2-40B4-BE49-F238E27FC236}">
                <a16:creationId xmlns:a16="http://schemas.microsoft.com/office/drawing/2014/main" id="{BA224AF2-4DCA-0DE1-B099-1AFAFB24470B}"/>
              </a:ext>
            </a:extLst>
          </p:cNvPr>
          <p:cNvSpPr txBox="1"/>
          <p:nvPr/>
        </p:nvSpPr>
        <p:spPr>
          <a:xfrm>
            <a:off x="6440183" y="44943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53" name="TextBox 252">
            <a:extLst>
              <a:ext uri="{FF2B5EF4-FFF2-40B4-BE49-F238E27FC236}">
                <a16:creationId xmlns:a16="http://schemas.microsoft.com/office/drawing/2014/main" id="{5B086FF2-9B3A-DA73-5BDC-0E87B66AC092}"/>
              </a:ext>
            </a:extLst>
          </p:cNvPr>
          <p:cNvSpPr txBox="1"/>
          <p:nvPr/>
        </p:nvSpPr>
        <p:spPr>
          <a:xfrm>
            <a:off x="7839786" y="449436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4" name="TextBox 253">
            <a:extLst>
              <a:ext uri="{FF2B5EF4-FFF2-40B4-BE49-F238E27FC236}">
                <a16:creationId xmlns:a16="http://schemas.microsoft.com/office/drawing/2014/main" id="{4BFDE95B-A002-AEF5-F1AC-1ECA0E053CF2}"/>
              </a:ext>
            </a:extLst>
          </p:cNvPr>
          <p:cNvSpPr txBox="1"/>
          <p:nvPr/>
        </p:nvSpPr>
        <p:spPr>
          <a:xfrm>
            <a:off x="8515602" y="584606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56" name="Rectangle 255">
            <a:extLst>
              <a:ext uri="{FF2B5EF4-FFF2-40B4-BE49-F238E27FC236}">
                <a16:creationId xmlns:a16="http://schemas.microsoft.com/office/drawing/2014/main" id="{2B742E71-7317-5CB4-0DCB-00C44D46D9AA}"/>
              </a:ext>
            </a:extLst>
          </p:cNvPr>
          <p:cNvSpPr/>
          <p:nvPr/>
        </p:nvSpPr>
        <p:spPr>
          <a:xfrm>
            <a:off x="5683358" y="5874644"/>
            <a:ext cx="463017" cy="43873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7" name="TextBox 256">
            <a:extLst>
              <a:ext uri="{FF2B5EF4-FFF2-40B4-BE49-F238E27FC236}">
                <a16:creationId xmlns:a16="http://schemas.microsoft.com/office/drawing/2014/main" id="{450C6E93-9ADB-FF8C-83C5-93A81F3A0DA5}"/>
              </a:ext>
            </a:extLst>
          </p:cNvPr>
          <p:cNvSpPr txBox="1"/>
          <p:nvPr/>
        </p:nvSpPr>
        <p:spPr>
          <a:xfrm>
            <a:off x="5777460" y="582523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8" name="Rectangle 257">
            <a:extLst>
              <a:ext uri="{FF2B5EF4-FFF2-40B4-BE49-F238E27FC236}">
                <a16:creationId xmlns:a16="http://schemas.microsoft.com/office/drawing/2014/main" id="{428B6A53-9B88-0083-107D-3990498B6CAA}"/>
              </a:ext>
            </a:extLst>
          </p:cNvPr>
          <p:cNvSpPr/>
          <p:nvPr/>
        </p:nvSpPr>
        <p:spPr>
          <a:xfrm>
            <a:off x="5859231" y="4495990"/>
            <a:ext cx="250078"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9" name="TextBox 258">
            <a:extLst>
              <a:ext uri="{FF2B5EF4-FFF2-40B4-BE49-F238E27FC236}">
                <a16:creationId xmlns:a16="http://schemas.microsoft.com/office/drawing/2014/main" id="{D303BABD-70F8-5DAF-09E7-B41F813AF242}"/>
              </a:ext>
            </a:extLst>
          </p:cNvPr>
          <p:cNvSpPr txBox="1"/>
          <p:nvPr/>
        </p:nvSpPr>
        <p:spPr>
          <a:xfrm>
            <a:off x="5772021" y="449564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60" name="Rectangle 259">
            <a:extLst>
              <a:ext uri="{FF2B5EF4-FFF2-40B4-BE49-F238E27FC236}">
                <a16:creationId xmlns:a16="http://schemas.microsoft.com/office/drawing/2014/main" id="{F2A6B3C4-FEBC-00D2-A002-D84C4C5B858E}"/>
              </a:ext>
            </a:extLst>
          </p:cNvPr>
          <p:cNvSpPr/>
          <p:nvPr/>
        </p:nvSpPr>
        <p:spPr>
          <a:xfrm>
            <a:off x="5715384" y="5172344"/>
            <a:ext cx="541795" cy="19376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1" name="Rectangle 260">
            <a:extLst>
              <a:ext uri="{FF2B5EF4-FFF2-40B4-BE49-F238E27FC236}">
                <a16:creationId xmlns:a16="http://schemas.microsoft.com/office/drawing/2014/main" id="{62E4E071-8535-BA35-6D2A-10F53E468759}"/>
              </a:ext>
            </a:extLst>
          </p:cNvPr>
          <p:cNvSpPr/>
          <p:nvPr/>
        </p:nvSpPr>
        <p:spPr>
          <a:xfrm>
            <a:off x="7050930" y="5158858"/>
            <a:ext cx="541795" cy="19376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2" name="Rectangle 261">
            <a:extLst>
              <a:ext uri="{FF2B5EF4-FFF2-40B4-BE49-F238E27FC236}">
                <a16:creationId xmlns:a16="http://schemas.microsoft.com/office/drawing/2014/main" id="{AB09237B-8653-38E9-466E-5F582648ECD5}"/>
              </a:ext>
            </a:extLst>
          </p:cNvPr>
          <p:cNvSpPr/>
          <p:nvPr/>
        </p:nvSpPr>
        <p:spPr>
          <a:xfrm>
            <a:off x="6570479" y="81391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0" name="TextBox 159">
            <a:extLst>
              <a:ext uri="{FF2B5EF4-FFF2-40B4-BE49-F238E27FC236}">
                <a16:creationId xmlns:a16="http://schemas.microsoft.com/office/drawing/2014/main" id="{34E05BA3-A96A-3829-2820-71CC780071F3}"/>
              </a:ext>
            </a:extLst>
          </p:cNvPr>
          <p:cNvSpPr txBox="1"/>
          <p:nvPr/>
        </p:nvSpPr>
        <p:spPr>
          <a:xfrm>
            <a:off x="5778598" y="17390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221" name="TextBox 220">
            <a:extLst>
              <a:ext uri="{FF2B5EF4-FFF2-40B4-BE49-F238E27FC236}">
                <a16:creationId xmlns:a16="http://schemas.microsoft.com/office/drawing/2014/main" id="{B24BF72C-DE4D-2D32-2F46-56C97067D29C}"/>
              </a:ext>
            </a:extLst>
          </p:cNvPr>
          <p:cNvSpPr txBox="1"/>
          <p:nvPr/>
        </p:nvSpPr>
        <p:spPr>
          <a:xfrm>
            <a:off x="1007752" y="3073021"/>
            <a:ext cx="3367392" cy="2115066"/>
          </a:xfrm>
          <a:prstGeom prst="rect">
            <a:avLst/>
          </a:prstGeom>
          <a:noFill/>
        </p:spPr>
        <p:txBody>
          <a:bodyPr wrap="square" rtlCol="0">
            <a:spAutoFit/>
          </a:bodyPr>
          <a:lstStyle/>
          <a:p>
            <a:pPr>
              <a:lnSpc>
                <a:spcPct val="150000"/>
              </a:lnSpc>
            </a:pPr>
            <a:r>
              <a:rPr lang="en-US" altLang="zh-CN" sz="1800" dirty="0">
                <a:latin typeface="Lato" panose="020F0502020204030203" pitchFamily="34" charset="77"/>
              </a:rPr>
              <a:t>Using this technique, we can find where the number 8 is placed in the blue highlighted box</a:t>
            </a:r>
          </a:p>
          <a:p>
            <a:pPr>
              <a:lnSpc>
                <a:spcPct val="150000"/>
              </a:lnSpc>
            </a:pPr>
            <a:endParaRPr lang="en-TW" dirty="0">
              <a:latin typeface="Lato" panose="020F0502020204030203" pitchFamily="34" charset="77"/>
            </a:endParaRPr>
          </a:p>
        </p:txBody>
      </p:sp>
      <p:sp>
        <p:nvSpPr>
          <p:cNvPr id="100" name="TextBox 99">
            <a:extLst>
              <a:ext uri="{FF2B5EF4-FFF2-40B4-BE49-F238E27FC236}">
                <a16:creationId xmlns:a16="http://schemas.microsoft.com/office/drawing/2014/main" id="{FB671A5F-4509-9435-368F-4133812513FE}"/>
              </a:ext>
            </a:extLst>
          </p:cNvPr>
          <p:cNvSpPr txBox="1"/>
          <p:nvPr/>
        </p:nvSpPr>
        <p:spPr>
          <a:xfrm>
            <a:off x="6475978" y="311079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Tree>
    <p:extLst>
      <p:ext uri="{BB962C8B-B14F-4D97-AF65-F5344CB8AC3E}">
        <p14:creationId xmlns:p14="http://schemas.microsoft.com/office/powerpoint/2010/main" val="579379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19009" y="313155"/>
            <a:ext cx="4520111" cy="2585323"/>
          </a:xfrm>
          <a:prstGeom prst="rect">
            <a:avLst/>
          </a:prstGeom>
          <a:noFill/>
        </p:spPr>
        <p:txBody>
          <a:bodyPr wrap="square" rtlCol="0">
            <a:spAutoFit/>
          </a:bodyPr>
          <a:lstStyle/>
          <a:p>
            <a:r>
              <a:rPr lang="en-US" sz="5400" b="1" dirty="0">
                <a:latin typeface="Playfair Display Black" pitchFamily="2" charset="77"/>
              </a:rPr>
              <a:t>Strategies to solve the puzzle</a:t>
            </a:r>
            <a:endParaRPr lang="en-TW" sz="5400" b="1" i="1" dirty="0">
              <a:latin typeface="Playfair Display SemiBold" pitchFamily="2" charset="77"/>
            </a:endParaRP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515602" y="379961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422303" y="5848685"/>
            <a:ext cx="602004" cy="6145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4366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673657" y="303176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673657" y="3031765"/>
                <a:ext cx="229229" cy="276999"/>
              </a:xfrm>
              <a:prstGeom prst="rect">
                <a:avLst/>
              </a:prstGeom>
              <a:blipFill>
                <a:blip r:embed="rId10"/>
                <a:stretch>
                  <a:fillRect l="-10526"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1"/>
                <a:stretch>
                  <a:fillRect l="-10526" r="-15789" b="-4348"/>
                </a:stretch>
              </a:blipFill>
            </p:spPr>
            <p:txBody>
              <a:bodyPr/>
              <a:lstStyle/>
              <a:p>
                <a:r>
                  <a:rPr lang="en-TW">
                    <a:noFill/>
                  </a:rPr>
                  <a:t> </a:t>
                </a:r>
              </a:p>
            </p:txBody>
          </p:sp>
        </mc:Fallback>
      </mc:AlternateContent>
      <p:sp>
        <p:nvSpPr>
          <p:cNvPr id="159" name="Rectangle 158">
            <a:extLst>
              <a:ext uri="{FF2B5EF4-FFF2-40B4-BE49-F238E27FC236}">
                <a16:creationId xmlns:a16="http://schemas.microsoft.com/office/drawing/2014/main" id="{04706051-1C3A-8277-B370-7AD04420CB80}"/>
              </a:ext>
            </a:extLst>
          </p:cNvPr>
          <p:cNvSpPr/>
          <p:nvPr/>
        </p:nvSpPr>
        <p:spPr>
          <a:xfrm>
            <a:off x="6385531" y="2408164"/>
            <a:ext cx="579826" cy="6353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0" name="Rectangle 169">
            <a:extLst>
              <a:ext uri="{FF2B5EF4-FFF2-40B4-BE49-F238E27FC236}">
                <a16:creationId xmlns:a16="http://schemas.microsoft.com/office/drawing/2014/main" id="{16DF678B-9127-858E-A0F3-ACF80ACFF36D}"/>
              </a:ext>
            </a:extLst>
          </p:cNvPr>
          <p:cNvSpPr/>
          <p:nvPr/>
        </p:nvSpPr>
        <p:spPr>
          <a:xfrm>
            <a:off x="7266420" y="327228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3" name="Rectangle 172">
            <a:extLst>
              <a:ext uri="{FF2B5EF4-FFF2-40B4-BE49-F238E27FC236}">
                <a16:creationId xmlns:a16="http://schemas.microsoft.com/office/drawing/2014/main" id="{1DF28DA1-8402-E1A0-AEC3-E65C1918758F}"/>
              </a:ext>
            </a:extLst>
          </p:cNvPr>
          <p:cNvSpPr/>
          <p:nvPr/>
        </p:nvSpPr>
        <p:spPr>
          <a:xfrm>
            <a:off x="5933069" y="3235862"/>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4" name="Rectangle 173">
            <a:extLst>
              <a:ext uri="{FF2B5EF4-FFF2-40B4-BE49-F238E27FC236}">
                <a16:creationId xmlns:a16="http://schemas.microsoft.com/office/drawing/2014/main" id="{B2D048EF-5C97-CED4-8269-151BECD65766}"/>
              </a:ext>
            </a:extLst>
          </p:cNvPr>
          <p:cNvSpPr/>
          <p:nvPr/>
        </p:nvSpPr>
        <p:spPr>
          <a:xfrm>
            <a:off x="6342772" y="310524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5" name="Rectangle 174">
            <a:extLst>
              <a:ext uri="{FF2B5EF4-FFF2-40B4-BE49-F238E27FC236}">
                <a16:creationId xmlns:a16="http://schemas.microsoft.com/office/drawing/2014/main" id="{F22A0ABD-B6EE-217E-0BDF-0B750E012804}"/>
              </a:ext>
            </a:extLst>
          </p:cNvPr>
          <p:cNvSpPr/>
          <p:nvPr/>
        </p:nvSpPr>
        <p:spPr>
          <a:xfrm>
            <a:off x="5690778" y="3098269"/>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0" name="Rectangle 179">
            <a:extLst>
              <a:ext uri="{FF2B5EF4-FFF2-40B4-BE49-F238E27FC236}">
                <a16:creationId xmlns:a16="http://schemas.microsoft.com/office/drawing/2014/main" id="{3E99A61C-49D3-3856-BCAD-C506CC1F7425}"/>
              </a:ext>
            </a:extLst>
          </p:cNvPr>
          <p:cNvSpPr/>
          <p:nvPr/>
        </p:nvSpPr>
        <p:spPr>
          <a:xfrm>
            <a:off x="7039646" y="3118242"/>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9" name="Rectangle 188">
            <a:extLst>
              <a:ext uri="{FF2B5EF4-FFF2-40B4-BE49-F238E27FC236}">
                <a16:creationId xmlns:a16="http://schemas.microsoft.com/office/drawing/2014/main" id="{43AA9078-C19F-38C1-F920-D520257E0D92}"/>
              </a:ext>
            </a:extLst>
          </p:cNvPr>
          <p:cNvSpPr/>
          <p:nvPr/>
        </p:nvSpPr>
        <p:spPr>
          <a:xfrm>
            <a:off x="7890847" y="3543755"/>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1" name="Rectangle 190">
            <a:extLst>
              <a:ext uri="{FF2B5EF4-FFF2-40B4-BE49-F238E27FC236}">
                <a16:creationId xmlns:a16="http://schemas.microsoft.com/office/drawing/2014/main" id="{B4338253-BD90-6078-74C4-8B4C217BF68E}"/>
              </a:ext>
            </a:extLst>
          </p:cNvPr>
          <p:cNvSpPr/>
          <p:nvPr/>
        </p:nvSpPr>
        <p:spPr>
          <a:xfrm>
            <a:off x="5715384" y="1733906"/>
            <a:ext cx="522257" cy="5827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5" name="TextBox 184">
            <a:extLst>
              <a:ext uri="{FF2B5EF4-FFF2-40B4-BE49-F238E27FC236}">
                <a16:creationId xmlns:a16="http://schemas.microsoft.com/office/drawing/2014/main" id="{C52E1DDF-EB40-1C06-AEFE-E4F35FE5EC28}"/>
              </a:ext>
            </a:extLst>
          </p:cNvPr>
          <p:cNvSpPr txBox="1"/>
          <p:nvPr/>
        </p:nvSpPr>
        <p:spPr>
          <a:xfrm>
            <a:off x="6458870" y="241814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90" name="Rectangle 189">
            <a:extLst>
              <a:ext uri="{FF2B5EF4-FFF2-40B4-BE49-F238E27FC236}">
                <a16:creationId xmlns:a16="http://schemas.microsoft.com/office/drawing/2014/main" id="{A1D128E5-DDF3-D7EF-808E-E669712F5526}"/>
              </a:ext>
            </a:extLst>
          </p:cNvPr>
          <p:cNvSpPr/>
          <p:nvPr/>
        </p:nvSpPr>
        <p:spPr>
          <a:xfrm>
            <a:off x="6796256" y="3117405"/>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2" name="Rectangle 191">
            <a:extLst>
              <a:ext uri="{FF2B5EF4-FFF2-40B4-BE49-F238E27FC236}">
                <a16:creationId xmlns:a16="http://schemas.microsoft.com/office/drawing/2014/main" id="{9629BD9F-09C9-B703-00AC-892E30A1CCDD}"/>
              </a:ext>
            </a:extLst>
          </p:cNvPr>
          <p:cNvSpPr/>
          <p:nvPr/>
        </p:nvSpPr>
        <p:spPr>
          <a:xfrm>
            <a:off x="7455747" y="309216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3" name="Rectangle 192">
            <a:extLst>
              <a:ext uri="{FF2B5EF4-FFF2-40B4-BE49-F238E27FC236}">
                <a16:creationId xmlns:a16="http://schemas.microsoft.com/office/drawing/2014/main" id="{D59E079D-7108-98C7-1387-A871E8CDD5EF}"/>
              </a:ext>
            </a:extLst>
          </p:cNvPr>
          <p:cNvSpPr/>
          <p:nvPr/>
        </p:nvSpPr>
        <p:spPr>
          <a:xfrm>
            <a:off x="8149966" y="242645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4" name="Rectangle 193">
            <a:extLst>
              <a:ext uri="{FF2B5EF4-FFF2-40B4-BE49-F238E27FC236}">
                <a16:creationId xmlns:a16="http://schemas.microsoft.com/office/drawing/2014/main" id="{1ED0058B-5061-42E1-E358-03B8667AA456}"/>
              </a:ext>
            </a:extLst>
          </p:cNvPr>
          <p:cNvSpPr/>
          <p:nvPr/>
        </p:nvSpPr>
        <p:spPr>
          <a:xfrm>
            <a:off x="6376929" y="3257088"/>
            <a:ext cx="425916" cy="4679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5" name="Rectangle 194">
            <a:extLst>
              <a:ext uri="{FF2B5EF4-FFF2-40B4-BE49-F238E27FC236}">
                <a16:creationId xmlns:a16="http://schemas.microsoft.com/office/drawing/2014/main" id="{1BF3F6A7-DEEC-B2FC-B98C-0BF1CCB34A99}"/>
              </a:ext>
            </a:extLst>
          </p:cNvPr>
          <p:cNvSpPr/>
          <p:nvPr/>
        </p:nvSpPr>
        <p:spPr>
          <a:xfrm>
            <a:off x="9447939" y="3105247"/>
            <a:ext cx="222220" cy="63582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6" name="Rectangle 195">
            <a:extLst>
              <a:ext uri="{FF2B5EF4-FFF2-40B4-BE49-F238E27FC236}">
                <a16:creationId xmlns:a16="http://schemas.microsoft.com/office/drawing/2014/main" id="{5E14EB5C-D9FA-709C-15FB-38F6180DE581}"/>
              </a:ext>
            </a:extLst>
          </p:cNvPr>
          <p:cNvSpPr/>
          <p:nvPr/>
        </p:nvSpPr>
        <p:spPr>
          <a:xfrm>
            <a:off x="7718392" y="2432747"/>
            <a:ext cx="619394" cy="62533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7" name="TextBox 196">
            <a:extLst>
              <a:ext uri="{FF2B5EF4-FFF2-40B4-BE49-F238E27FC236}">
                <a16:creationId xmlns:a16="http://schemas.microsoft.com/office/drawing/2014/main" id="{4902F524-9CF1-4848-AFF0-F9FF52A6EF99}"/>
              </a:ext>
            </a:extLst>
          </p:cNvPr>
          <p:cNvSpPr txBox="1"/>
          <p:nvPr/>
        </p:nvSpPr>
        <p:spPr>
          <a:xfrm>
            <a:off x="7832099" y="244126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71" name="Rectangle 170">
            <a:extLst>
              <a:ext uri="{FF2B5EF4-FFF2-40B4-BE49-F238E27FC236}">
                <a16:creationId xmlns:a16="http://schemas.microsoft.com/office/drawing/2014/main" id="{D8679C95-3A30-3F40-D623-1A323CD134A8}"/>
              </a:ext>
            </a:extLst>
          </p:cNvPr>
          <p:cNvSpPr/>
          <p:nvPr/>
        </p:nvSpPr>
        <p:spPr>
          <a:xfrm>
            <a:off x="10497195" y="4782138"/>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1" name="TextBox 160">
            <a:extLst>
              <a:ext uri="{FF2B5EF4-FFF2-40B4-BE49-F238E27FC236}">
                <a16:creationId xmlns:a16="http://schemas.microsoft.com/office/drawing/2014/main" id="{4C7C8432-158A-1459-DBDC-542221F0B31E}"/>
              </a:ext>
            </a:extLst>
          </p:cNvPr>
          <p:cNvSpPr txBox="1"/>
          <p:nvPr/>
        </p:nvSpPr>
        <p:spPr>
          <a:xfrm>
            <a:off x="10586730" y="449084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77" name="Rectangle 176">
            <a:extLst>
              <a:ext uri="{FF2B5EF4-FFF2-40B4-BE49-F238E27FC236}">
                <a16:creationId xmlns:a16="http://schemas.microsoft.com/office/drawing/2014/main" id="{A7B3742C-A49F-7ACE-EBAE-687ADD1D6CF1}"/>
              </a:ext>
            </a:extLst>
          </p:cNvPr>
          <p:cNvSpPr/>
          <p:nvPr/>
        </p:nvSpPr>
        <p:spPr>
          <a:xfrm>
            <a:off x="9886018" y="4481926"/>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2" name="TextBox 171">
            <a:extLst>
              <a:ext uri="{FF2B5EF4-FFF2-40B4-BE49-F238E27FC236}">
                <a16:creationId xmlns:a16="http://schemas.microsoft.com/office/drawing/2014/main" id="{D2D3D5C9-6A20-ECEC-F563-37279E99E4D7}"/>
              </a:ext>
            </a:extLst>
          </p:cNvPr>
          <p:cNvSpPr txBox="1"/>
          <p:nvPr/>
        </p:nvSpPr>
        <p:spPr>
          <a:xfrm>
            <a:off x="9895907" y="449258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79" name="Rectangle 178">
            <a:extLst>
              <a:ext uri="{FF2B5EF4-FFF2-40B4-BE49-F238E27FC236}">
                <a16:creationId xmlns:a16="http://schemas.microsoft.com/office/drawing/2014/main" id="{1B805C2A-FF84-1FC3-4282-FF281D59F564}"/>
              </a:ext>
            </a:extLst>
          </p:cNvPr>
          <p:cNvSpPr/>
          <p:nvPr/>
        </p:nvSpPr>
        <p:spPr>
          <a:xfrm>
            <a:off x="10493052" y="6138453"/>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6" name="TextBox 175">
            <a:extLst>
              <a:ext uri="{FF2B5EF4-FFF2-40B4-BE49-F238E27FC236}">
                <a16:creationId xmlns:a16="http://schemas.microsoft.com/office/drawing/2014/main" id="{B1DB8FCA-814F-114B-5236-D36A53AFC846}"/>
              </a:ext>
            </a:extLst>
          </p:cNvPr>
          <p:cNvSpPr txBox="1"/>
          <p:nvPr/>
        </p:nvSpPr>
        <p:spPr>
          <a:xfrm>
            <a:off x="10586730" y="585232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81" name="Rectangle 180">
            <a:extLst>
              <a:ext uri="{FF2B5EF4-FFF2-40B4-BE49-F238E27FC236}">
                <a16:creationId xmlns:a16="http://schemas.microsoft.com/office/drawing/2014/main" id="{392327C1-FA7A-3E35-494F-E909888F59D8}"/>
              </a:ext>
            </a:extLst>
          </p:cNvPr>
          <p:cNvSpPr/>
          <p:nvPr/>
        </p:nvSpPr>
        <p:spPr>
          <a:xfrm>
            <a:off x="7925359" y="6117622"/>
            <a:ext cx="319032" cy="31583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2" name="Rectangle 181">
            <a:extLst>
              <a:ext uri="{FF2B5EF4-FFF2-40B4-BE49-F238E27FC236}">
                <a16:creationId xmlns:a16="http://schemas.microsoft.com/office/drawing/2014/main" id="{ED584754-EFFB-458D-0A32-E84102B33E23}"/>
              </a:ext>
            </a:extLst>
          </p:cNvPr>
          <p:cNvSpPr/>
          <p:nvPr/>
        </p:nvSpPr>
        <p:spPr>
          <a:xfrm>
            <a:off x="7739196" y="4478600"/>
            <a:ext cx="537475" cy="60207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3" name="Rectangle 182">
            <a:extLst>
              <a:ext uri="{FF2B5EF4-FFF2-40B4-BE49-F238E27FC236}">
                <a16:creationId xmlns:a16="http://schemas.microsoft.com/office/drawing/2014/main" id="{5D59A1A6-BAF9-3FF6-EEFE-945F994EDE6E}"/>
              </a:ext>
            </a:extLst>
          </p:cNvPr>
          <p:cNvSpPr/>
          <p:nvPr/>
        </p:nvSpPr>
        <p:spPr>
          <a:xfrm>
            <a:off x="9081886" y="4840992"/>
            <a:ext cx="248060" cy="27699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4" name="TextBox 183">
            <a:extLst>
              <a:ext uri="{FF2B5EF4-FFF2-40B4-BE49-F238E27FC236}">
                <a16:creationId xmlns:a16="http://schemas.microsoft.com/office/drawing/2014/main" id="{89FC8A6A-7207-52A1-5E6D-C530BB1217EE}"/>
              </a:ext>
            </a:extLst>
          </p:cNvPr>
          <p:cNvSpPr txBox="1"/>
          <p:nvPr/>
        </p:nvSpPr>
        <p:spPr>
          <a:xfrm>
            <a:off x="9183464" y="311080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202" name="Rectangle 201">
            <a:extLst>
              <a:ext uri="{FF2B5EF4-FFF2-40B4-BE49-F238E27FC236}">
                <a16:creationId xmlns:a16="http://schemas.microsoft.com/office/drawing/2014/main" id="{0BCC1E1B-A8E3-ADE9-7C6C-FD966DD68E0B}"/>
              </a:ext>
            </a:extLst>
          </p:cNvPr>
          <p:cNvSpPr/>
          <p:nvPr/>
        </p:nvSpPr>
        <p:spPr>
          <a:xfrm>
            <a:off x="9531664" y="1029903"/>
            <a:ext cx="17696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3" name="Rectangle 202">
            <a:extLst>
              <a:ext uri="{FF2B5EF4-FFF2-40B4-BE49-F238E27FC236}">
                <a16:creationId xmlns:a16="http://schemas.microsoft.com/office/drawing/2014/main" id="{CF23C6B5-6561-5917-A3AB-26E16DB25C84}"/>
              </a:ext>
            </a:extLst>
          </p:cNvPr>
          <p:cNvSpPr/>
          <p:nvPr/>
        </p:nvSpPr>
        <p:spPr>
          <a:xfrm>
            <a:off x="8089011" y="3101388"/>
            <a:ext cx="269265" cy="17089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4" name="Rectangle 203">
            <a:extLst>
              <a:ext uri="{FF2B5EF4-FFF2-40B4-BE49-F238E27FC236}">
                <a16:creationId xmlns:a16="http://schemas.microsoft.com/office/drawing/2014/main" id="{02AF9BA1-39DC-176F-0A92-97F435ED8753}"/>
              </a:ext>
            </a:extLst>
          </p:cNvPr>
          <p:cNvSpPr/>
          <p:nvPr/>
        </p:nvSpPr>
        <p:spPr>
          <a:xfrm>
            <a:off x="9323552" y="1473811"/>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6" name="Rectangle 205">
            <a:extLst>
              <a:ext uri="{FF2B5EF4-FFF2-40B4-BE49-F238E27FC236}">
                <a16:creationId xmlns:a16="http://schemas.microsoft.com/office/drawing/2014/main" id="{E36FE2D7-B7AC-43A1-D245-B7AC1C78622F}"/>
              </a:ext>
            </a:extLst>
          </p:cNvPr>
          <p:cNvSpPr/>
          <p:nvPr/>
        </p:nvSpPr>
        <p:spPr>
          <a:xfrm>
            <a:off x="9164233" y="1097984"/>
            <a:ext cx="505926" cy="54233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5" name="TextBox 204">
            <a:extLst>
              <a:ext uri="{FF2B5EF4-FFF2-40B4-BE49-F238E27FC236}">
                <a16:creationId xmlns:a16="http://schemas.microsoft.com/office/drawing/2014/main" id="{33719A79-E434-7A3A-7132-DB19870C3404}"/>
              </a:ext>
            </a:extLst>
          </p:cNvPr>
          <p:cNvSpPr txBox="1"/>
          <p:nvPr/>
        </p:nvSpPr>
        <p:spPr>
          <a:xfrm>
            <a:off x="9205916" y="105554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07" name="Rectangle 206">
            <a:extLst>
              <a:ext uri="{FF2B5EF4-FFF2-40B4-BE49-F238E27FC236}">
                <a16:creationId xmlns:a16="http://schemas.microsoft.com/office/drawing/2014/main" id="{B560A7CD-D423-2B05-E657-61316B544ACF}"/>
              </a:ext>
            </a:extLst>
          </p:cNvPr>
          <p:cNvSpPr/>
          <p:nvPr/>
        </p:nvSpPr>
        <p:spPr>
          <a:xfrm>
            <a:off x="10721121" y="126982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8" name="Rectangle 207">
            <a:extLst>
              <a:ext uri="{FF2B5EF4-FFF2-40B4-BE49-F238E27FC236}">
                <a16:creationId xmlns:a16="http://schemas.microsoft.com/office/drawing/2014/main" id="{BD1956A4-AE4D-450B-CC73-7A78D5BFB834}"/>
              </a:ext>
            </a:extLst>
          </p:cNvPr>
          <p:cNvSpPr/>
          <p:nvPr/>
        </p:nvSpPr>
        <p:spPr>
          <a:xfrm>
            <a:off x="10012088" y="12611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9" name="Rectangle 208">
            <a:extLst>
              <a:ext uri="{FF2B5EF4-FFF2-40B4-BE49-F238E27FC236}">
                <a16:creationId xmlns:a16="http://schemas.microsoft.com/office/drawing/2014/main" id="{BA77615D-29D7-D03F-0AA3-115D446492EB}"/>
              </a:ext>
            </a:extLst>
          </p:cNvPr>
          <p:cNvSpPr/>
          <p:nvPr/>
        </p:nvSpPr>
        <p:spPr>
          <a:xfrm>
            <a:off x="7242169" y="12460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4" name="Rectangle 213">
            <a:extLst>
              <a:ext uri="{FF2B5EF4-FFF2-40B4-BE49-F238E27FC236}">
                <a16:creationId xmlns:a16="http://schemas.microsoft.com/office/drawing/2014/main" id="{766505CA-6811-1FC3-49CB-72750672C564}"/>
              </a:ext>
            </a:extLst>
          </p:cNvPr>
          <p:cNvSpPr/>
          <p:nvPr/>
        </p:nvSpPr>
        <p:spPr>
          <a:xfrm>
            <a:off x="6595501" y="12824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5" name="Rectangle 214">
            <a:extLst>
              <a:ext uri="{FF2B5EF4-FFF2-40B4-BE49-F238E27FC236}">
                <a16:creationId xmlns:a16="http://schemas.microsoft.com/office/drawing/2014/main" id="{0AFBAEE6-7F8B-2A9C-A4E8-BB9C20EEA3B0}"/>
              </a:ext>
            </a:extLst>
          </p:cNvPr>
          <p:cNvSpPr/>
          <p:nvPr/>
        </p:nvSpPr>
        <p:spPr>
          <a:xfrm>
            <a:off x="9323552" y="193031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6" name="Rectangle 215">
            <a:extLst>
              <a:ext uri="{FF2B5EF4-FFF2-40B4-BE49-F238E27FC236}">
                <a16:creationId xmlns:a16="http://schemas.microsoft.com/office/drawing/2014/main" id="{2AF580F5-98EB-254B-2B51-D33F47C23472}"/>
              </a:ext>
            </a:extLst>
          </p:cNvPr>
          <p:cNvSpPr/>
          <p:nvPr/>
        </p:nvSpPr>
        <p:spPr>
          <a:xfrm>
            <a:off x="9339046" y="472761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7" name="Rectangle 216">
            <a:extLst>
              <a:ext uri="{FF2B5EF4-FFF2-40B4-BE49-F238E27FC236}">
                <a16:creationId xmlns:a16="http://schemas.microsoft.com/office/drawing/2014/main" id="{C3EF5645-A03F-DA63-7637-16CDBF7FE386}"/>
              </a:ext>
            </a:extLst>
          </p:cNvPr>
          <p:cNvSpPr/>
          <p:nvPr/>
        </p:nvSpPr>
        <p:spPr>
          <a:xfrm>
            <a:off x="9322056" y="538430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8" name="Rectangle 217">
            <a:extLst>
              <a:ext uri="{FF2B5EF4-FFF2-40B4-BE49-F238E27FC236}">
                <a16:creationId xmlns:a16="http://schemas.microsoft.com/office/drawing/2014/main" id="{2D7176F9-1BE1-DF40-91B2-C84216F15159}"/>
              </a:ext>
            </a:extLst>
          </p:cNvPr>
          <p:cNvSpPr/>
          <p:nvPr/>
        </p:nvSpPr>
        <p:spPr>
          <a:xfrm>
            <a:off x="8649373" y="1948775"/>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9" name="Rectangle 218">
            <a:extLst>
              <a:ext uri="{FF2B5EF4-FFF2-40B4-BE49-F238E27FC236}">
                <a16:creationId xmlns:a16="http://schemas.microsoft.com/office/drawing/2014/main" id="{7C4DD4FB-A9C1-28A8-22B1-9614B3418ED4}"/>
              </a:ext>
            </a:extLst>
          </p:cNvPr>
          <p:cNvSpPr/>
          <p:nvPr/>
        </p:nvSpPr>
        <p:spPr>
          <a:xfrm>
            <a:off x="8684329" y="58729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2" name="Rectangle 221">
            <a:extLst>
              <a:ext uri="{FF2B5EF4-FFF2-40B4-BE49-F238E27FC236}">
                <a16:creationId xmlns:a16="http://schemas.microsoft.com/office/drawing/2014/main" id="{D2B33FC8-C282-59EC-9C55-C4592F026A53}"/>
              </a:ext>
            </a:extLst>
          </p:cNvPr>
          <p:cNvSpPr/>
          <p:nvPr/>
        </p:nvSpPr>
        <p:spPr>
          <a:xfrm>
            <a:off x="9297447" y="5529840"/>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3" name="Rectangle 222">
            <a:extLst>
              <a:ext uri="{FF2B5EF4-FFF2-40B4-BE49-F238E27FC236}">
                <a16:creationId xmlns:a16="http://schemas.microsoft.com/office/drawing/2014/main" id="{512D3BA0-E671-74C3-F357-40290739E3E0}"/>
              </a:ext>
            </a:extLst>
          </p:cNvPr>
          <p:cNvSpPr/>
          <p:nvPr/>
        </p:nvSpPr>
        <p:spPr>
          <a:xfrm>
            <a:off x="9452395" y="4850958"/>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4" name="TextBox 223">
            <a:extLst>
              <a:ext uri="{FF2B5EF4-FFF2-40B4-BE49-F238E27FC236}">
                <a16:creationId xmlns:a16="http://schemas.microsoft.com/office/drawing/2014/main" id="{6381C123-414C-FAFB-0F56-7D262E3CA9AA}"/>
              </a:ext>
            </a:extLst>
          </p:cNvPr>
          <p:cNvSpPr txBox="1"/>
          <p:nvPr/>
        </p:nvSpPr>
        <p:spPr>
          <a:xfrm>
            <a:off x="9183464" y="44807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25" name="TextBox 224">
            <a:extLst>
              <a:ext uri="{FF2B5EF4-FFF2-40B4-BE49-F238E27FC236}">
                <a16:creationId xmlns:a16="http://schemas.microsoft.com/office/drawing/2014/main" id="{795B0AFA-3E86-F7B7-7118-1E9A2244070B}"/>
              </a:ext>
            </a:extLst>
          </p:cNvPr>
          <p:cNvSpPr txBox="1"/>
          <p:nvPr/>
        </p:nvSpPr>
        <p:spPr>
          <a:xfrm>
            <a:off x="9191361" y="5158492"/>
            <a:ext cx="412292" cy="584775"/>
          </a:xfrm>
          <a:prstGeom prst="rect">
            <a:avLst/>
          </a:prstGeom>
          <a:noFill/>
        </p:spPr>
        <p:txBody>
          <a:bodyPr wrap="none" rtlCol="0">
            <a:spAutoFit/>
          </a:bodyPr>
          <a:lstStyle/>
          <a:p>
            <a:r>
              <a:rPr lang="en-TW" sz="3200">
                <a:latin typeface="Arial" panose="020B0604020202020204" pitchFamily="34" charset="0"/>
                <a:cs typeface="Arial" panose="020B0604020202020204" pitchFamily="34" charset="0"/>
              </a:rPr>
              <a:t>8</a:t>
            </a:r>
            <a:endParaRPr lang="en-TW" sz="3200" dirty="0">
              <a:latin typeface="Arial" panose="020B0604020202020204" pitchFamily="34" charset="0"/>
              <a:cs typeface="Arial" panose="020B0604020202020204" pitchFamily="34" charset="0"/>
            </a:endParaRPr>
          </a:p>
        </p:txBody>
      </p:sp>
      <p:sp>
        <p:nvSpPr>
          <p:cNvPr id="228" name="Rectangle 227">
            <a:extLst>
              <a:ext uri="{FF2B5EF4-FFF2-40B4-BE49-F238E27FC236}">
                <a16:creationId xmlns:a16="http://schemas.microsoft.com/office/drawing/2014/main" id="{C8860A68-4F1C-9DA5-E809-82C02EC64EAD}"/>
              </a:ext>
            </a:extLst>
          </p:cNvPr>
          <p:cNvSpPr/>
          <p:nvPr/>
        </p:nvSpPr>
        <p:spPr>
          <a:xfrm>
            <a:off x="8099275" y="47998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9" name="Rectangle 228">
            <a:extLst>
              <a:ext uri="{FF2B5EF4-FFF2-40B4-BE49-F238E27FC236}">
                <a16:creationId xmlns:a16="http://schemas.microsoft.com/office/drawing/2014/main" id="{91403988-2CF2-DD0B-A09B-915069F58805}"/>
              </a:ext>
            </a:extLst>
          </p:cNvPr>
          <p:cNvSpPr/>
          <p:nvPr/>
        </p:nvSpPr>
        <p:spPr>
          <a:xfrm>
            <a:off x="9129279" y="2027245"/>
            <a:ext cx="48892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0" name="TextBox 229">
            <a:extLst>
              <a:ext uri="{FF2B5EF4-FFF2-40B4-BE49-F238E27FC236}">
                <a16:creationId xmlns:a16="http://schemas.microsoft.com/office/drawing/2014/main" id="{1B5601BA-D55A-3553-2531-7CD21E7C3197}"/>
              </a:ext>
            </a:extLst>
          </p:cNvPr>
          <p:cNvSpPr txBox="1"/>
          <p:nvPr/>
        </p:nvSpPr>
        <p:spPr>
          <a:xfrm>
            <a:off x="9204247"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31" name="Rectangle 230">
            <a:extLst>
              <a:ext uri="{FF2B5EF4-FFF2-40B4-BE49-F238E27FC236}">
                <a16:creationId xmlns:a16="http://schemas.microsoft.com/office/drawing/2014/main" id="{4107C2FA-08B2-7D63-CFE9-EE416485CDBB}"/>
              </a:ext>
            </a:extLst>
          </p:cNvPr>
          <p:cNvSpPr/>
          <p:nvPr/>
        </p:nvSpPr>
        <p:spPr>
          <a:xfrm>
            <a:off x="7712934" y="2182214"/>
            <a:ext cx="229229" cy="1438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3" name="Rectangle 232">
            <a:extLst>
              <a:ext uri="{FF2B5EF4-FFF2-40B4-BE49-F238E27FC236}">
                <a16:creationId xmlns:a16="http://schemas.microsoft.com/office/drawing/2014/main" id="{14B33B9E-0993-FF86-51A4-725060ABE9BD}"/>
              </a:ext>
            </a:extLst>
          </p:cNvPr>
          <p:cNvSpPr/>
          <p:nvPr/>
        </p:nvSpPr>
        <p:spPr>
          <a:xfrm>
            <a:off x="7071889" y="400694"/>
            <a:ext cx="566297" cy="57994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4" name="TextBox 233">
            <a:extLst>
              <a:ext uri="{FF2B5EF4-FFF2-40B4-BE49-F238E27FC236}">
                <a16:creationId xmlns:a16="http://schemas.microsoft.com/office/drawing/2014/main" id="{BDA8A307-699D-600A-E0A1-98AE6F512079}"/>
              </a:ext>
            </a:extLst>
          </p:cNvPr>
          <p:cNvSpPr txBox="1"/>
          <p:nvPr/>
        </p:nvSpPr>
        <p:spPr>
          <a:xfrm>
            <a:off x="7145332" y="3996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35" name="Rectangle 234">
            <a:extLst>
              <a:ext uri="{FF2B5EF4-FFF2-40B4-BE49-F238E27FC236}">
                <a16:creationId xmlns:a16="http://schemas.microsoft.com/office/drawing/2014/main" id="{C8F335C3-4138-1526-F2AA-00497921C890}"/>
              </a:ext>
            </a:extLst>
          </p:cNvPr>
          <p:cNvSpPr/>
          <p:nvPr/>
        </p:nvSpPr>
        <p:spPr>
          <a:xfrm>
            <a:off x="7045756" y="1723232"/>
            <a:ext cx="566297" cy="5884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6" name="TextBox 235">
            <a:extLst>
              <a:ext uri="{FF2B5EF4-FFF2-40B4-BE49-F238E27FC236}">
                <a16:creationId xmlns:a16="http://schemas.microsoft.com/office/drawing/2014/main" id="{DF49BC09-9C00-6A89-5BD2-ACB18C4912F2}"/>
              </a:ext>
            </a:extLst>
          </p:cNvPr>
          <p:cNvSpPr txBox="1"/>
          <p:nvPr/>
        </p:nvSpPr>
        <p:spPr>
          <a:xfrm>
            <a:off x="7131829"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37" name="Rectangle 236">
            <a:extLst>
              <a:ext uri="{FF2B5EF4-FFF2-40B4-BE49-F238E27FC236}">
                <a16:creationId xmlns:a16="http://schemas.microsoft.com/office/drawing/2014/main" id="{AEC6FC8C-EBBB-5886-960E-8A1D817DA6B0}"/>
              </a:ext>
            </a:extLst>
          </p:cNvPr>
          <p:cNvSpPr/>
          <p:nvPr/>
        </p:nvSpPr>
        <p:spPr>
          <a:xfrm>
            <a:off x="8531610"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9" name="Rectangle 238">
            <a:extLst>
              <a:ext uri="{FF2B5EF4-FFF2-40B4-BE49-F238E27FC236}">
                <a16:creationId xmlns:a16="http://schemas.microsoft.com/office/drawing/2014/main" id="{D8ED5100-5F5F-EAF2-9D4A-2D427DBAA0F3}"/>
              </a:ext>
            </a:extLst>
          </p:cNvPr>
          <p:cNvSpPr/>
          <p:nvPr/>
        </p:nvSpPr>
        <p:spPr>
          <a:xfrm>
            <a:off x="9925297"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0" name="Rectangle 239">
            <a:extLst>
              <a:ext uri="{FF2B5EF4-FFF2-40B4-BE49-F238E27FC236}">
                <a16:creationId xmlns:a16="http://schemas.microsoft.com/office/drawing/2014/main" id="{04DD5F92-255E-CCE3-ABFB-B5206AF83DF0}"/>
              </a:ext>
            </a:extLst>
          </p:cNvPr>
          <p:cNvSpPr/>
          <p:nvPr/>
        </p:nvSpPr>
        <p:spPr>
          <a:xfrm>
            <a:off x="7912272" y="415730"/>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1" name="Rectangle 240">
            <a:extLst>
              <a:ext uri="{FF2B5EF4-FFF2-40B4-BE49-F238E27FC236}">
                <a16:creationId xmlns:a16="http://schemas.microsoft.com/office/drawing/2014/main" id="{3B0D5131-EEEA-300E-940B-36CA00755A5F}"/>
              </a:ext>
            </a:extLst>
          </p:cNvPr>
          <p:cNvSpPr/>
          <p:nvPr/>
        </p:nvSpPr>
        <p:spPr>
          <a:xfrm>
            <a:off x="7254089" y="106833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2" name="Rectangle 241">
            <a:extLst>
              <a:ext uri="{FF2B5EF4-FFF2-40B4-BE49-F238E27FC236}">
                <a16:creationId xmlns:a16="http://schemas.microsoft.com/office/drawing/2014/main" id="{3F6C1301-457E-D71C-A092-F5C83898146E}"/>
              </a:ext>
            </a:extLst>
          </p:cNvPr>
          <p:cNvSpPr/>
          <p:nvPr/>
        </p:nvSpPr>
        <p:spPr>
          <a:xfrm>
            <a:off x="10134881" y="2176406"/>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3" name="Rectangle 242">
            <a:extLst>
              <a:ext uri="{FF2B5EF4-FFF2-40B4-BE49-F238E27FC236}">
                <a16:creationId xmlns:a16="http://schemas.microsoft.com/office/drawing/2014/main" id="{F8EA2E08-39C7-520A-3EA2-F8B237708A7F}"/>
              </a:ext>
            </a:extLst>
          </p:cNvPr>
          <p:cNvSpPr/>
          <p:nvPr/>
        </p:nvSpPr>
        <p:spPr>
          <a:xfrm>
            <a:off x="10827615" y="217014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4" name="Rectangle 243">
            <a:extLst>
              <a:ext uri="{FF2B5EF4-FFF2-40B4-BE49-F238E27FC236}">
                <a16:creationId xmlns:a16="http://schemas.microsoft.com/office/drawing/2014/main" id="{C699844A-FC86-F507-31EC-1E785F2B27DB}"/>
              </a:ext>
            </a:extLst>
          </p:cNvPr>
          <p:cNvSpPr/>
          <p:nvPr/>
        </p:nvSpPr>
        <p:spPr>
          <a:xfrm>
            <a:off x="7724906" y="423661"/>
            <a:ext cx="619394" cy="55343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5" name="TextBox 244">
            <a:extLst>
              <a:ext uri="{FF2B5EF4-FFF2-40B4-BE49-F238E27FC236}">
                <a16:creationId xmlns:a16="http://schemas.microsoft.com/office/drawing/2014/main" id="{201E6257-18EC-A863-6F5F-ADE5009A4504}"/>
              </a:ext>
            </a:extLst>
          </p:cNvPr>
          <p:cNvSpPr txBox="1"/>
          <p:nvPr/>
        </p:nvSpPr>
        <p:spPr>
          <a:xfrm>
            <a:off x="7816188" y="39162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246" name="Rectangle 245">
            <a:extLst>
              <a:ext uri="{FF2B5EF4-FFF2-40B4-BE49-F238E27FC236}">
                <a16:creationId xmlns:a16="http://schemas.microsoft.com/office/drawing/2014/main" id="{820E42AB-8C41-5135-8233-82585BD4287E}"/>
              </a:ext>
            </a:extLst>
          </p:cNvPr>
          <p:cNvSpPr/>
          <p:nvPr/>
        </p:nvSpPr>
        <p:spPr>
          <a:xfrm>
            <a:off x="8422303" y="4496467"/>
            <a:ext cx="54224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7" name="TextBox 246">
            <a:extLst>
              <a:ext uri="{FF2B5EF4-FFF2-40B4-BE49-F238E27FC236}">
                <a16:creationId xmlns:a16="http://schemas.microsoft.com/office/drawing/2014/main" id="{C2A69587-58D1-FC98-0A17-E30F428555BC}"/>
              </a:ext>
            </a:extLst>
          </p:cNvPr>
          <p:cNvSpPr txBox="1"/>
          <p:nvPr/>
        </p:nvSpPr>
        <p:spPr>
          <a:xfrm>
            <a:off x="8532543" y="448423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48" name="Rectangle 247">
            <a:extLst>
              <a:ext uri="{FF2B5EF4-FFF2-40B4-BE49-F238E27FC236}">
                <a16:creationId xmlns:a16="http://schemas.microsoft.com/office/drawing/2014/main" id="{9177F8EB-3728-BC6B-36C3-512FF56BAA85}"/>
              </a:ext>
            </a:extLst>
          </p:cNvPr>
          <p:cNvSpPr/>
          <p:nvPr/>
        </p:nvSpPr>
        <p:spPr>
          <a:xfrm>
            <a:off x="6370452" y="4489456"/>
            <a:ext cx="458786" cy="44439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9" name="Rectangle 248">
            <a:extLst>
              <a:ext uri="{FF2B5EF4-FFF2-40B4-BE49-F238E27FC236}">
                <a16:creationId xmlns:a16="http://schemas.microsoft.com/office/drawing/2014/main" id="{0C4C4746-D243-C887-B50A-9CD5CFF0EE26}"/>
              </a:ext>
            </a:extLst>
          </p:cNvPr>
          <p:cNvSpPr/>
          <p:nvPr/>
        </p:nvSpPr>
        <p:spPr>
          <a:xfrm>
            <a:off x="5734158" y="4492587"/>
            <a:ext cx="541795" cy="5729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1" name="Rectangle 250">
            <a:extLst>
              <a:ext uri="{FF2B5EF4-FFF2-40B4-BE49-F238E27FC236}">
                <a16:creationId xmlns:a16="http://schemas.microsoft.com/office/drawing/2014/main" id="{FD95D967-A67E-1EEF-F03E-E54A8C69DB34}"/>
              </a:ext>
            </a:extLst>
          </p:cNvPr>
          <p:cNvSpPr/>
          <p:nvPr/>
        </p:nvSpPr>
        <p:spPr>
          <a:xfrm>
            <a:off x="7727488" y="5856466"/>
            <a:ext cx="543937" cy="57699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0" name="TextBox 249">
            <a:extLst>
              <a:ext uri="{FF2B5EF4-FFF2-40B4-BE49-F238E27FC236}">
                <a16:creationId xmlns:a16="http://schemas.microsoft.com/office/drawing/2014/main" id="{110196DE-1910-F473-F14B-36BA871CF150}"/>
              </a:ext>
            </a:extLst>
          </p:cNvPr>
          <p:cNvSpPr txBox="1"/>
          <p:nvPr/>
        </p:nvSpPr>
        <p:spPr>
          <a:xfrm>
            <a:off x="7840218" y="583283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52" name="TextBox 251">
            <a:extLst>
              <a:ext uri="{FF2B5EF4-FFF2-40B4-BE49-F238E27FC236}">
                <a16:creationId xmlns:a16="http://schemas.microsoft.com/office/drawing/2014/main" id="{BA224AF2-4DCA-0DE1-B099-1AFAFB24470B}"/>
              </a:ext>
            </a:extLst>
          </p:cNvPr>
          <p:cNvSpPr txBox="1"/>
          <p:nvPr/>
        </p:nvSpPr>
        <p:spPr>
          <a:xfrm>
            <a:off x="6440183" y="44943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53" name="TextBox 252">
            <a:extLst>
              <a:ext uri="{FF2B5EF4-FFF2-40B4-BE49-F238E27FC236}">
                <a16:creationId xmlns:a16="http://schemas.microsoft.com/office/drawing/2014/main" id="{5B086FF2-9B3A-DA73-5BDC-0E87B66AC092}"/>
              </a:ext>
            </a:extLst>
          </p:cNvPr>
          <p:cNvSpPr txBox="1"/>
          <p:nvPr/>
        </p:nvSpPr>
        <p:spPr>
          <a:xfrm>
            <a:off x="7839786" y="449436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4" name="TextBox 253">
            <a:extLst>
              <a:ext uri="{FF2B5EF4-FFF2-40B4-BE49-F238E27FC236}">
                <a16:creationId xmlns:a16="http://schemas.microsoft.com/office/drawing/2014/main" id="{4BFDE95B-A002-AEF5-F1AC-1ECA0E053CF2}"/>
              </a:ext>
            </a:extLst>
          </p:cNvPr>
          <p:cNvSpPr txBox="1"/>
          <p:nvPr/>
        </p:nvSpPr>
        <p:spPr>
          <a:xfrm>
            <a:off x="8515602" y="584606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56" name="Rectangle 255">
            <a:extLst>
              <a:ext uri="{FF2B5EF4-FFF2-40B4-BE49-F238E27FC236}">
                <a16:creationId xmlns:a16="http://schemas.microsoft.com/office/drawing/2014/main" id="{2B742E71-7317-5CB4-0DCB-00C44D46D9AA}"/>
              </a:ext>
            </a:extLst>
          </p:cNvPr>
          <p:cNvSpPr/>
          <p:nvPr/>
        </p:nvSpPr>
        <p:spPr>
          <a:xfrm>
            <a:off x="5683358" y="5874644"/>
            <a:ext cx="463017" cy="43873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7" name="TextBox 256">
            <a:extLst>
              <a:ext uri="{FF2B5EF4-FFF2-40B4-BE49-F238E27FC236}">
                <a16:creationId xmlns:a16="http://schemas.microsoft.com/office/drawing/2014/main" id="{450C6E93-9ADB-FF8C-83C5-93A81F3A0DA5}"/>
              </a:ext>
            </a:extLst>
          </p:cNvPr>
          <p:cNvSpPr txBox="1"/>
          <p:nvPr/>
        </p:nvSpPr>
        <p:spPr>
          <a:xfrm>
            <a:off x="5777460" y="582523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8" name="Rectangle 257">
            <a:extLst>
              <a:ext uri="{FF2B5EF4-FFF2-40B4-BE49-F238E27FC236}">
                <a16:creationId xmlns:a16="http://schemas.microsoft.com/office/drawing/2014/main" id="{428B6A53-9B88-0083-107D-3990498B6CAA}"/>
              </a:ext>
            </a:extLst>
          </p:cNvPr>
          <p:cNvSpPr/>
          <p:nvPr/>
        </p:nvSpPr>
        <p:spPr>
          <a:xfrm>
            <a:off x="5859231" y="4495990"/>
            <a:ext cx="250078"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9" name="TextBox 258">
            <a:extLst>
              <a:ext uri="{FF2B5EF4-FFF2-40B4-BE49-F238E27FC236}">
                <a16:creationId xmlns:a16="http://schemas.microsoft.com/office/drawing/2014/main" id="{D303BABD-70F8-5DAF-09E7-B41F813AF242}"/>
              </a:ext>
            </a:extLst>
          </p:cNvPr>
          <p:cNvSpPr txBox="1"/>
          <p:nvPr/>
        </p:nvSpPr>
        <p:spPr>
          <a:xfrm>
            <a:off x="5772021" y="449564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60" name="Rectangle 259">
            <a:extLst>
              <a:ext uri="{FF2B5EF4-FFF2-40B4-BE49-F238E27FC236}">
                <a16:creationId xmlns:a16="http://schemas.microsoft.com/office/drawing/2014/main" id="{F2A6B3C4-FEBC-00D2-A002-D84C4C5B858E}"/>
              </a:ext>
            </a:extLst>
          </p:cNvPr>
          <p:cNvSpPr/>
          <p:nvPr/>
        </p:nvSpPr>
        <p:spPr>
          <a:xfrm>
            <a:off x="5715384" y="5172344"/>
            <a:ext cx="541795" cy="19376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1" name="Rectangle 260">
            <a:extLst>
              <a:ext uri="{FF2B5EF4-FFF2-40B4-BE49-F238E27FC236}">
                <a16:creationId xmlns:a16="http://schemas.microsoft.com/office/drawing/2014/main" id="{62E4E071-8535-BA35-6D2A-10F53E468759}"/>
              </a:ext>
            </a:extLst>
          </p:cNvPr>
          <p:cNvSpPr/>
          <p:nvPr/>
        </p:nvSpPr>
        <p:spPr>
          <a:xfrm>
            <a:off x="7050930" y="5158858"/>
            <a:ext cx="541795" cy="19376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2" name="Rectangle 261">
            <a:extLst>
              <a:ext uri="{FF2B5EF4-FFF2-40B4-BE49-F238E27FC236}">
                <a16:creationId xmlns:a16="http://schemas.microsoft.com/office/drawing/2014/main" id="{AB09237B-8653-38E9-466E-5F582648ECD5}"/>
              </a:ext>
            </a:extLst>
          </p:cNvPr>
          <p:cNvSpPr/>
          <p:nvPr/>
        </p:nvSpPr>
        <p:spPr>
          <a:xfrm>
            <a:off x="6570479" y="81391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0" name="TextBox 159">
            <a:extLst>
              <a:ext uri="{FF2B5EF4-FFF2-40B4-BE49-F238E27FC236}">
                <a16:creationId xmlns:a16="http://schemas.microsoft.com/office/drawing/2014/main" id="{34E05BA3-A96A-3829-2820-71CC780071F3}"/>
              </a:ext>
            </a:extLst>
          </p:cNvPr>
          <p:cNvSpPr txBox="1"/>
          <p:nvPr/>
        </p:nvSpPr>
        <p:spPr>
          <a:xfrm>
            <a:off x="5778598" y="17390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00" name="TextBox 99">
            <a:extLst>
              <a:ext uri="{FF2B5EF4-FFF2-40B4-BE49-F238E27FC236}">
                <a16:creationId xmlns:a16="http://schemas.microsoft.com/office/drawing/2014/main" id="{FB671A5F-4509-9435-368F-4133812513FE}"/>
              </a:ext>
            </a:extLst>
          </p:cNvPr>
          <p:cNvSpPr txBox="1"/>
          <p:nvPr/>
        </p:nvSpPr>
        <p:spPr>
          <a:xfrm>
            <a:off x="6475978" y="311079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65" name="TextBox 64">
            <a:extLst>
              <a:ext uri="{FF2B5EF4-FFF2-40B4-BE49-F238E27FC236}">
                <a16:creationId xmlns:a16="http://schemas.microsoft.com/office/drawing/2014/main" id="{21BA2097-EF0B-11D9-8030-06F8EBA5C288}"/>
              </a:ext>
            </a:extLst>
          </p:cNvPr>
          <p:cNvSpPr txBox="1"/>
          <p:nvPr/>
        </p:nvSpPr>
        <p:spPr>
          <a:xfrm>
            <a:off x="323975" y="3403186"/>
            <a:ext cx="5085891" cy="1702197"/>
          </a:xfrm>
          <a:prstGeom prst="rect">
            <a:avLst/>
          </a:prstGeom>
          <a:noFill/>
        </p:spPr>
        <p:txBody>
          <a:bodyPr wrap="square" rtlCol="0">
            <a:spAutoFit/>
          </a:bodyPr>
          <a:lstStyle/>
          <a:p>
            <a:pPr>
              <a:lnSpc>
                <a:spcPct val="150000"/>
              </a:lnSpc>
            </a:pPr>
            <a:r>
              <a:rPr lang="en-US" sz="2400" b="1" dirty="0">
                <a:latin typeface="Garamond" panose="02020404030301010803" pitchFamily="18" charset="0"/>
              </a:rPr>
              <a:t>Avoiding Guesswork: </a:t>
            </a:r>
            <a:r>
              <a:rPr lang="en-US" sz="2400" dirty="0">
                <a:latin typeface="Garamond" panose="02020404030301010803" pitchFamily="18" charset="0"/>
              </a:rPr>
              <a:t>Do NOT try to guess numbers but try to use the logic to eliminate the puzzle.</a:t>
            </a:r>
          </a:p>
        </p:txBody>
      </p:sp>
      <p:sp>
        <p:nvSpPr>
          <p:cNvPr id="200" name="Rectangle 199">
            <a:extLst>
              <a:ext uri="{FF2B5EF4-FFF2-40B4-BE49-F238E27FC236}">
                <a16:creationId xmlns:a16="http://schemas.microsoft.com/office/drawing/2014/main" id="{F66DA9B4-649B-7B97-07C3-D20E78A4D6B5}"/>
              </a:ext>
            </a:extLst>
          </p:cNvPr>
          <p:cNvSpPr/>
          <p:nvPr/>
        </p:nvSpPr>
        <p:spPr>
          <a:xfrm>
            <a:off x="7914201" y="2083047"/>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1" name="Rectangle 200">
            <a:extLst>
              <a:ext uri="{FF2B5EF4-FFF2-40B4-BE49-F238E27FC236}">
                <a16:creationId xmlns:a16="http://schemas.microsoft.com/office/drawing/2014/main" id="{EC3F4FCC-3810-C9BF-995A-D8B7B5637663}"/>
              </a:ext>
            </a:extLst>
          </p:cNvPr>
          <p:cNvSpPr/>
          <p:nvPr/>
        </p:nvSpPr>
        <p:spPr>
          <a:xfrm>
            <a:off x="5908515" y="3429735"/>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0" name="Rectangle 209">
            <a:extLst>
              <a:ext uri="{FF2B5EF4-FFF2-40B4-BE49-F238E27FC236}">
                <a16:creationId xmlns:a16="http://schemas.microsoft.com/office/drawing/2014/main" id="{A3DA62EE-D6C6-7A6A-FDEE-57252E056EF2}"/>
              </a:ext>
            </a:extLst>
          </p:cNvPr>
          <p:cNvSpPr/>
          <p:nvPr/>
        </p:nvSpPr>
        <p:spPr>
          <a:xfrm>
            <a:off x="7738350" y="5152758"/>
            <a:ext cx="588151" cy="66422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1" name="TextBox 210">
            <a:extLst>
              <a:ext uri="{FF2B5EF4-FFF2-40B4-BE49-F238E27FC236}">
                <a16:creationId xmlns:a16="http://schemas.microsoft.com/office/drawing/2014/main" id="{61AE0495-7413-5E20-45C4-B132B7BBAF31}"/>
              </a:ext>
            </a:extLst>
          </p:cNvPr>
          <p:cNvSpPr txBox="1"/>
          <p:nvPr/>
        </p:nvSpPr>
        <p:spPr>
          <a:xfrm>
            <a:off x="7827292" y="520935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3433596978"/>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19009" y="313155"/>
            <a:ext cx="4520111" cy="2585323"/>
          </a:xfrm>
          <a:prstGeom prst="rect">
            <a:avLst/>
          </a:prstGeom>
          <a:noFill/>
        </p:spPr>
        <p:txBody>
          <a:bodyPr wrap="square" rtlCol="0">
            <a:spAutoFit/>
          </a:bodyPr>
          <a:lstStyle/>
          <a:p>
            <a:r>
              <a:rPr lang="en-US" sz="5400" b="1" dirty="0">
                <a:latin typeface="Playfair Display Black" pitchFamily="2" charset="77"/>
              </a:rPr>
              <a:t>Strategies to solve the puzzle</a:t>
            </a:r>
            <a:endParaRPr lang="en-TW" sz="5400" b="1" i="1" dirty="0">
              <a:latin typeface="Playfair Display SemiBold" pitchFamily="2" charset="77"/>
            </a:endParaRP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515602" y="379961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422303" y="5848685"/>
            <a:ext cx="602004" cy="6145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4366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705408" y="3031765"/>
                <a:ext cx="19747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705408" y="3031765"/>
                <a:ext cx="197478" cy="276999"/>
              </a:xfrm>
              <a:prstGeom prst="rect">
                <a:avLst/>
              </a:prstGeom>
              <a:blipFill>
                <a:blip r:embed="rId10"/>
                <a:stretch>
                  <a:fillRect l="-25000" r="-25000"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1"/>
                <a:stretch>
                  <a:fillRect l="-10526" r="-15789" b="-4348"/>
                </a:stretch>
              </a:blipFill>
            </p:spPr>
            <p:txBody>
              <a:bodyPr/>
              <a:lstStyle/>
              <a:p>
                <a:r>
                  <a:rPr lang="en-TW">
                    <a:noFill/>
                  </a:rPr>
                  <a:t> </a:t>
                </a:r>
              </a:p>
            </p:txBody>
          </p:sp>
        </mc:Fallback>
      </mc:AlternateContent>
      <p:sp>
        <p:nvSpPr>
          <p:cNvPr id="159" name="Rectangle 158">
            <a:extLst>
              <a:ext uri="{FF2B5EF4-FFF2-40B4-BE49-F238E27FC236}">
                <a16:creationId xmlns:a16="http://schemas.microsoft.com/office/drawing/2014/main" id="{04706051-1C3A-8277-B370-7AD04420CB80}"/>
              </a:ext>
            </a:extLst>
          </p:cNvPr>
          <p:cNvSpPr/>
          <p:nvPr/>
        </p:nvSpPr>
        <p:spPr>
          <a:xfrm>
            <a:off x="6385531" y="2408164"/>
            <a:ext cx="579826" cy="6353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0" name="Rectangle 169">
            <a:extLst>
              <a:ext uri="{FF2B5EF4-FFF2-40B4-BE49-F238E27FC236}">
                <a16:creationId xmlns:a16="http://schemas.microsoft.com/office/drawing/2014/main" id="{16DF678B-9127-858E-A0F3-ACF80ACFF36D}"/>
              </a:ext>
            </a:extLst>
          </p:cNvPr>
          <p:cNvSpPr/>
          <p:nvPr/>
        </p:nvSpPr>
        <p:spPr>
          <a:xfrm>
            <a:off x="7266420" y="327228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3" name="Rectangle 172">
            <a:extLst>
              <a:ext uri="{FF2B5EF4-FFF2-40B4-BE49-F238E27FC236}">
                <a16:creationId xmlns:a16="http://schemas.microsoft.com/office/drawing/2014/main" id="{1DF28DA1-8402-E1A0-AEC3-E65C1918758F}"/>
              </a:ext>
            </a:extLst>
          </p:cNvPr>
          <p:cNvSpPr/>
          <p:nvPr/>
        </p:nvSpPr>
        <p:spPr>
          <a:xfrm>
            <a:off x="5693052" y="3184652"/>
            <a:ext cx="530089" cy="54489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4" name="Rectangle 173">
            <a:extLst>
              <a:ext uri="{FF2B5EF4-FFF2-40B4-BE49-F238E27FC236}">
                <a16:creationId xmlns:a16="http://schemas.microsoft.com/office/drawing/2014/main" id="{B2D048EF-5C97-CED4-8269-151BECD65766}"/>
              </a:ext>
            </a:extLst>
          </p:cNvPr>
          <p:cNvSpPr/>
          <p:nvPr/>
        </p:nvSpPr>
        <p:spPr>
          <a:xfrm>
            <a:off x="6342772" y="310524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5" name="Rectangle 174">
            <a:extLst>
              <a:ext uri="{FF2B5EF4-FFF2-40B4-BE49-F238E27FC236}">
                <a16:creationId xmlns:a16="http://schemas.microsoft.com/office/drawing/2014/main" id="{F22A0ABD-B6EE-217E-0BDF-0B750E012804}"/>
              </a:ext>
            </a:extLst>
          </p:cNvPr>
          <p:cNvSpPr/>
          <p:nvPr/>
        </p:nvSpPr>
        <p:spPr>
          <a:xfrm>
            <a:off x="5690778" y="3098269"/>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0" name="Rectangle 179">
            <a:extLst>
              <a:ext uri="{FF2B5EF4-FFF2-40B4-BE49-F238E27FC236}">
                <a16:creationId xmlns:a16="http://schemas.microsoft.com/office/drawing/2014/main" id="{3E99A61C-49D3-3856-BCAD-C506CC1F7425}"/>
              </a:ext>
            </a:extLst>
          </p:cNvPr>
          <p:cNvSpPr/>
          <p:nvPr/>
        </p:nvSpPr>
        <p:spPr>
          <a:xfrm>
            <a:off x="7039646" y="3118242"/>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9" name="Rectangle 188">
            <a:extLst>
              <a:ext uri="{FF2B5EF4-FFF2-40B4-BE49-F238E27FC236}">
                <a16:creationId xmlns:a16="http://schemas.microsoft.com/office/drawing/2014/main" id="{43AA9078-C19F-38C1-F920-D520257E0D92}"/>
              </a:ext>
            </a:extLst>
          </p:cNvPr>
          <p:cNvSpPr/>
          <p:nvPr/>
        </p:nvSpPr>
        <p:spPr>
          <a:xfrm>
            <a:off x="7890847" y="3543755"/>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1" name="Rectangle 190">
            <a:extLst>
              <a:ext uri="{FF2B5EF4-FFF2-40B4-BE49-F238E27FC236}">
                <a16:creationId xmlns:a16="http://schemas.microsoft.com/office/drawing/2014/main" id="{B4338253-BD90-6078-74C4-8B4C217BF68E}"/>
              </a:ext>
            </a:extLst>
          </p:cNvPr>
          <p:cNvSpPr/>
          <p:nvPr/>
        </p:nvSpPr>
        <p:spPr>
          <a:xfrm>
            <a:off x="5715384" y="1733906"/>
            <a:ext cx="522257" cy="5827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5" name="TextBox 184">
            <a:extLst>
              <a:ext uri="{FF2B5EF4-FFF2-40B4-BE49-F238E27FC236}">
                <a16:creationId xmlns:a16="http://schemas.microsoft.com/office/drawing/2014/main" id="{C52E1DDF-EB40-1C06-AEFE-E4F35FE5EC28}"/>
              </a:ext>
            </a:extLst>
          </p:cNvPr>
          <p:cNvSpPr txBox="1"/>
          <p:nvPr/>
        </p:nvSpPr>
        <p:spPr>
          <a:xfrm>
            <a:off x="6458870" y="241814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90" name="Rectangle 189">
            <a:extLst>
              <a:ext uri="{FF2B5EF4-FFF2-40B4-BE49-F238E27FC236}">
                <a16:creationId xmlns:a16="http://schemas.microsoft.com/office/drawing/2014/main" id="{A1D128E5-DDF3-D7EF-808E-E669712F5526}"/>
              </a:ext>
            </a:extLst>
          </p:cNvPr>
          <p:cNvSpPr/>
          <p:nvPr/>
        </p:nvSpPr>
        <p:spPr>
          <a:xfrm>
            <a:off x="6796256" y="3117405"/>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2" name="Rectangle 191">
            <a:extLst>
              <a:ext uri="{FF2B5EF4-FFF2-40B4-BE49-F238E27FC236}">
                <a16:creationId xmlns:a16="http://schemas.microsoft.com/office/drawing/2014/main" id="{9629BD9F-09C9-B703-00AC-892E30A1CCDD}"/>
              </a:ext>
            </a:extLst>
          </p:cNvPr>
          <p:cNvSpPr/>
          <p:nvPr/>
        </p:nvSpPr>
        <p:spPr>
          <a:xfrm>
            <a:off x="7455747" y="309216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3" name="Rectangle 192">
            <a:extLst>
              <a:ext uri="{FF2B5EF4-FFF2-40B4-BE49-F238E27FC236}">
                <a16:creationId xmlns:a16="http://schemas.microsoft.com/office/drawing/2014/main" id="{D59E079D-7108-98C7-1387-A871E8CDD5EF}"/>
              </a:ext>
            </a:extLst>
          </p:cNvPr>
          <p:cNvSpPr/>
          <p:nvPr/>
        </p:nvSpPr>
        <p:spPr>
          <a:xfrm>
            <a:off x="8149966" y="242645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4" name="Rectangle 193">
            <a:extLst>
              <a:ext uri="{FF2B5EF4-FFF2-40B4-BE49-F238E27FC236}">
                <a16:creationId xmlns:a16="http://schemas.microsoft.com/office/drawing/2014/main" id="{1ED0058B-5061-42E1-E358-03B8667AA456}"/>
              </a:ext>
            </a:extLst>
          </p:cNvPr>
          <p:cNvSpPr/>
          <p:nvPr/>
        </p:nvSpPr>
        <p:spPr>
          <a:xfrm>
            <a:off x="6376929" y="3257088"/>
            <a:ext cx="425916" cy="4679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5" name="Rectangle 194">
            <a:extLst>
              <a:ext uri="{FF2B5EF4-FFF2-40B4-BE49-F238E27FC236}">
                <a16:creationId xmlns:a16="http://schemas.microsoft.com/office/drawing/2014/main" id="{1BF3F6A7-DEEC-B2FC-B98C-0BF1CCB34A99}"/>
              </a:ext>
            </a:extLst>
          </p:cNvPr>
          <p:cNvSpPr/>
          <p:nvPr/>
        </p:nvSpPr>
        <p:spPr>
          <a:xfrm>
            <a:off x="9447939" y="3105247"/>
            <a:ext cx="222220" cy="63582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6" name="Rectangle 195">
            <a:extLst>
              <a:ext uri="{FF2B5EF4-FFF2-40B4-BE49-F238E27FC236}">
                <a16:creationId xmlns:a16="http://schemas.microsoft.com/office/drawing/2014/main" id="{5E14EB5C-D9FA-709C-15FB-38F6180DE581}"/>
              </a:ext>
            </a:extLst>
          </p:cNvPr>
          <p:cNvSpPr/>
          <p:nvPr/>
        </p:nvSpPr>
        <p:spPr>
          <a:xfrm>
            <a:off x="7718392" y="2432747"/>
            <a:ext cx="619394" cy="62533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7" name="TextBox 196">
            <a:extLst>
              <a:ext uri="{FF2B5EF4-FFF2-40B4-BE49-F238E27FC236}">
                <a16:creationId xmlns:a16="http://schemas.microsoft.com/office/drawing/2014/main" id="{4902F524-9CF1-4848-AFF0-F9FF52A6EF99}"/>
              </a:ext>
            </a:extLst>
          </p:cNvPr>
          <p:cNvSpPr txBox="1"/>
          <p:nvPr/>
        </p:nvSpPr>
        <p:spPr>
          <a:xfrm>
            <a:off x="7832099" y="244126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71" name="Rectangle 170">
            <a:extLst>
              <a:ext uri="{FF2B5EF4-FFF2-40B4-BE49-F238E27FC236}">
                <a16:creationId xmlns:a16="http://schemas.microsoft.com/office/drawing/2014/main" id="{D8679C95-3A30-3F40-D623-1A323CD134A8}"/>
              </a:ext>
            </a:extLst>
          </p:cNvPr>
          <p:cNvSpPr/>
          <p:nvPr/>
        </p:nvSpPr>
        <p:spPr>
          <a:xfrm>
            <a:off x="10497195" y="4782138"/>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1" name="TextBox 160">
            <a:extLst>
              <a:ext uri="{FF2B5EF4-FFF2-40B4-BE49-F238E27FC236}">
                <a16:creationId xmlns:a16="http://schemas.microsoft.com/office/drawing/2014/main" id="{4C7C8432-158A-1459-DBDC-542221F0B31E}"/>
              </a:ext>
            </a:extLst>
          </p:cNvPr>
          <p:cNvSpPr txBox="1"/>
          <p:nvPr/>
        </p:nvSpPr>
        <p:spPr>
          <a:xfrm>
            <a:off x="10586730" y="449084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77" name="Rectangle 176">
            <a:extLst>
              <a:ext uri="{FF2B5EF4-FFF2-40B4-BE49-F238E27FC236}">
                <a16:creationId xmlns:a16="http://schemas.microsoft.com/office/drawing/2014/main" id="{A7B3742C-A49F-7ACE-EBAE-687ADD1D6CF1}"/>
              </a:ext>
            </a:extLst>
          </p:cNvPr>
          <p:cNvSpPr/>
          <p:nvPr/>
        </p:nvSpPr>
        <p:spPr>
          <a:xfrm>
            <a:off x="9886018" y="4481926"/>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2" name="TextBox 171">
            <a:extLst>
              <a:ext uri="{FF2B5EF4-FFF2-40B4-BE49-F238E27FC236}">
                <a16:creationId xmlns:a16="http://schemas.microsoft.com/office/drawing/2014/main" id="{D2D3D5C9-6A20-ECEC-F563-37279E99E4D7}"/>
              </a:ext>
            </a:extLst>
          </p:cNvPr>
          <p:cNvSpPr txBox="1"/>
          <p:nvPr/>
        </p:nvSpPr>
        <p:spPr>
          <a:xfrm>
            <a:off x="9895907" y="449258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79" name="Rectangle 178">
            <a:extLst>
              <a:ext uri="{FF2B5EF4-FFF2-40B4-BE49-F238E27FC236}">
                <a16:creationId xmlns:a16="http://schemas.microsoft.com/office/drawing/2014/main" id="{1B805C2A-FF84-1FC3-4282-FF281D59F564}"/>
              </a:ext>
            </a:extLst>
          </p:cNvPr>
          <p:cNvSpPr/>
          <p:nvPr/>
        </p:nvSpPr>
        <p:spPr>
          <a:xfrm>
            <a:off x="10493052" y="6138453"/>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6" name="TextBox 175">
            <a:extLst>
              <a:ext uri="{FF2B5EF4-FFF2-40B4-BE49-F238E27FC236}">
                <a16:creationId xmlns:a16="http://schemas.microsoft.com/office/drawing/2014/main" id="{B1DB8FCA-814F-114B-5236-D36A53AFC846}"/>
              </a:ext>
            </a:extLst>
          </p:cNvPr>
          <p:cNvSpPr txBox="1"/>
          <p:nvPr/>
        </p:nvSpPr>
        <p:spPr>
          <a:xfrm>
            <a:off x="10586730" y="585232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81" name="Rectangle 180">
            <a:extLst>
              <a:ext uri="{FF2B5EF4-FFF2-40B4-BE49-F238E27FC236}">
                <a16:creationId xmlns:a16="http://schemas.microsoft.com/office/drawing/2014/main" id="{392327C1-FA7A-3E35-494F-E909888F59D8}"/>
              </a:ext>
            </a:extLst>
          </p:cNvPr>
          <p:cNvSpPr/>
          <p:nvPr/>
        </p:nvSpPr>
        <p:spPr>
          <a:xfrm>
            <a:off x="7925359" y="6117622"/>
            <a:ext cx="319032" cy="31583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2" name="Rectangle 181">
            <a:extLst>
              <a:ext uri="{FF2B5EF4-FFF2-40B4-BE49-F238E27FC236}">
                <a16:creationId xmlns:a16="http://schemas.microsoft.com/office/drawing/2014/main" id="{ED584754-EFFB-458D-0A32-E84102B33E23}"/>
              </a:ext>
            </a:extLst>
          </p:cNvPr>
          <p:cNvSpPr/>
          <p:nvPr/>
        </p:nvSpPr>
        <p:spPr>
          <a:xfrm>
            <a:off x="7739196" y="4478600"/>
            <a:ext cx="537475" cy="60207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3" name="Rectangle 182">
            <a:extLst>
              <a:ext uri="{FF2B5EF4-FFF2-40B4-BE49-F238E27FC236}">
                <a16:creationId xmlns:a16="http://schemas.microsoft.com/office/drawing/2014/main" id="{5D59A1A6-BAF9-3FF6-EEFE-945F994EDE6E}"/>
              </a:ext>
            </a:extLst>
          </p:cNvPr>
          <p:cNvSpPr/>
          <p:nvPr/>
        </p:nvSpPr>
        <p:spPr>
          <a:xfrm>
            <a:off x="9081886" y="4840992"/>
            <a:ext cx="248060" cy="27699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4" name="TextBox 183">
            <a:extLst>
              <a:ext uri="{FF2B5EF4-FFF2-40B4-BE49-F238E27FC236}">
                <a16:creationId xmlns:a16="http://schemas.microsoft.com/office/drawing/2014/main" id="{89FC8A6A-7207-52A1-5E6D-C530BB1217EE}"/>
              </a:ext>
            </a:extLst>
          </p:cNvPr>
          <p:cNvSpPr txBox="1"/>
          <p:nvPr/>
        </p:nvSpPr>
        <p:spPr>
          <a:xfrm>
            <a:off x="9183464" y="311080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202" name="Rectangle 201">
            <a:extLst>
              <a:ext uri="{FF2B5EF4-FFF2-40B4-BE49-F238E27FC236}">
                <a16:creationId xmlns:a16="http://schemas.microsoft.com/office/drawing/2014/main" id="{0BCC1E1B-A8E3-ADE9-7C6C-FD966DD68E0B}"/>
              </a:ext>
            </a:extLst>
          </p:cNvPr>
          <p:cNvSpPr/>
          <p:nvPr/>
        </p:nvSpPr>
        <p:spPr>
          <a:xfrm>
            <a:off x="9531664" y="1029903"/>
            <a:ext cx="17696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3" name="Rectangle 202">
            <a:extLst>
              <a:ext uri="{FF2B5EF4-FFF2-40B4-BE49-F238E27FC236}">
                <a16:creationId xmlns:a16="http://schemas.microsoft.com/office/drawing/2014/main" id="{CF23C6B5-6561-5917-A3AB-26E16DB25C84}"/>
              </a:ext>
            </a:extLst>
          </p:cNvPr>
          <p:cNvSpPr/>
          <p:nvPr/>
        </p:nvSpPr>
        <p:spPr>
          <a:xfrm>
            <a:off x="8089011" y="3101388"/>
            <a:ext cx="269265" cy="17089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4" name="Rectangle 203">
            <a:extLst>
              <a:ext uri="{FF2B5EF4-FFF2-40B4-BE49-F238E27FC236}">
                <a16:creationId xmlns:a16="http://schemas.microsoft.com/office/drawing/2014/main" id="{02AF9BA1-39DC-176F-0A92-97F435ED8753}"/>
              </a:ext>
            </a:extLst>
          </p:cNvPr>
          <p:cNvSpPr/>
          <p:nvPr/>
        </p:nvSpPr>
        <p:spPr>
          <a:xfrm>
            <a:off x="9323552" y="1473811"/>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6" name="Rectangle 205">
            <a:extLst>
              <a:ext uri="{FF2B5EF4-FFF2-40B4-BE49-F238E27FC236}">
                <a16:creationId xmlns:a16="http://schemas.microsoft.com/office/drawing/2014/main" id="{E36FE2D7-B7AC-43A1-D245-B7AC1C78622F}"/>
              </a:ext>
            </a:extLst>
          </p:cNvPr>
          <p:cNvSpPr/>
          <p:nvPr/>
        </p:nvSpPr>
        <p:spPr>
          <a:xfrm>
            <a:off x="9164233" y="1097984"/>
            <a:ext cx="505926" cy="54233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5" name="TextBox 204">
            <a:extLst>
              <a:ext uri="{FF2B5EF4-FFF2-40B4-BE49-F238E27FC236}">
                <a16:creationId xmlns:a16="http://schemas.microsoft.com/office/drawing/2014/main" id="{33719A79-E434-7A3A-7132-DB19870C3404}"/>
              </a:ext>
            </a:extLst>
          </p:cNvPr>
          <p:cNvSpPr txBox="1"/>
          <p:nvPr/>
        </p:nvSpPr>
        <p:spPr>
          <a:xfrm>
            <a:off x="9205916" y="105554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07" name="Rectangle 206">
            <a:extLst>
              <a:ext uri="{FF2B5EF4-FFF2-40B4-BE49-F238E27FC236}">
                <a16:creationId xmlns:a16="http://schemas.microsoft.com/office/drawing/2014/main" id="{B560A7CD-D423-2B05-E657-61316B544ACF}"/>
              </a:ext>
            </a:extLst>
          </p:cNvPr>
          <p:cNvSpPr/>
          <p:nvPr/>
        </p:nvSpPr>
        <p:spPr>
          <a:xfrm>
            <a:off x="10721121" y="126982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8" name="Rectangle 207">
            <a:extLst>
              <a:ext uri="{FF2B5EF4-FFF2-40B4-BE49-F238E27FC236}">
                <a16:creationId xmlns:a16="http://schemas.microsoft.com/office/drawing/2014/main" id="{BD1956A4-AE4D-450B-CC73-7A78D5BFB834}"/>
              </a:ext>
            </a:extLst>
          </p:cNvPr>
          <p:cNvSpPr/>
          <p:nvPr/>
        </p:nvSpPr>
        <p:spPr>
          <a:xfrm>
            <a:off x="10012088" y="12611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9" name="Rectangle 208">
            <a:extLst>
              <a:ext uri="{FF2B5EF4-FFF2-40B4-BE49-F238E27FC236}">
                <a16:creationId xmlns:a16="http://schemas.microsoft.com/office/drawing/2014/main" id="{BA77615D-29D7-D03F-0AA3-115D446492EB}"/>
              </a:ext>
            </a:extLst>
          </p:cNvPr>
          <p:cNvSpPr/>
          <p:nvPr/>
        </p:nvSpPr>
        <p:spPr>
          <a:xfrm>
            <a:off x="7242169" y="12460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4" name="Rectangle 213">
            <a:extLst>
              <a:ext uri="{FF2B5EF4-FFF2-40B4-BE49-F238E27FC236}">
                <a16:creationId xmlns:a16="http://schemas.microsoft.com/office/drawing/2014/main" id="{766505CA-6811-1FC3-49CB-72750672C564}"/>
              </a:ext>
            </a:extLst>
          </p:cNvPr>
          <p:cNvSpPr/>
          <p:nvPr/>
        </p:nvSpPr>
        <p:spPr>
          <a:xfrm>
            <a:off x="6595501" y="12824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5" name="Rectangle 214">
            <a:extLst>
              <a:ext uri="{FF2B5EF4-FFF2-40B4-BE49-F238E27FC236}">
                <a16:creationId xmlns:a16="http://schemas.microsoft.com/office/drawing/2014/main" id="{0AFBAEE6-7F8B-2A9C-A4E8-BB9C20EEA3B0}"/>
              </a:ext>
            </a:extLst>
          </p:cNvPr>
          <p:cNvSpPr/>
          <p:nvPr/>
        </p:nvSpPr>
        <p:spPr>
          <a:xfrm>
            <a:off x="9323552" y="193031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6" name="Rectangle 215">
            <a:extLst>
              <a:ext uri="{FF2B5EF4-FFF2-40B4-BE49-F238E27FC236}">
                <a16:creationId xmlns:a16="http://schemas.microsoft.com/office/drawing/2014/main" id="{2AF580F5-98EB-254B-2B51-D33F47C23472}"/>
              </a:ext>
            </a:extLst>
          </p:cNvPr>
          <p:cNvSpPr/>
          <p:nvPr/>
        </p:nvSpPr>
        <p:spPr>
          <a:xfrm>
            <a:off x="9339046" y="472761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7" name="Rectangle 216">
            <a:extLst>
              <a:ext uri="{FF2B5EF4-FFF2-40B4-BE49-F238E27FC236}">
                <a16:creationId xmlns:a16="http://schemas.microsoft.com/office/drawing/2014/main" id="{C3EF5645-A03F-DA63-7637-16CDBF7FE386}"/>
              </a:ext>
            </a:extLst>
          </p:cNvPr>
          <p:cNvSpPr/>
          <p:nvPr/>
        </p:nvSpPr>
        <p:spPr>
          <a:xfrm>
            <a:off x="9322056" y="538430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8" name="Rectangle 217">
            <a:extLst>
              <a:ext uri="{FF2B5EF4-FFF2-40B4-BE49-F238E27FC236}">
                <a16:creationId xmlns:a16="http://schemas.microsoft.com/office/drawing/2014/main" id="{2D7176F9-1BE1-DF40-91B2-C84216F15159}"/>
              </a:ext>
            </a:extLst>
          </p:cNvPr>
          <p:cNvSpPr/>
          <p:nvPr/>
        </p:nvSpPr>
        <p:spPr>
          <a:xfrm>
            <a:off x="8649373" y="1948775"/>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9" name="Rectangle 218">
            <a:extLst>
              <a:ext uri="{FF2B5EF4-FFF2-40B4-BE49-F238E27FC236}">
                <a16:creationId xmlns:a16="http://schemas.microsoft.com/office/drawing/2014/main" id="{7C4DD4FB-A9C1-28A8-22B1-9614B3418ED4}"/>
              </a:ext>
            </a:extLst>
          </p:cNvPr>
          <p:cNvSpPr/>
          <p:nvPr/>
        </p:nvSpPr>
        <p:spPr>
          <a:xfrm>
            <a:off x="8684329" y="58729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2" name="Rectangle 221">
            <a:extLst>
              <a:ext uri="{FF2B5EF4-FFF2-40B4-BE49-F238E27FC236}">
                <a16:creationId xmlns:a16="http://schemas.microsoft.com/office/drawing/2014/main" id="{D2B33FC8-C282-59EC-9C55-C4592F026A53}"/>
              </a:ext>
            </a:extLst>
          </p:cNvPr>
          <p:cNvSpPr/>
          <p:nvPr/>
        </p:nvSpPr>
        <p:spPr>
          <a:xfrm>
            <a:off x="9297447" y="5529840"/>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3" name="Rectangle 222">
            <a:extLst>
              <a:ext uri="{FF2B5EF4-FFF2-40B4-BE49-F238E27FC236}">
                <a16:creationId xmlns:a16="http://schemas.microsoft.com/office/drawing/2014/main" id="{512D3BA0-E671-74C3-F357-40290739E3E0}"/>
              </a:ext>
            </a:extLst>
          </p:cNvPr>
          <p:cNvSpPr/>
          <p:nvPr/>
        </p:nvSpPr>
        <p:spPr>
          <a:xfrm>
            <a:off x="9452395" y="4850958"/>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4" name="TextBox 223">
            <a:extLst>
              <a:ext uri="{FF2B5EF4-FFF2-40B4-BE49-F238E27FC236}">
                <a16:creationId xmlns:a16="http://schemas.microsoft.com/office/drawing/2014/main" id="{6381C123-414C-FAFB-0F56-7D262E3CA9AA}"/>
              </a:ext>
            </a:extLst>
          </p:cNvPr>
          <p:cNvSpPr txBox="1"/>
          <p:nvPr/>
        </p:nvSpPr>
        <p:spPr>
          <a:xfrm>
            <a:off x="9183464" y="44807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25" name="TextBox 224">
            <a:extLst>
              <a:ext uri="{FF2B5EF4-FFF2-40B4-BE49-F238E27FC236}">
                <a16:creationId xmlns:a16="http://schemas.microsoft.com/office/drawing/2014/main" id="{795B0AFA-3E86-F7B7-7118-1E9A2244070B}"/>
              </a:ext>
            </a:extLst>
          </p:cNvPr>
          <p:cNvSpPr txBox="1"/>
          <p:nvPr/>
        </p:nvSpPr>
        <p:spPr>
          <a:xfrm>
            <a:off x="9191361" y="5158492"/>
            <a:ext cx="412292" cy="584775"/>
          </a:xfrm>
          <a:prstGeom prst="rect">
            <a:avLst/>
          </a:prstGeom>
          <a:noFill/>
        </p:spPr>
        <p:txBody>
          <a:bodyPr wrap="none" rtlCol="0">
            <a:spAutoFit/>
          </a:bodyPr>
          <a:lstStyle/>
          <a:p>
            <a:r>
              <a:rPr lang="en-TW" sz="3200">
                <a:latin typeface="Arial" panose="020B0604020202020204" pitchFamily="34" charset="0"/>
                <a:cs typeface="Arial" panose="020B0604020202020204" pitchFamily="34" charset="0"/>
              </a:rPr>
              <a:t>8</a:t>
            </a:r>
            <a:endParaRPr lang="en-TW" sz="3200" dirty="0">
              <a:latin typeface="Arial" panose="020B0604020202020204" pitchFamily="34" charset="0"/>
              <a:cs typeface="Arial" panose="020B0604020202020204" pitchFamily="34" charset="0"/>
            </a:endParaRPr>
          </a:p>
        </p:txBody>
      </p:sp>
      <p:sp>
        <p:nvSpPr>
          <p:cNvPr id="228" name="Rectangle 227">
            <a:extLst>
              <a:ext uri="{FF2B5EF4-FFF2-40B4-BE49-F238E27FC236}">
                <a16:creationId xmlns:a16="http://schemas.microsoft.com/office/drawing/2014/main" id="{C8860A68-4F1C-9DA5-E809-82C02EC64EAD}"/>
              </a:ext>
            </a:extLst>
          </p:cNvPr>
          <p:cNvSpPr/>
          <p:nvPr/>
        </p:nvSpPr>
        <p:spPr>
          <a:xfrm>
            <a:off x="8099275" y="47998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9" name="Rectangle 228">
            <a:extLst>
              <a:ext uri="{FF2B5EF4-FFF2-40B4-BE49-F238E27FC236}">
                <a16:creationId xmlns:a16="http://schemas.microsoft.com/office/drawing/2014/main" id="{91403988-2CF2-DD0B-A09B-915069F58805}"/>
              </a:ext>
            </a:extLst>
          </p:cNvPr>
          <p:cNvSpPr/>
          <p:nvPr/>
        </p:nvSpPr>
        <p:spPr>
          <a:xfrm>
            <a:off x="9129279" y="2027245"/>
            <a:ext cx="48892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0" name="TextBox 229">
            <a:extLst>
              <a:ext uri="{FF2B5EF4-FFF2-40B4-BE49-F238E27FC236}">
                <a16:creationId xmlns:a16="http://schemas.microsoft.com/office/drawing/2014/main" id="{1B5601BA-D55A-3553-2531-7CD21E7C3197}"/>
              </a:ext>
            </a:extLst>
          </p:cNvPr>
          <p:cNvSpPr txBox="1"/>
          <p:nvPr/>
        </p:nvSpPr>
        <p:spPr>
          <a:xfrm>
            <a:off x="9204247"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31" name="Rectangle 230">
            <a:extLst>
              <a:ext uri="{FF2B5EF4-FFF2-40B4-BE49-F238E27FC236}">
                <a16:creationId xmlns:a16="http://schemas.microsoft.com/office/drawing/2014/main" id="{4107C2FA-08B2-7D63-CFE9-EE416485CDBB}"/>
              </a:ext>
            </a:extLst>
          </p:cNvPr>
          <p:cNvSpPr/>
          <p:nvPr/>
        </p:nvSpPr>
        <p:spPr>
          <a:xfrm>
            <a:off x="7712934" y="2182214"/>
            <a:ext cx="229229" cy="1438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3" name="Rectangle 232">
            <a:extLst>
              <a:ext uri="{FF2B5EF4-FFF2-40B4-BE49-F238E27FC236}">
                <a16:creationId xmlns:a16="http://schemas.microsoft.com/office/drawing/2014/main" id="{14B33B9E-0993-FF86-51A4-725060ABE9BD}"/>
              </a:ext>
            </a:extLst>
          </p:cNvPr>
          <p:cNvSpPr/>
          <p:nvPr/>
        </p:nvSpPr>
        <p:spPr>
          <a:xfrm>
            <a:off x="7071889" y="400694"/>
            <a:ext cx="566297" cy="57994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4" name="TextBox 233">
            <a:extLst>
              <a:ext uri="{FF2B5EF4-FFF2-40B4-BE49-F238E27FC236}">
                <a16:creationId xmlns:a16="http://schemas.microsoft.com/office/drawing/2014/main" id="{BDA8A307-699D-600A-E0A1-98AE6F512079}"/>
              </a:ext>
            </a:extLst>
          </p:cNvPr>
          <p:cNvSpPr txBox="1"/>
          <p:nvPr/>
        </p:nvSpPr>
        <p:spPr>
          <a:xfrm>
            <a:off x="7145332" y="3996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35" name="Rectangle 234">
            <a:extLst>
              <a:ext uri="{FF2B5EF4-FFF2-40B4-BE49-F238E27FC236}">
                <a16:creationId xmlns:a16="http://schemas.microsoft.com/office/drawing/2014/main" id="{C8F335C3-4138-1526-F2AA-00497921C890}"/>
              </a:ext>
            </a:extLst>
          </p:cNvPr>
          <p:cNvSpPr/>
          <p:nvPr/>
        </p:nvSpPr>
        <p:spPr>
          <a:xfrm>
            <a:off x="7045756" y="1723232"/>
            <a:ext cx="566297" cy="5884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6" name="TextBox 235">
            <a:extLst>
              <a:ext uri="{FF2B5EF4-FFF2-40B4-BE49-F238E27FC236}">
                <a16:creationId xmlns:a16="http://schemas.microsoft.com/office/drawing/2014/main" id="{DF49BC09-9C00-6A89-5BD2-ACB18C4912F2}"/>
              </a:ext>
            </a:extLst>
          </p:cNvPr>
          <p:cNvSpPr txBox="1"/>
          <p:nvPr/>
        </p:nvSpPr>
        <p:spPr>
          <a:xfrm>
            <a:off x="7131829"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37" name="Rectangle 236">
            <a:extLst>
              <a:ext uri="{FF2B5EF4-FFF2-40B4-BE49-F238E27FC236}">
                <a16:creationId xmlns:a16="http://schemas.microsoft.com/office/drawing/2014/main" id="{AEC6FC8C-EBBB-5886-960E-8A1D817DA6B0}"/>
              </a:ext>
            </a:extLst>
          </p:cNvPr>
          <p:cNvSpPr/>
          <p:nvPr/>
        </p:nvSpPr>
        <p:spPr>
          <a:xfrm>
            <a:off x="8531610"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9" name="Rectangle 238">
            <a:extLst>
              <a:ext uri="{FF2B5EF4-FFF2-40B4-BE49-F238E27FC236}">
                <a16:creationId xmlns:a16="http://schemas.microsoft.com/office/drawing/2014/main" id="{D8ED5100-5F5F-EAF2-9D4A-2D427DBAA0F3}"/>
              </a:ext>
            </a:extLst>
          </p:cNvPr>
          <p:cNvSpPr/>
          <p:nvPr/>
        </p:nvSpPr>
        <p:spPr>
          <a:xfrm>
            <a:off x="9925297"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0" name="Rectangle 239">
            <a:extLst>
              <a:ext uri="{FF2B5EF4-FFF2-40B4-BE49-F238E27FC236}">
                <a16:creationId xmlns:a16="http://schemas.microsoft.com/office/drawing/2014/main" id="{04DD5F92-255E-CCE3-ABFB-B5206AF83DF0}"/>
              </a:ext>
            </a:extLst>
          </p:cNvPr>
          <p:cNvSpPr/>
          <p:nvPr/>
        </p:nvSpPr>
        <p:spPr>
          <a:xfrm>
            <a:off x="7912272" y="415730"/>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1" name="Rectangle 240">
            <a:extLst>
              <a:ext uri="{FF2B5EF4-FFF2-40B4-BE49-F238E27FC236}">
                <a16:creationId xmlns:a16="http://schemas.microsoft.com/office/drawing/2014/main" id="{3B0D5131-EEEA-300E-940B-36CA00755A5F}"/>
              </a:ext>
            </a:extLst>
          </p:cNvPr>
          <p:cNvSpPr/>
          <p:nvPr/>
        </p:nvSpPr>
        <p:spPr>
          <a:xfrm>
            <a:off x="7254089" y="106833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2" name="Rectangle 241">
            <a:extLst>
              <a:ext uri="{FF2B5EF4-FFF2-40B4-BE49-F238E27FC236}">
                <a16:creationId xmlns:a16="http://schemas.microsoft.com/office/drawing/2014/main" id="{3F6C1301-457E-D71C-A092-F5C83898146E}"/>
              </a:ext>
            </a:extLst>
          </p:cNvPr>
          <p:cNvSpPr/>
          <p:nvPr/>
        </p:nvSpPr>
        <p:spPr>
          <a:xfrm>
            <a:off x="10134881" y="2176406"/>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3" name="Rectangle 242">
            <a:extLst>
              <a:ext uri="{FF2B5EF4-FFF2-40B4-BE49-F238E27FC236}">
                <a16:creationId xmlns:a16="http://schemas.microsoft.com/office/drawing/2014/main" id="{F8EA2E08-39C7-520A-3EA2-F8B237708A7F}"/>
              </a:ext>
            </a:extLst>
          </p:cNvPr>
          <p:cNvSpPr/>
          <p:nvPr/>
        </p:nvSpPr>
        <p:spPr>
          <a:xfrm>
            <a:off x="10827615" y="217014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4" name="Rectangle 243">
            <a:extLst>
              <a:ext uri="{FF2B5EF4-FFF2-40B4-BE49-F238E27FC236}">
                <a16:creationId xmlns:a16="http://schemas.microsoft.com/office/drawing/2014/main" id="{C699844A-FC86-F507-31EC-1E785F2B27DB}"/>
              </a:ext>
            </a:extLst>
          </p:cNvPr>
          <p:cNvSpPr/>
          <p:nvPr/>
        </p:nvSpPr>
        <p:spPr>
          <a:xfrm>
            <a:off x="7724906" y="423661"/>
            <a:ext cx="619394" cy="55343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5" name="TextBox 244">
            <a:extLst>
              <a:ext uri="{FF2B5EF4-FFF2-40B4-BE49-F238E27FC236}">
                <a16:creationId xmlns:a16="http://schemas.microsoft.com/office/drawing/2014/main" id="{201E6257-18EC-A863-6F5F-ADE5009A4504}"/>
              </a:ext>
            </a:extLst>
          </p:cNvPr>
          <p:cNvSpPr txBox="1"/>
          <p:nvPr/>
        </p:nvSpPr>
        <p:spPr>
          <a:xfrm>
            <a:off x="7816188" y="39162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246" name="Rectangle 245">
            <a:extLst>
              <a:ext uri="{FF2B5EF4-FFF2-40B4-BE49-F238E27FC236}">
                <a16:creationId xmlns:a16="http://schemas.microsoft.com/office/drawing/2014/main" id="{820E42AB-8C41-5135-8233-82585BD4287E}"/>
              </a:ext>
            </a:extLst>
          </p:cNvPr>
          <p:cNvSpPr/>
          <p:nvPr/>
        </p:nvSpPr>
        <p:spPr>
          <a:xfrm>
            <a:off x="8422303" y="4496467"/>
            <a:ext cx="54224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7" name="TextBox 246">
            <a:extLst>
              <a:ext uri="{FF2B5EF4-FFF2-40B4-BE49-F238E27FC236}">
                <a16:creationId xmlns:a16="http://schemas.microsoft.com/office/drawing/2014/main" id="{C2A69587-58D1-FC98-0A17-E30F428555BC}"/>
              </a:ext>
            </a:extLst>
          </p:cNvPr>
          <p:cNvSpPr txBox="1"/>
          <p:nvPr/>
        </p:nvSpPr>
        <p:spPr>
          <a:xfrm>
            <a:off x="8532543" y="448423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48" name="Rectangle 247">
            <a:extLst>
              <a:ext uri="{FF2B5EF4-FFF2-40B4-BE49-F238E27FC236}">
                <a16:creationId xmlns:a16="http://schemas.microsoft.com/office/drawing/2014/main" id="{9177F8EB-3728-BC6B-36C3-512FF56BAA85}"/>
              </a:ext>
            </a:extLst>
          </p:cNvPr>
          <p:cNvSpPr/>
          <p:nvPr/>
        </p:nvSpPr>
        <p:spPr>
          <a:xfrm>
            <a:off x="6370452" y="4489456"/>
            <a:ext cx="458786" cy="44439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9" name="Rectangle 248">
            <a:extLst>
              <a:ext uri="{FF2B5EF4-FFF2-40B4-BE49-F238E27FC236}">
                <a16:creationId xmlns:a16="http://schemas.microsoft.com/office/drawing/2014/main" id="{0C4C4746-D243-C887-B50A-9CD5CFF0EE26}"/>
              </a:ext>
            </a:extLst>
          </p:cNvPr>
          <p:cNvSpPr/>
          <p:nvPr/>
        </p:nvSpPr>
        <p:spPr>
          <a:xfrm>
            <a:off x="5734158" y="4492587"/>
            <a:ext cx="541795" cy="5729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1" name="Rectangle 250">
            <a:extLst>
              <a:ext uri="{FF2B5EF4-FFF2-40B4-BE49-F238E27FC236}">
                <a16:creationId xmlns:a16="http://schemas.microsoft.com/office/drawing/2014/main" id="{FD95D967-A67E-1EEF-F03E-E54A8C69DB34}"/>
              </a:ext>
            </a:extLst>
          </p:cNvPr>
          <p:cNvSpPr/>
          <p:nvPr/>
        </p:nvSpPr>
        <p:spPr>
          <a:xfrm>
            <a:off x="7727488" y="5856466"/>
            <a:ext cx="543937" cy="57699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0" name="TextBox 249">
            <a:extLst>
              <a:ext uri="{FF2B5EF4-FFF2-40B4-BE49-F238E27FC236}">
                <a16:creationId xmlns:a16="http://schemas.microsoft.com/office/drawing/2014/main" id="{110196DE-1910-F473-F14B-36BA871CF150}"/>
              </a:ext>
            </a:extLst>
          </p:cNvPr>
          <p:cNvSpPr txBox="1"/>
          <p:nvPr/>
        </p:nvSpPr>
        <p:spPr>
          <a:xfrm>
            <a:off x="7840218" y="583283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52" name="TextBox 251">
            <a:extLst>
              <a:ext uri="{FF2B5EF4-FFF2-40B4-BE49-F238E27FC236}">
                <a16:creationId xmlns:a16="http://schemas.microsoft.com/office/drawing/2014/main" id="{BA224AF2-4DCA-0DE1-B099-1AFAFB24470B}"/>
              </a:ext>
            </a:extLst>
          </p:cNvPr>
          <p:cNvSpPr txBox="1"/>
          <p:nvPr/>
        </p:nvSpPr>
        <p:spPr>
          <a:xfrm>
            <a:off x="6440183" y="44943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53" name="TextBox 252">
            <a:extLst>
              <a:ext uri="{FF2B5EF4-FFF2-40B4-BE49-F238E27FC236}">
                <a16:creationId xmlns:a16="http://schemas.microsoft.com/office/drawing/2014/main" id="{5B086FF2-9B3A-DA73-5BDC-0E87B66AC092}"/>
              </a:ext>
            </a:extLst>
          </p:cNvPr>
          <p:cNvSpPr txBox="1"/>
          <p:nvPr/>
        </p:nvSpPr>
        <p:spPr>
          <a:xfrm>
            <a:off x="7839786" y="449436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4" name="TextBox 253">
            <a:extLst>
              <a:ext uri="{FF2B5EF4-FFF2-40B4-BE49-F238E27FC236}">
                <a16:creationId xmlns:a16="http://schemas.microsoft.com/office/drawing/2014/main" id="{4BFDE95B-A002-AEF5-F1AC-1ECA0E053CF2}"/>
              </a:ext>
            </a:extLst>
          </p:cNvPr>
          <p:cNvSpPr txBox="1"/>
          <p:nvPr/>
        </p:nvSpPr>
        <p:spPr>
          <a:xfrm>
            <a:off x="8515602" y="584606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56" name="Rectangle 255">
            <a:extLst>
              <a:ext uri="{FF2B5EF4-FFF2-40B4-BE49-F238E27FC236}">
                <a16:creationId xmlns:a16="http://schemas.microsoft.com/office/drawing/2014/main" id="{2B742E71-7317-5CB4-0DCB-00C44D46D9AA}"/>
              </a:ext>
            </a:extLst>
          </p:cNvPr>
          <p:cNvSpPr/>
          <p:nvPr/>
        </p:nvSpPr>
        <p:spPr>
          <a:xfrm>
            <a:off x="5683358" y="5874644"/>
            <a:ext cx="463017" cy="43873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7" name="TextBox 256">
            <a:extLst>
              <a:ext uri="{FF2B5EF4-FFF2-40B4-BE49-F238E27FC236}">
                <a16:creationId xmlns:a16="http://schemas.microsoft.com/office/drawing/2014/main" id="{450C6E93-9ADB-FF8C-83C5-93A81F3A0DA5}"/>
              </a:ext>
            </a:extLst>
          </p:cNvPr>
          <p:cNvSpPr txBox="1"/>
          <p:nvPr/>
        </p:nvSpPr>
        <p:spPr>
          <a:xfrm>
            <a:off x="5777460" y="582523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8" name="Rectangle 257">
            <a:extLst>
              <a:ext uri="{FF2B5EF4-FFF2-40B4-BE49-F238E27FC236}">
                <a16:creationId xmlns:a16="http://schemas.microsoft.com/office/drawing/2014/main" id="{428B6A53-9B88-0083-107D-3990498B6CAA}"/>
              </a:ext>
            </a:extLst>
          </p:cNvPr>
          <p:cNvSpPr/>
          <p:nvPr/>
        </p:nvSpPr>
        <p:spPr>
          <a:xfrm>
            <a:off x="5859231" y="4495990"/>
            <a:ext cx="250078"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9" name="TextBox 258">
            <a:extLst>
              <a:ext uri="{FF2B5EF4-FFF2-40B4-BE49-F238E27FC236}">
                <a16:creationId xmlns:a16="http://schemas.microsoft.com/office/drawing/2014/main" id="{D303BABD-70F8-5DAF-09E7-B41F813AF242}"/>
              </a:ext>
            </a:extLst>
          </p:cNvPr>
          <p:cNvSpPr txBox="1"/>
          <p:nvPr/>
        </p:nvSpPr>
        <p:spPr>
          <a:xfrm>
            <a:off x="5772021" y="449564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60" name="Rectangle 259">
            <a:extLst>
              <a:ext uri="{FF2B5EF4-FFF2-40B4-BE49-F238E27FC236}">
                <a16:creationId xmlns:a16="http://schemas.microsoft.com/office/drawing/2014/main" id="{F2A6B3C4-FEBC-00D2-A002-D84C4C5B858E}"/>
              </a:ext>
            </a:extLst>
          </p:cNvPr>
          <p:cNvSpPr/>
          <p:nvPr/>
        </p:nvSpPr>
        <p:spPr>
          <a:xfrm>
            <a:off x="5715384" y="5172343"/>
            <a:ext cx="541795" cy="4842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1" name="Rectangle 260">
            <a:extLst>
              <a:ext uri="{FF2B5EF4-FFF2-40B4-BE49-F238E27FC236}">
                <a16:creationId xmlns:a16="http://schemas.microsoft.com/office/drawing/2014/main" id="{62E4E071-8535-BA35-6D2A-10F53E468759}"/>
              </a:ext>
            </a:extLst>
          </p:cNvPr>
          <p:cNvSpPr/>
          <p:nvPr/>
        </p:nvSpPr>
        <p:spPr>
          <a:xfrm>
            <a:off x="7050930" y="5158858"/>
            <a:ext cx="541795" cy="53578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2" name="Rectangle 261">
            <a:extLst>
              <a:ext uri="{FF2B5EF4-FFF2-40B4-BE49-F238E27FC236}">
                <a16:creationId xmlns:a16="http://schemas.microsoft.com/office/drawing/2014/main" id="{AB09237B-8653-38E9-466E-5F582648ECD5}"/>
              </a:ext>
            </a:extLst>
          </p:cNvPr>
          <p:cNvSpPr/>
          <p:nvPr/>
        </p:nvSpPr>
        <p:spPr>
          <a:xfrm>
            <a:off x="6570479" y="81391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0" name="TextBox 159">
            <a:extLst>
              <a:ext uri="{FF2B5EF4-FFF2-40B4-BE49-F238E27FC236}">
                <a16:creationId xmlns:a16="http://schemas.microsoft.com/office/drawing/2014/main" id="{34E05BA3-A96A-3829-2820-71CC780071F3}"/>
              </a:ext>
            </a:extLst>
          </p:cNvPr>
          <p:cNvSpPr txBox="1"/>
          <p:nvPr/>
        </p:nvSpPr>
        <p:spPr>
          <a:xfrm>
            <a:off x="5778598" y="17390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00" name="TextBox 99">
            <a:extLst>
              <a:ext uri="{FF2B5EF4-FFF2-40B4-BE49-F238E27FC236}">
                <a16:creationId xmlns:a16="http://schemas.microsoft.com/office/drawing/2014/main" id="{FB671A5F-4509-9435-368F-4133812513FE}"/>
              </a:ext>
            </a:extLst>
          </p:cNvPr>
          <p:cNvSpPr txBox="1"/>
          <p:nvPr/>
        </p:nvSpPr>
        <p:spPr>
          <a:xfrm>
            <a:off x="6475978" y="311079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65" name="TextBox 64">
            <a:extLst>
              <a:ext uri="{FF2B5EF4-FFF2-40B4-BE49-F238E27FC236}">
                <a16:creationId xmlns:a16="http://schemas.microsoft.com/office/drawing/2014/main" id="{21BA2097-EF0B-11D9-8030-06F8EBA5C288}"/>
              </a:ext>
            </a:extLst>
          </p:cNvPr>
          <p:cNvSpPr txBox="1"/>
          <p:nvPr/>
        </p:nvSpPr>
        <p:spPr>
          <a:xfrm>
            <a:off x="323975" y="3403186"/>
            <a:ext cx="5085891" cy="2357184"/>
          </a:xfrm>
          <a:prstGeom prst="rect">
            <a:avLst/>
          </a:prstGeom>
          <a:noFill/>
        </p:spPr>
        <p:txBody>
          <a:bodyPr wrap="square" rtlCol="0">
            <a:spAutoFit/>
          </a:bodyPr>
          <a:lstStyle/>
          <a:p>
            <a:pPr>
              <a:lnSpc>
                <a:spcPct val="150000"/>
              </a:lnSpc>
            </a:pPr>
            <a:r>
              <a:rPr lang="en-US" sz="2000" b="1" dirty="0">
                <a:latin typeface="Garamond" panose="02020404030301010803" pitchFamily="18" charset="0"/>
              </a:rPr>
              <a:t>Practicing Regularly: </a:t>
            </a:r>
            <a:r>
              <a:rPr lang="en-US" sz="2000" dirty="0">
                <a:latin typeface="Garamond" panose="02020404030301010803" pitchFamily="18" charset="0"/>
              </a:rPr>
              <a:t>First to solve some easy sudokus to practice the skills, then try to practice harder ones. Trying to play every day to make your thinking faster. Make sure to focus ONLY one technique at ONE time.</a:t>
            </a:r>
          </a:p>
        </p:txBody>
      </p:sp>
      <p:sp>
        <p:nvSpPr>
          <p:cNvPr id="200" name="Rectangle 199">
            <a:extLst>
              <a:ext uri="{FF2B5EF4-FFF2-40B4-BE49-F238E27FC236}">
                <a16:creationId xmlns:a16="http://schemas.microsoft.com/office/drawing/2014/main" id="{F66DA9B4-649B-7B97-07C3-D20E78A4D6B5}"/>
              </a:ext>
            </a:extLst>
          </p:cNvPr>
          <p:cNvSpPr/>
          <p:nvPr/>
        </p:nvSpPr>
        <p:spPr>
          <a:xfrm>
            <a:off x="7914201" y="2083047"/>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1" name="Rectangle 200">
            <a:extLst>
              <a:ext uri="{FF2B5EF4-FFF2-40B4-BE49-F238E27FC236}">
                <a16:creationId xmlns:a16="http://schemas.microsoft.com/office/drawing/2014/main" id="{EC3F4FCC-3810-C9BF-995A-D8B7B5637663}"/>
              </a:ext>
            </a:extLst>
          </p:cNvPr>
          <p:cNvSpPr/>
          <p:nvPr/>
        </p:nvSpPr>
        <p:spPr>
          <a:xfrm>
            <a:off x="5908515" y="3429735"/>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0" name="Rectangle 209">
            <a:extLst>
              <a:ext uri="{FF2B5EF4-FFF2-40B4-BE49-F238E27FC236}">
                <a16:creationId xmlns:a16="http://schemas.microsoft.com/office/drawing/2014/main" id="{A3DA62EE-D6C6-7A6A-FDEE-57252E056EF2}"/>
              </a:ext>
            </a:extLst>
          </p:cNvPr>
          <p:cNvSpPr/>
          <p:nvPr/>
        </p:nvSpPr>
        <p:spPr>
          <a:xfrm>
            <a:off x="7738350" y="5152758"/>
            <a:ext cx="588151" cy="66422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1" name="TextBox 210">
            <a:extLst>
              <a:ext uri="{FF2B5EF4-FFF2-40B4-BE49-F238E27FC236}">
                <a16:creationId xmlns:a16="http://schemas.microsoft.com/office/drawing/2014/main" id="{61AE0495-7413-5E20-45C4-B132B7BBAF31}"/>
              </a:ext>
            </a:extLst>
          </p:cNvPr>
          <p:cNvSpPr txBox="1"/>
          <p:nvPr/>
        </p:nvSpPr>
        <p:spPr>
          <a:xfrm>
            <a:off x="7827292" y="520935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87" name="TextBox 86">
            <a:extLst>
              <a:ext uri="{FF2B5EF4-FFF2-40B4-BE49-F238E27FC236}">
                <a16:creationId xmlns:a16="http://schemas.microsoft.com/office/drawing/2014/main" id="{404D358F-EB5E-AF71-889E-B6D4B9B7EFAE}"/>
              </a:ext>
            </a:extLst>
          </p:cNvPr>
          <p:cNvSpPr txBox="1"/>
          <p:nvPr/>
        </p:nvSpPr>
        <p:spPr>
          <a:xfrm>
            <a:off x="5779830" y="31091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198" name="TextBox 197">
            <a:extLst>
              <a:ext uri="{FF2B5EF4-FFF2-40B4-BE49-F238E27FC236}">
                <a16:creationId xmlns:a16="http://schemas.microsoft.com/office/drawing/2014/main" id="{84FB9A89-C7E5-E215-0296-FE70D7CF311B}"/>
              </a:ext>
            </a:extLst>
          </p:cNvPr>
          <p:cNvSpPr txBox="1"/>
          <p:nvPr/>
        </p:nvSpPr>
        <p:spPr>
          <a:xfrm>
            <a:off x="5777460" y="52064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199" name="TextBox 198">
            <a:extLst>
              <a:ext uri="{FF2B5EF4-FFF2-40B4-BE49-F238E27FC236}">
                <a16:creationId xmlns:a16="http://schemas.microsoft.com/office/drawing/2014/main" id="{BF576340-9758-E914-796B-9C9CBEF8296F}"/>
              </a:ext>
            </a:extLst>
          </p:cNvPr>
          <p:cNvSpPr txBox="1"/>
          <p:nvPr/>
        </p:nvSpPr>
        <p:spPr>
          <a:xfrm>
            <a:off x="712600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Tree>
    <p:extLst>
      <p:ext uri="{BB962C8B-B14F-4D97-AF65-F5344CB8AC3E}">
        <p14:creationId xmlns:p14="http://schemas.microsoft.com/office/powerpoint/2010/main" val="40171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19009" y="313155"/>
            <a:ext cx="4520111" cy="2585323"/>
          </a:xfrm>
          <a:prstGeom prst="rect">
            <a:avLst/>
          </a:prstGeom>
          <a:noFill/>
        </p:spPr>
        <p:txBody>
          <a:bodyPr wrap="square" rtlCol="0">
            <a:spAutoFit/>
          </a:bodyPr>
          <a:lstStyle/>
          <a:p>
            <a:r>
              <a:rPr lang="en-US" sz="5400" b="1" dirty="0">
                <a:latin typeface="Playfair Display Black" pitchFamily="2" charset="77"/>
              </a:rPr>
              <a:t>Strategies to solve the puzzle</a:t>
            </a:r>
            <a:endParaRPr lang="en-TW" sz="5400" b="1" i="1" dirty="0">
              <a:latin typeface="Playfair Display SemiBold" pitchFamily="2" charset="77"/>
            </a:endParaRP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515602" y="379961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422303" y="5848685"/>
            <a:ext cx="602004" cy="6145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4366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705408" y="3031765"/>
                <a:ext cx="19747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705408" y="3031765"/>
                <a:ext cx="197478" cy="276999"/>
              </a:xfrm>
              <a:prstGeom prst="rect">
                <a:avLst/>
              </a:prstGeom>
              <a:blipFill>
                <a:blip r:embed="rId10"/>
                <a:stretch>
                  <a:fillRect l="-25000" r="-25000"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1"/>
                <a:stretch>
                  <a:fillRect l="-10526" r="-15789" b="-4348"/>
                </a:stretch>
              </a:blipFill>
            </p:spPr>
            <p:txBody>
              <a:bodyPr/>
              <a:lstStyle/>
              <a:p>
                <a:r>
                  <a:rPr lang="en-TW">
                    <a:noFill/>
                  </a:rPr>
                  <a:t> </a:t>
                </a:r>
              </a:p>
            </p:txBody>
          </p:sp>
        </mc:Fallback>
      </mc:AlternateContent>
      <p:sp>
        <p:nvSpPr>
          <p:cNvPr id="159" name="Rectangle 158">
            <a:extLst>
              <a:ext uri="{FF2B5EF4-FFF2-40B4-BE49-F238E27FC236}">
                <a16:creationId xmlns:a16="http://schemas.microsoft.com/office/drawing/2014/main" id="{04706051-1C3A-8277-B370-7AD04420CB80}"/>
              </a:ext>
            </a:extLst>
          </p:cNvPr>
          <p:cNvSpPr/>
          <p:nvPr/>
        </p:nvSpPr>
        <p:spPr>
          <a:xfrm>
            <a:off x="6385531" y="2408164"/>
            <a:ext cx="579826" cy="6353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0" name="Rectangle 169">
            <a:extLst>
              <a:ext uri="{FF2B5EF4-FFF2-40B4-BE49-F238E27FC236}">
                <a16:creationId xmlns:a16="http://schemas.microsoft.com/office/drawing/2014/main" id="{16DF678B-9127-858E-A0F3-ACF80ACFF36D}"/>
              </a:ext>
            </a:extLst>
          </p:cNvPr>
          <p:cNvSpPr/>
          <p:nvPr/>
        </p:nvSpPr>
        <p:spPr>
          <a:xfrm>
            <a:off x="7266420" y="327228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3" name="Rectangle 172">
            <a:extLst>
              <a:ext uri="{FF2B5EF4-FFF2-40B4-BE49-F238E27FC236}">
                <a16:creationId xmlns:a16="http://schemas.microsoft.com/office/drawing/2014/main" id="{1DF28DA1-8402-E1A0-AEC3-E65C1918758F}"/>
              </a:ext>
            </a:extLst>
          </p:cNvPr>
          <p:cNvSpPr/>
          <p:nvPr/>
        </p:nvSpPr>
        <p:spPr>
          <a:xfrm>
            <a:off x="5693052" y="3184652"/>
            <a:ext cx="530089" cy="54489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4" name="Rectangle 173">
            <a:extLst>
              <a:ext uri="{FF2B5EF4-FFF2-40B4-BE49-F238E27FC236}">
                <a16:creationId xmlns:a16="http://schemas.microsoft.com/office/drawing/2014/main" id="{B2D048EF-5C97-CED4-8269-151BECD65766}"/>
              </a:ext>
            </a:extLst>
          </p:cNvPr>
          <p:cNvSpPr/>
          <p:nvPr/>
        </p:nvSpPr>
        <p:spPr>
          <a:xfrm>
            <a:off x="6342772" y="310524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5" name="Rectangle 174">
            <a:extLst>
              <a:ext uri="{FF2B5EF4-FFF2-40B4-BE49-F238E27FC236}">
                <a16:creationId xmlns:a16="http://schemas.microsoft.com/office/drawing/2014/main" id="{F22A0ABD-B6EE-217E-0BDF-0B750E012804}"/>
              </a:ext>
            </a:extLst>
          </p:cNvPr>
          <p:cNvSpPr/>
          <p:nvPr/>
        </p:nvSpPr>
        <p:spPr>
          <a:xfrm>
            <a:off x="5690778" y="3098269"/>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0" name="Rectangle 179">
            <a:extLst>
              <a:ext uri="{FF2B5EF4-FFF2-40B4-BE49-F238E27FC236}">
                <a16:creationId xmlns:a16="http://schemas.microsoft.com/office/drawing/2014/main" id="{3E99A61C-49D3-3856-BCAD-C506CC1F7425}"/>
              </a:ext>
            </a:extLst>
          </p:cNvPr>
          <p:cNvSpPr/>
          <p:nvPr/>
        </p:nvSpPr>
        <p:spPr>
          <a:xfrm>
            <a:off x="7039646" y="3118241"/>
            <a:ext cx="412292" cy="38000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9" name="Rectangle 188">
            <a:extLst>
              <a:ext uri="{FF2B5EF4-FFF2-40B4-BE49-F238E27FC236}">
                <a16:creationId xmlns:a16="http://schemas.microsoft.com/office/drawing/2014/main" id="{43AA9078-C19F-38C1-F920-D520257E0D92}"/>
              </a:ext>
            </a:extLst>
          </p:cNvPr>
          <p:cNvSpPr/>
          <p:nvPr/>
        </p:nvSpPr>
        <p:spPr>
          <a:xfrm>
            <a:off x="7890847" y="3543755"/>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1" name="Rectangle 190">
            <a:extLst>
              <a:ext uri="{FF2B5EF4-FFF2-40B4-BE49-F238E27FC236}">
                <a16:creationId xmlns:a16="http://schemas.microsoft.com/office/drawing/2014/main" id="{B4338253-BD90-6078-74C4-8B4C217BF68E}"/>
              </a:ext>
            </a:extLst>
          </p:cNvPr>
          <p:cNvSpPr/>
          <p:nvPr/>
        </p:nvSpPr>
        <p:spPr>
          <a:xfrm>
            <a:off x="5715384" y="1733906"/>
            <a:ext cx="522257" cy="5827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5" name="TextBox 184">
            <a:extLst>
              <a:ext uri="{FF2B5EF4-FFF2-40B4-BE49-F238E27FC236}">
                <a16:creationId xmlns:a16="http://schemas.microsoft.com/office/drawing/2014/main" id="{C52E1DDF-EB40-1C06-AEFE-E4F35FE5EC28}"/>
              </a:ext>
            </a:extLst>
          </p:cNvPr>
          <p:cNvSpPr txBox="1"/>
          <p:nvPr/>
        </p:nvSpPr>
        <p:spPr>
          <a:xfrm>
            <a:off x="6458870" y="241814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90" name="Rectangle 189">
            <a:extLst>
              <a:ext uri="{FF2B5EF4-FFF2-40B4-BE49-F238E27FC236}">
                <a16:creationId xmlns:a16="http://schemas.microsoft.com/office/drawing/2014/main" id="{A1D128E5-DDF3-D7EF-808E-E669712F5526}"/>
              </a:ext>
            </a:extLst>
          </p:cNvPr>
          <p:cNvSpPr/>
          <p:nvPr/>
        </p:nvSpPr>
        <p:spPr>
          <a:xfrm>
            <a:off x="6796256" y="3117405"/>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2" name="Rectangle 191">
            <a:extLst>
              <a:ext uri="{FF2B5EF4-FFF2-40B4-BE49-F238E27FC236}">
                <a16:creationId xmlns:a16="http://schemas.microsoft.com/office/drawing/2014/main" id="{9629BD9F-09C9-B703-00AC-892E30A1CCDD}"/>
              </a:ext>
            </a:extLst>
          </p:cNvPr>
          <p:cNvSpPr/>
          <p:nvPr/>
        </p:nvSpPr>
        <p:spPr>
          <a:xfrm>
            <a:off x="7455747" y="309216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3" name="Rectangle 192">
            <a:extLst>
              <a:ext uri="{FF2B5EF4-FFF2-40B4-BE49-F238E27FC236}">
                <a16:creationId xmlns:a16="http://schemas.microsoft.com/office/drawing/2014/main" id="{D59E079D-7108-98C7-1387-A871E8CDD5EF}"/>
              </a:ext>
            </a:extLst>
          </p:cNvPr>
          <p:cNvSpPr/>
          <p:nvPr/>
        </p:nvSpPr>
        <p:spPr>
          <a:xfrm>
            <a:off x="8149966" y="242645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4" name="Rectangle 193">
            <a:extLst>
              <a:ext uri="{FF2B5EF4-FFF2-40B4-BE49-F238E27FC236}">
                <a16:creationId xmlns:a16="http://schemas.microsoft.com/office/drawing/2014/main" id="{1ED0058B-5061-42E1-E358-03B8667AA456}"/>
              </a:ext>
            </a:extLst>
          </p:cNvPr>
          <p:cNvSpPr/>
          <p:nvPr/>
        </p:nvSpPr>
        <p:spPr>
          <a:xfrm>
            <a:off x="6376929" y="3257088"/>
            <a:ext cx="425916" cy="4679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5" name="Rectangle 194">
            <a:extLst>
              <a:ext uri="{FF2B5EF4-FFF2-40B4-BE49-F238E27FC236}">
                <a16:creationId xmlns:a16="http://schemas.microsoft.com/office/drawing/2014/main" id="{1BF3F6A7-DEEC-B2FC-B98C-0BF1CCB34A99}"/>
              </a:ext>
            </a:extLst>
          </p:cNvPr>
          <p:cNvSpPr/>
          <p:nvPr/>
        </p:nvSpPr>
        <p:spPr>
          <a:xfrm>
            <a:off x="9447939" y="3105247"/>
            <a:ext cx="222220" cy="63582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6" name="Rectangle 195">
            <a:extLst>
              <a:ext uri="{FF2B5EF4-FFF2-40B4-BE49-F238E27FC236}">
                <a16:creationId xmlns:a16="http://schemas.microsoft.com/office/drawing/2014/main" id="{5E14EB5C-D9FA-709C-15FB-38F6180DE581}"/>
              </a:ext>
            </a:extLst>
          </p:cNvPr>
          <p:cNvSpPr/>
          <p:nvPr/>
        </p:nvSpPr>
        <p:spPr>
          <a:xfrm>
            <a:off x="7718392" y="2432747"/>
            <a:ext cx="619394" cy="62533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7" name="TextBox 196">
            <a:extLst>
              <a:ext uri="{FF2B5EF4-FFF2-40B4-BE49-F238E27FC236}">
                <a16:creationId xmlns:a16="http://schemas.microsoft.com/office/drawing/2014/main" id="{4902F524-9CF1-4848-AFF0-F9FF52A6EF99}"/>
              </a:ext>
            </a:extLst>
          </p:cNvPr>
          <p:cNvSpPr txBox="1"/>
          <p:nvPr/>
        </p:nvSpPr>
        <p:spPr>
          <a:xfrm>
            <a:off x="7832099" y="244126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71" name="Rectangle 170">
            <a:extLst>
              <a:ext uri="{FF2B5EF4-FFF2-40B4-BE49-F238E27FC236}">
                <a16:creationId xmlns:a16="http://schemas.microsoft.com/office/drawing/2014/main" id="{D8679C95-3A30-3F40-D623-1A323CD134A8}"/>
              </a:ext>
            </a:extLst>
          </p:cNvPr>
          <p:cNvSpPr/>
          <p:nvPr/>
        </p:nvSpPr>
        <p:spPr>
          <a:xfrm>
            <a:off x="10497195" y="4782138"/>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1" name="TextBox 160">
            <a:extLst>
              <a:ext uri="{FF2B5EF4-FFF2-40B4-BE49-F238E27FC236}">
                <a16:creationId xmlns:a16="http://schemas.microsoft.com/office/drawing/2014/main" id="{4C7C8432-158A-1459-DBDC-542221F0B31E}"/>
              </a:ext>
            </a:extLst>
          </p:cNvPr>
          <p:cNvSpPr txBox="1"/>
          <p:nvPr/>
        </p:nvSpPr>
        <p:spPr>
          <a:xfrm>
            <a:off x="10586730" y="449084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77" name="Rectangle 176">
            <a:extLst>
              <a:ext uri="{FF2B5EF4-FFF2-40B4-BE49-F238E27FC236}">
                <a16:creationId xmlns:a16="http://schemas.microsoft.com/office/drawing/2014/main" id="{A7B3742C-A49F-7ACE-EBAE-687ADD1D6CF1}"/>
              </a:ext>
            </a:extLst>
          </p:cNvPr>
          <p:cNvSpPr/>
          <p:nvPr/>
        </p:nvSpPr>
        <p:spPr>
          <a:xfrm>
            <a:off x="9886018" y="4481926"/>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2" name="TextBox 171">
            <a:extLst>
              <a:ext uri="{FF2B5EF4-FFF2-40B4-BE49-F238E27FC236}">
                <a16:creationId xmlns:a16="http://schemas.microsoft.com/office/drawing/2014/main" id="{D2D3D5C9-6A20-ECEC-F563-37279E99E4D7}"/>
              </a:ext>
            </a:extLst>
          </p:cNvPr>
          <p:cNvSpPr txBox="1"/>
          <p:nvPr/>
        </p:nvSpPr>
        <p:spPr>
          <a:xfrm>
            <a:off x="9895907" y="449258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79" name="Rectangle 178">
            <a:extLst>
              <a:ext uri="{FF2B5EF4-FFF2-40B4-BE49-F238E27FC236}">
                <a16:creationId xmlns:a16="http://schemas.microsoft.com/office/drawing/2014/main" id="{1B805C2A-FF84-1FC3-4282-FF281D59F564}"/>
              </a:ext>
            </a:extLst>
          </p:cNvPr>
          <p:cNvSpPr/>
          <p:nvPr/>
        </p:nvSpPr>
        <p:spPr>
          <a:xfrm>
            <a:off x="10493052" y="6138453"/>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6" name="TextBox 175">
            <a:extLst>
              <a:ext uri="{FF2B5EF4-FFF2-40B4-BE49-F238E27FC236}">
                <a16:creationId xmlns:a16="http://schemas.microsoft.com/office/drawing/2014/main" id="{B1DB8FCA-814F-114B-5236-D36A53AFC846}"/>
              </a:ext>
            </a:extLst>
          </p:cNvPr>
          <p:cNvSpPr txBox="1"/>
          <p:nvPr/>
        </p:nvSpPr>
        <p:spPr>
          <a:xfrm>
            <a:off x="10586730" y="585232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81" name="Rectangle 180">
            <a:extLst>
              <a:ext uri="{FF2B5EF4-FFF2-40B4-BE49-F238E27FC236}">
                <a16:creationId xmlns:a16="http://schemas.microsoft.com/office/drawing/2014/main" id="{392327C1-FA7A-3E35-494F-E909888F59D8}"/>
              </a:ext>
            </a:extLst>
          </p:cNvPr>
          <p:cNvSpPr/>
          <p:nvPr/>
        </p:nvSpPr>
        <p:spPr>
          <a:xfrm>
            <a:off x="7925359" y="6117622"/>
            <a:ext cx="319032" cy="31583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2" name="Rectangle 181">
            <a:extLst>
              <a:ext uri="{FF2B5EF4-FFF2-40B4-BE49-F238E27FC236}">
                <a16:creationId xmlns:a16="http://schemas.microsoft.com/office/drawing/2014/main" id="{ED584754-EFFB-458D-0A32-E84102B33E23}"/>
              </a:ext>
            </a:extLst>
          </p:cNvPr>
          <p:cNvSpPr/>
          <p:nvPr/>
        </p:nvSpPr>
        <p:spPr>
          <a:xfrm>
            <a:off x="7739196" y="4478600"/>
            <a:ext cx="537475" cy="60207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3" name="Rectangle 182">
            <a:extLst>
              <a:ext uri="{FF2B5EF4-FFF2-40B4-BE49-F238E27FC236}">
                <a16:creationId xmlns:a16="http://schemas.microsoft.com/office/drawing/2014/main" id="{5D59A1A6-BAF9-3FF6-EEFE-945F994EDE6E}"/>
              </a:ext>
            </a:extLst>
          </p:cNvPr>
          <p:cNvSpPr/>
          <p:nvPr/>
        </p:nvSpPr>
        <p:spPr>
          <a:xfrm>
            <a:off x="9081886" y="4840992"/>
            <a:ext cx="248060" cy="27699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4" name="TextBox 183">
            <a:extLst>
              <a:ext uri="{FF2B5EF4-FFF2-40B4-BE49-F238E27FC236}">
                <a16:creationId xmlns:a16="http://schemas.microsoft.com/office/drawing/2014/main" id="{89FC8A6A-7207-52A1-5E6D-C530BB1217EE}"/>
              </a:ext>
            </a:extLst>
          </p:cNvPr>
          <p:cNvSpPr txBox="1"/>
          <p:nvPr/>
        </p:nvSpPr>
        <p:spPr>
          <a:xfrm>
            <a:off x="9183464" y="311080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202" name="Rectangle 201">
            <a:extLst>
              <a:ext uri="{FF2B5EF4-FFF2-40B4-BE49-F238E27FC236}">
                <a16:creationId xmlns:a16="http://schemas.microsoft.com/office/drawing/2014/main" id="{0BCC1E1B-A8E3-ADE9-7C6C-FD966DD68E0B}"/>
              </a:ext>
            </a:extLst>
          </p:cNvPr>
          <p:cNvSpPr/>
          <p:nvPr/>
        </p:nvSpPr>
        <p:spPr>
          <a:xfrm>
            <a:off x="9531664" y="1029903"/>
            <a:ext cx="17696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3" name="Rectangle 202">
            <a:extLst>
              <a:ext uri="{FF2B5EF4-FFF2-40B4-BE49-F238E27FC236}">
                <a16:creationId xmlns:a16="http://schemas.microsoft.com/office/drawing/2014/main" id="{CF23C6B5-6561-5917-A3AB-26E16DB25C84}"/>
              </a:ext>
            </a:extLst>
          </p:cNvPr>
          <p:cNvSpPr/>
          <p:nvPr/>
        </p:nvSpPr>
        <p:spPr>
          <a:xfrm>
            <a:off x="8089011" y="3101388"/>
            <a:ext cx="269265" cy="17089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4" name="Rectangle 203">
            <a:extLst>
              <a:ext uri="{FF2B5EF4-FFF2-40B4-BE49-F238E27FC236}">
                <a16:creationId xmlns:a16="http://schemas.microsoft.com/office/drawing/2014/main" id="{02AF9BA1-39DC-176F-0A92-97F435ED8753}"/>
              </a:ext>
            </a:extLst>
          </p:cNvPr>
          <p:cNvSpPr/>
          <p:nvPr/>
        </p:nvSpPr>
        <p:spPr>
          <a:xfrm>
            <a:off x="9323552" y="1473811"/>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6" name="Rectangle 205">
            <a:extLst>
              <a:ext uri="{FF2B5EF4-FFF2-40B4-BE49-F238E27FC236}">
                <a16:creationId xmlns:a16="http://schemas.microsoft.com/office/drawing/2014/main" id="{E36FE2D7-B7AC-43A1-D245-B7AC1C78622F}"/>
              </a:ext>
            </a:extLst>
          </p:cNvPr>
          <p:cNvSpPr/>
          <p:nvPr/>
        </p:nvSpPr>
        <p:spPr>
          <a:xfrm>
            <a:off x="9164233" y="1097984"/>
            <a:ext cx="505926" cy="54233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5" name="TextBox 204">
            <a:extLst>
              <a:ext uri="{FF2B5EF4-FFF2-40B4-BE49-F238E27FC236}">
                <a16:creationId xmlns:a16="http://schemas.microsoft.com/office/drawing/2014/main" id="{33719A79-E434-7A3A-7132-DB19870C3404}"/>
              </a:ext>
            </a:extLst>
          </p:cNvPr>
          <p:cNvSpPr txBox="1"/>
          <p:nvPr/>
        </p:nvSpPr>
        <p:spPr>
          <a:xfrm>
            <a:off x="9205916" y="105554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07" name="Rectangle 206">
            <a:extLst>
              <a:ext uri="{FF2B5EF4-FFF2-40B4-BE49-F238E27FC236}">
                <a16:creationId xmlns:a16="http://schemas.microsoft.com/office/drawing/2014/main" id="{B560A7CD-D423-2B05-E657-61316B544ACF}"/>
              </a:ext>
            </a:extLst>
          </p:cNvPr>
          <p:cNvSpPr/>
          <p:nvPr/>
        </p:nvSpPr>
        <p:spPr>
          <a:xfrm>
            <a:off x="10721121" y="126982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8" name="Rectangle 207">
            <a:extLst>
              <a:ext uri="{FF2B5EF4-FFF2-40B4-BE49-F238E27FC236}">
                <a16:creationId xmlns:a16="http://schemas.microsoft.com/office/drawing/2014/main" id="{BD1956A4-AE4D-450B-CC73-7A78D5BFB834}"/>
              </a:ext>
            </a:extLst>
          </p:cNvPr>
          <p:cNvSpPr/>
          <p:nvPr/>
        </p:nvSpPr>
        <p:spPr>
          <a:xfrm>
            <a:off x="10012088" y="12611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9" name="Rectangle 208">
            <a:extLst>
              <a:ext uri="{FF2B5EF4-FFF2-40B4-BE49-F238E27FC236}">
                <a16:creationId xmlns:a16="http://schemas.microsoft.com/office/drawing/2014/main" id="{BA77615D-29D7-D03F-0AA3-115D446492EB}"/>
              </a:ext>
            </a:extLst>
          </p:cNvPr>
          <p:cNvSpPr/>
          <p:nvPr/>
        </p:nvSpPr>
        <p:spPr>
          <a:xfrm>
            <a:off x="7030717" y="1293734"/>
            <a:ext cx="370771" cy="12585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4" name="Rectangle 213">
            <a:extLst>
              <a:ext uri="{FF2B5EF4-FFF2-40B4-BE49-F238E27FC236}">
                <a16:creationId xmlns:a16="http://schemas.microsoft.com/office/drawing/2014/main" id="{766505CA-6811-1FC3-49CB-72750672C564}"/>
              </a:ext>
            </a:extLst>
          </p:cNvPr>
          <p:cNvSpPr/>
          <p:nvPr/>
        </p:nvSpPr>
        <p:spPr>
          <a:xfrm>
            <a:off x="6595501" y="12824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5" name="Rectangle 214">
            <a:extLst>
              <a:ext uri="{FF2B5EF4-FFF2-40B4-BE49-F238E27FC236}">
                <a16:creationId xmlns:a16="http://schemas.microsoft.com/office/drawing/2014/main" id="{0AFBAEE6-7F8B-2A9C-A4E8-BB9C20EEA3B0}"/>
              </a:ext>
            </a:extLst>
          </p:cNvPr>
          <p:cNvSpPr/>
          <p:nvPr/>
        </p:nvSpPr>
        <p:spPr>
          <a:xfrm>
            <a:off x="9323552" y="193031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6" name="Rectangle 215">
            <a:extLst>
              <a:ext uri="{FF2B5EF4-FFF2-40B4-BE49-F238E27FC236}">
                <a16:creationId xmlns:a16="http://schemas.microsoft.com/office/drawing/2014/main" id="{2AF580F5-98EB-254B-2B51-D33F47C23472}"/>
              </a:ext>
            </a:extLst>
          </p:cNvPr>
          <p:cNvSpPr/>
          <p:nvPr/>
        </p:nvSpPr>
        <p:spPr>
          <a:xfrm>
            <a:off x="9339046" y="472761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7" name="Rectangle 216">
            <a:extLst>
              <a:ext uri="{FF2B5EF4-FFF2-40B4-BE49-F238E27FC236}">
                <a16:creationId xmlns:a16="http://schemas.microsoft.com/office/drawing/2014/main" id="{C3EF5645-A03F-DA63-7637-16CDBF7FE386}"/>
              </a:ext>
            </a:extLst>
          </p:cNvPr>
          <p:cNvSpPr/>
          <p:nvPr/>
        </p:nvSpPr>
        <p:spPr>
          <a:xfrm>
            <a:off x="9322056" y="538430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8" name="Rectangle 217">
            <a:extLst>
              <a:ext uri="{FF2B5EF4-FFF2-40B4-BE49-F238E27FC236}">
                <a16:creationId xmlns:a16="http://schemas.microsoft.com/office/drawing/2014/main" id="{2D7176F9-1BE1-DF40-91B2-C84216F15159}"/>
              </a:ext>
            </a:extLst>
          </p:cNvPr>
          <p:cNvSpPr/>
          <p:nvPr/>
        </p:nvSpPr>
        <p:spPr>
          <a:xfrm>
            <a:off x="8649373" y="1948775"/>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9" name="Rectangle 218">
            <a:extLst>
              <a:ext uri="{FF2B5EF4-FFF2-40B4-BE49-F238E27FC236}">
                <a16:creationId xmlns:a16="http://schemas.microsoft.com/office/drawing/2014/main" id="{7C4DD4FB-A9C1-28A8-22B1-9614B3418ED4}"/>
              </a:ext>
            </a:extLst>
          </p:cNvPr>
          <p:cNvSpPr/>
          <p:nvPr/>
        </p:nvSpPr>
        <p:spPr>
          <a:xfrm>
            <a:off x="8684329" y="58729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2" name="Rectangle 221">
            <a:extLst>
              <a:ext uri="{FF2B5EF4-FFF2-40B4-BE49-F238E27FC236}">
                <a16:creationId xmlns:a16="http://schemas.microsoft.com/office/drawing/2014/main" id="{D2B33FC8-C282-59EC-9C55-C4592F026A53}"/>
              </a:ext>
            </a:extLst>
          </p:cNvPr>
          <p:cNvSpPr/>
          <p:nvPr/>
        </p:nvSpPr>
        <p:spPr>
          <a:xfrm>
            <a:off x="9297447" y="5529840"/>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3" name="Rectangle 222">
            <a:extLst>
              <a:ext uri="{FF2B5EF4-FFF2-40B4-BE49-F238E27FC236}">
                <a16:creationId xmlns:a16="http://schemas.microsoft.com/office/drawing/2014/main" id="{512D3BA0-E671-74C3-F357-40290739E3E0}"/>
              </a:ext>
            </a:extLst>
          </p:cNvPr>
          <p:cNvSpPr/>
          <p:nvPr/>
        </p:nvSpPr>
        <p:spPr>
          <a:xfrm>
            <a:off x="9452395" y="4850958"/>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4" name="TextBox 223">
            <a:extLst>
              <a:ext uri="{FF2B5EF4-FFF2-40B4-BE49-F238E27FC236}">
                <a16:creationId xmlns:a16="http://schemas.microsoft.com/office/drawing/2014/main" id="{6381C123-414C-FAFB-0F56-7D262E3CA9AA}"/>
              </a:ext>
            </a:extLst>
          </p:cNvPr>
          <p:cNvSpPr txBox="1"/>
          <p:nvPr/>
        </p:nvSpPr>
        <p:spPr>
          <a:xfrm>
            <a:off x="9183464" y="44807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25" name="TextBox 224">
            <a:extLst>
              <a:ext uri="{FF2B5EF4-FFF2-40B4-BE49-F238E27FC236}">
                <a16:creationId xmlns:a16="http://schemas.microsoft.com/office/drawing/2014/main" id="{795B0AFA-3E86-F7B7-7118-1E9A2244070B}"/>
              </a:ext>
            </a:extLst>
          </p:cNvPr>
          <p:cNvSpPr txBox="1"/>
          <p:nvPr/>
        </p:nvSpPr>
        <p:spPr>
          <a:xfrm>
            <a:off x="9191361" y="5158492"/>
            <a:ext cx="412292" cy="584775"/>
          </a:xfrm>
          <a:prstGeom prst="rect">
            <a:avLst/>
          </a:prstGeom>
          <a:noFill/>
        </p:spPr>
        <p:txBody>
          <a:bodyPr wrap="none" rtlCol="0">
            <a:spAutoFit/>
          </a:bodyPr>
          <a:lstStyle/>
          <a:p>
            <a:r>
              <a:rPr lang="en-TW" sz="3200">
                <a:latin typeface="Arial" panose="020B0604020202020204" pitchFamily="34" charset="0"/>
                <a:cs typeface="Arial" panose="020B0604020202020204" pitchFamily="34" charset="0"/>
              </a:rPr>
              <a:t>8</a:t>
            </a:r>
            <a:endParaRPr lang="en-TW" sz="3200" dirty="0">
              <a:latin typeface="Arial" panose="020B0604020202020204" pitchFamily="34" charset="0"/>
              <a:cs typeface="Arial" panose="020B0604020202020204" pitchFamily="34" charset="0"/>
            </a:endParaRPr>
          </a:p>
        </p:txBody>
      </p:sp>
      <p:sp>
        <p:nvSpPr>
          <p:cNvPr id="228" name="Rectangle 227">
            <a:extLst>
              <a:ext uri="{FF2B5EF4-FFF2-40B4-BE49-F238E27FC236}">
                <a16:creationId xmlns:a16="http://schemas.microsoft.com/office/drawing/2014/main" id="{C8860A68-4F1C-9DA5-E809-82C02EC64EAD}"/>
              </a:ext>
            </a:extLst>
          </p:cNvPr>
          <p:cNvSpPr/>
          <p:nvPr/>
        </p:nvSpPr>
        <p:spPr>
          <a:xfrm>
            <a:off x="8099275" y="47998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9" name="Rectangle 228">
            <a:extLst>
              <a:ext uri="{FF2B5EF4-FFF2-40B4-BE49-F238E27FC236}">
                <a16:creationId xmlns:a16="http://schemas.microsoft.com/office/drawing/2014/main" id="{91403988-2CF2-DD0B-A09B-915069F58805}"/>
              </a:ext>
            </a:extLst>
          </p:cNvPr>
          <p:cNvSpPr/>
          <p:nvPr/>
        </p:nvSpPr>
        <p:spPr>
          <a:xfrm>
            <a:off x="9129279" y="2027245"/>
            <a:ext cx="48892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0" name="TextBox 229">
            <a:extLst>
              <a:ext uri="{FF2B5EF4-FFF2-40B4-BE49-F238E27FC236}">
                <a16:creationId xmlns:a16="http://schemas.microsoft.com/office/drawing/2014/main" id="{1B5601BA-D55A-3553-2531-7CD21E7C3197}"/>
              </a:ext>
            </a:extLst>
          </p:cNvPr>
          <p:cNvSpPr txBox="1"/>
          <p:nvPr/>
        </p:nvSpPr>
        <p:spPr>
          <a:xfrm>
            <a:off x="9204247"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31" name="Rectangle 230">
            <a:extLst>
              <a:ext uri="{FF2B5EF4-FFF2-40B4-BE49-F238E27FC236}">
                <a16:creationId xmlns:a16="http://schemas.microsoft.com/office/drawing/2014/main" id="{4107C2FA-08B2-7D63-CFE9-EE416485CDBB}"/>
              </a:ext>
            </a:extLst>
          </p:cNvPr>
          <p:cNvSpPr/>
          <p:nvPr/>
        </p:nvSpPr>
        <p:spPr>
          <a:xfrm>
            <a:off x="7712934" y="2182214"/>
            <a:ext cx="229229" cy="1438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3" name="Rectangle 232">
            <a:extLst>
              <a:ext uri="{FF2B5EF4-FFF2-40B4-BE49-F238E27FC236}">
                <a16:creationId xmlns:a16="http://schemas.microsoft.com/office/drawing/2014/main" id="{14B33B9E-0993-FF86-51A4-725060ABE9BD}"/>
              </a:ext>
            </a:extLst>
          </p:cNvPr>
          <p:cNvSpPr/>
          <p:nvPr/>
        </p:nvSpPr>
        <p:spPr>
          <a:xfrm>
            <a:off x="7071889" y="400694"/>
            <a:ext cx="566297" cy="57994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4" name="TextBox 233">
            <a:extLst>
              <a:ext uri="{FF2B5EF4-FFF2-40B4-BE49-F238E27FC236}">
                <a16:creationId xmlns:a16="http://schemas.microsoft.com/office/drawing/2014/main" id="{BDA8A307-699D-600A-E0A1-98AE6F512079}"/>
              </a:ext>
            </a:extLst>
          </p:cNvPr>
          <p:cNvSpPr txBox="1"/>
          <p:nvPr/>
        </p:nvSpPr>
        <p:spPr>
          <a:xfrm>
            <a:off x="7145332" y="3996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35" name="Rectangle 234">
            <a:extLst>
              <a:ext uri="{FF2B5EF4-FFF2-40B4-BE49-F238E27FC236}">
                <a16:creationId xmlns:a16="http://schemas.microsoft.com/office/drawing/2014/main" id="{C8F335C3-4138-1526-F2AA-00497921C890}"/>
              </a:ext>
            </a:extLst>
          </p:cNvPr>
          <p:cNvSpPr/>
          <p:nvPr/>
        </p:nvSpPr>
        <p:spPr>
          <a:xfrm>
            <a:off x="7045756" y="1723232"/>
            <a:ext cx="566297" cy="5884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6" name="TextBox 235">
            <a:extLst>
              <a:ext uri="{FF2B5EF4-FFF2-40B4-BE49-F238E27FC236}">
                <a16:creationId xmlns:a16="http://schemas.microsoft.com/office/drawing/2014/main" id="{DF49BC09-9C00-6A89-5BD2-ACB18C4912F2}"/>
              </a:ext>
            </a:extLst>
          </p:cNvPr>
          <p:cNvSpPr txBox="1"/>
          <p:nvPr/>
        </p:nvSpPr>
        <p:spPr>
          <a:xfrm>
            <a:off x="7131829"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37" name="Rectangle 236">
            <a:extLst>
              <a:ext uri="{FF2B5EF4-FFF2-40B4-BE49-F238E27FC236}">
                <a16:creationId xmlns:a16="http://schemas.microsoft.com/office/drawing/2014/main" id="{AEC6FC8C-EBBB-5886-960E-8A1D817DA6B0}"/>
              </a:ext>
            </a:extLst>
          </p:cNvPr>
          <p:cNvSpPr/>
          <p:nvPr/>
        </p:nvSpPr>
        <p:spPr>
          <a:xfrm>
            <a:off x="8531610"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9" name="Rectangle 238">
            <a:extLst>
              <a:ext uri="{FF2B5EF4-FFF2-40B4-BE49-F238E27FC236}">
                <a16:creationId xmlns:a16="http://schemas.microsoft.com/office/drawing/2014/main" id="{D8ED5100-5F5F-EAF2-9D4A-2D427DBAA0F3}"/>
              </a:ext>
            </a:extLst>
          </p:cNvPr>
          <p:cNvSpPr/>
          <p:nvPr/>
        </p:nvSpPr>
        <p:spPr>
          <a:xfrm>
            <a:off x="9925297"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0" name="Rectangle 239">
            <a:extLst>
              <a:ext uri="{FF2B5EF4-FFF2-40B4-BE49-F238E27FC236}">
                <a16:creationId xmlns:a16="http://schemas.microsoft.com/office/drawing/2014/main" id="{04DD5F92-255E-CCE3-ABFB-B5206AF83DF0}"/>
              </a:ext>
            </a:extLst>
          </p:cNvPr>
          <p:cNvSpPr/>
          <p:nvPr/>
        </p:nvSpPr>
        <p:spPr>
          <a:xfrm>
            <a:off x="7912272" y="415730"/>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1" name="Rectangle 240">
            <a:extLst>
              <a:ext uri="{FF2B5EF4-FFF2-40B4-BE49-F238E27FC236}">
                <a16:creationId xmlns:a16="http://schemas.microsoft.com/office/drawing/2014/main" id="{3B0D5131-EEEA-300E-940B-36CA00755A5F}"/>
              </a:ext>
            </a:extLst>
          </p:cNvPr>
          <p:cNvSpPr/>
          <p:nvPr/>
        </p:nvSpPr>
        <p:spPr>
          <a:xfrm>
            <a:off x="7254089" y="106833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2" name="Rectangle 241">
            <a:extLst>
              <a:ext uri="{FF2B5EF4-FFF2-40B4-BE49-F238E27FC236}">
                <a16:creationId xmlns:a16="http://schemas.microsoft.com/office/drawing/2014/main" id="{3F6C1301-457E-D71C-A092-F5C83898146E}"/>
              </a:ext>
            </a:extLst>
          </p:cNvPr>
          <p:cNvSpPr/>
          <p:nvPr/>
        </p:nvSpPr>
        <p:spPr>
          <a:xfrm>
            <a:off x="10134881" y="2176406"/>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3" name="Rectangle 242">
            <a:extLst>
              <a:ext uri="{FF2B5EF4-FFF2-40B4-BE49-F238E27FC236}">
                <a16:creationId xmlns:a16="http://schemas.microsoft.com/office/drawing/2014/main" id="{F8EA2E08-39C7-520A-3EA2-F8B237708A7F}"/>
              </a:ext>
            </a:extLst>
          </p:cNvPr>
          <p:cNvSpPr/>
          <p:nvPr/>
        </p:nvSpPr>
        <p:spPr>
          <a:xfrm>
            <a:off x="10827615" y="217014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4" name="Rectangle 243">
            <a:extLst>
              <a:ext uri="{FF2B5EF4-FFF2-40B4-BE49-F238E27FC236}">
                <a16:creationId xmlns:a16="http://schemas.microsoft.com/office/drawing/2014/main" id="{C699844A-FC86-F507-31EC-1E785F2B27DB}"/>
              </a:ext>
            </a:extLst>
          </p:cNvPr>
          <p:cNvSpPr/>
          <p:nvPr/>
        </p:nvSpPr>
        <p:spPr>
          <a:xfrm>
            <a:off x="7724906" y="423661"/>
            <a:ext cx="619394" cy="55343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5" name="TextBox 244">
            <a:extLst>
              <a:ext uri="{FF2B5EF4-FFF2-40B4-BE49-F238E27FC236}">
                <a16:creationId xmlns:a16="http://schemas.microsoft.com/office/drawing/2014/main" id="{201E6257-18EC-A863-6F5F-ADE5009A4504}"/>
              </a:ext>
            </a:extLst>
          </p:cNvPr>
          <p:cNvSpPr txBox="1"/>
          <p:nvPr/>
        </p:nvSpPr>
        <p:spPr>
          <a:xfrm>
            <a:off x="7816188" y="39162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246" name="Rectangle 245">
            <a:extLst>
              <a:ext uri="{FF2B5EF4-FFF2-40B4-BE49-F238E27FC236}">
                <a16:creationId xmlns:a16="http://schemas.microsoft.com/office/drawing/2014/main" id="{820E42AB-8C41-5135-8233-82585BD4287E}"/>
              </a:ext>
            </a:extLst>
          </p:cNvPr>
          <p:cNvSpPr/>
          <p:nvPr/>
        </p:nvSpPr>
        <p:spPr>
          <a:xfrm>
            <a:off x="8422303" y="4496467"/>
            <a:ext cx="54224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7" name="TextBox 246">
            <a:extLst>
              <a:ext uri="{FF2B5EF4-FFF2-40B4-BE49-F238E27FC236}">
                <a16:creationId xmlns:a16="http://schemas.microsoft.com/office/drawing/2014/main" id="{C2A69587-58D1-FC98-0A17-E30F428555BC}"/>
              </a:ext>
            </a:extLst>
          </p:cNvPr>
          <p:cNvSpPr txBox="1"/>
          <p:nvPr/>
        </p:nvSpPr>
        <p:spPr>
          <a:xfrm>
            <a:off x="8532543" y="448423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48" name="Rectangle 247">
            <a:extLst>
              <a:ext uri="{FF2B5EF4-FFF2-40B4-BE49-F238E27FC236}">
                <a16:creationId xmlns:a16="http://schemas.microsoft.com/office/drawing/2014/main" id="{9177F8EB-3728-BC6B-36C3-512FF56BAA85}"/>
              </a:ext>
            </a:extLst>
          </p:cNvPr>
          <p:cNvSpPr/>
          <p:nvPr/>
        </p:nvSpPr>
        <p:spPr>
          <a:xfrm>
            <a:off x="6370452" y="4489456"/>
            <a:ext cx="458786" cy="44439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9" name="Rectangle 248">
            <a:extLst>
              <a:ext uri="{FF2B5EF4-FFF2-40B4-BE49-F238E27FC236}">
                <a16:creationId xmlns:a16="http://schemas.microsoft.com/office/drawing/2014/main" id="{0C4C4746-D243-C887-B50A-9CD5CFF0EE26}"/>
              </a:ext>
            </a:extLst>
          </p:cNvPr>
          <p:cNvSpPr/>
          <p:nvPr/>
        </p:nvSpPr>
        <p:spPr>
          <a:xfrm>
            <a:off x="5734158" y="4492587"/>
            <a:ext cx="541795" cy="5729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1" name="Rectangle 250">
            <a:extLst>
              <a:ext uri="{FF2B5EF4-FFF2-40B4-BE49-F238E27FC236}">
                <a16:creationId xmlns:a16="http://schemas.microsoft.com/office/drawing/2014/main" id="{FD95D967-A67E-1EEF-F03E-E54A8C69DB34}"/>
              </a:ext>
            </a:extLst>
          </p:cNvPr>
          <p:cNvSpPr/>
          <p:nvPr/>
        </p:nvSpPr>
        <p:spPr>
          <a:xfrm>
            <a:off x="7727488" y="5856466"/>
            <a:ext cx="543937" cy="57699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0" name="TextBox 249">
            <a:extLst>
              <a:ext uri="{FF2B5EF4-FFF2-40B4-BE49-F238E27FC236}">
                <a16:creationId xmlns:a16="http://schemas.microsoft.com/office/drawing/2014/main" id="{110196DE-1910-F473-F14B-36BA871CF150}"/>
              </a:ext>
            </a:extLst>
          </p:cNvPr>
          <p:cNvSpPr txBox="1"/>
          <p:nvPr/>
        </p:nvSpPr>
        <p:spPr>
          <a:xfrm>
            <a:off x="7840218" y="583283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52" name="TextBox 251">
            <a:extLst>
              <a:ext uri="{FF2B5EF4-FFF2-40B4-BE49-F238E27FC236}">
                <a16:creationId xmlns:a16="http://schemas.microsoft.com/office/drawing/2014/main" id="{BA224AF2-4DCA-0DE1-B099-1AFAFB24470B}"/>
              </a:ext>
            </a:extLst>
          </p:cNvPr>
          <p:cNvSpPr txBox="1"/>
          <p:nvPr/>
        </p:nvSpPr>
        <p:spPr>
          <a:xfrm>
            <a:off x="6440183" y="44943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53" name="TextBox 252">
            <a:extLst>
              <a:ext uri="{FF2B5EF4-FFF2-40B4-BE49-F238E27FC236}">
                <a16:creationId xmlns:a16="http://schemas.microsoft.com/office/drawing/2014/main" id="{5B086FF2-9B3A-DA73-5BDC-0E87B66AC092}"/>
              </a:ext>
            </a:extLst>
          </p:cNvPr>
          <p:cNvSpPr txBox="1"/>
          <p:nvPr/>
        </p:nvSpPr>
        <p:spPr>
          <a:xfrm>
            <a:off x="7839786" y="449436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4" name="TextBox 253">
            <a:extLst>
              <a:ext uri="{FF2B5EF4-FFF2-40B4-BE49-F238E27FC236}">
                <a16:creationId xmlns:a16="http://schemas.microsoft.com/office/drawing/2014/main" id="{4BFDE95B-A002-AEF5-F1AC-1ECA0E053CF2}"/>
              </a:ext>
            </a:extLst>
          </p:cNvPr>
          <p:cNvSpPr txBox="1"/>
          <p:nvPr/>
        </p:nvSpPr>
        <p:spPr>
          <a:xfrm>
            <a:off x="8515602" y="584606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56" name="Rectangle 255">
            <a:extLst>
              <a:ext uri="{FF2B5EF4-FFF2-40B4-BE49-F238E27FC236}">
                <a16:creationId xmlns:a16="http://schemas.microsoft.com/office/drawing/2014/main" id="{2B742E71-7317-5CB4-0DCB-00C44D46D9AA}"/>
              </a:ext>
            </a:extLst>
          </p:cNvPr>
          <p:cNvSpPr/>
          <p:nvPr/>
        </p:nvSpPr>
        <p:spPr>
          <a:xfrm>
            <a:off x="5683358" y="5874644"/>
            <a:ext cx="463017" cy="43873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7" name="TextBox 256">
            <a:extLst>
              <a:ext uri="{FF2B5EF4-FFF2-40B4-BE49-F238E27FC236}">
                <a16:creationId xmlns:a16="http://schemas.microsoft.com/office/drawing/2014/main" id="{450C6E93-9ADB-FF8C-83C5-93A81F3A0DA5}"/>
              </a:ext>
            </a:extLst>
          </p:cNvPr>
          <p:cNvSpPr txBox="1"/>
          <p:nvPr/>
        </p:nvSpPr>
        <p:spPr>
          <a:xfrm>
            <a:off x="5777460" y="582523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8" name="Rectangle 257">
            <a:extLst>
              <a:ext uri="{FF2B5EF4-FFF2-40B4-BE49-F238E27FC236}">
                <a16:creationId xmlns:a16="http://schemas.microsoft.com/office/drawing/2014/main" id="{428B6A53-9B88-0083-107D-3990498B6CAA}"/>
              </a:ext>
            </a:extLst>
          </p:cNvPr>
          <p:cNvSpPr/>
          <p:nvPr/>
        </p:nvSpPr>
        <p:spPr>
          <a:xfrm>
            <a:off x="5859231" y="4495990"/>
            <a:ext cx="250078"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9" name="TextBox 258">
            <a:extLst>
              <a:ext uri="{FF2B5EF4-FFF2-40B4-BE49-F238E27FC236}">
                <a16:creationId xmlns:a16="http://schemas.microsoft.com/office/drawing/2014/main" id="{D303BABD-70F8-5DAF-09E7-B41F813AF242}"/>
              </a:ext>
            </a:extLst>
          </p:cNvPr>
          <p:cNvSpPr txBox="1"/>
          <p:nvPr/>
        </p:nvSpPr>
        <p:spPr>
          <a:xfrm>
            <a:off x="5772021" y="449564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60" name="Rectangle 259">
            <a:extLst>
              <a:ext uri="{FF2B5EF4-FFF2-40B4-BE49-F238E27FC236}">
                <a16:creationId xmlns:a16="http://schemas.microsoft.com/office/drawing/2014/main" id="{F2A6B3C4-FEBC-00D2-A002-D84C4C5B858E}"/>
              </a:ext>
            </a:extLst>
          </p:cNvPr>
          <p:cNvSpPr/>
          <p:nvPr/>
        </p:nvSpPr>
        <p:spPr>
          <a:xfrm>
            <a:off x="5715384" y="5172343"/>
            <a:ext cx="541795" cy="4842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1" name="Rectangle 260">
            <a:extLst>
              <a:ext uri="{FF2B5EF4-FFF2-40B4-BE49-F238E27FC236}">
                <a16:creationId xmlns:a16="http://schemas.microsoft.com/office/drawing/2014/main" id="{62E4E071-8535-BA35-6D2A-10F53E468759}"/>
              </a:ext>
            </a:extLst>
          </p:cNvPr>
          <p:cNvSpPr/>
          <p:nvPr/>
        </p:nvSpPr>
        <p:spPr>
          <a:xfrm>
            <a:off x="7050930" y="5158858"/>
            <a:ext cx="541795" cy="53578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2" name="Rectangle 261">
            <a:extLst>
              <a:ext uri="{FF2B5EF4-FFF2-40B4-BE49-F238E27FC236}">
                <a16:creationId xmlns:a16="http://schemas.microsoft.com/office/drawing/2014/main" id="{AB09237B-8653-38E9-466E-5F582648ECD5}"/>
              </a:ext>
            </a:extLst>
          </p:cNvPr>
          <p:cNvSpPr/>
          <p:nvPr/>
        </p:nvSpPr>
        <p:spPr>
          <a:xfrm>
            <a:off x="6570479" y="81391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0" name="TextBox 159">
            <a:extLst>
              <a:ext uri="{FF2B5EF4-FFF2-40B4-BE49-F238E27FC236}">
                <a16:creationId xmlns:a16="http://schemas.microsoft.com/office/drawing/2014/main" id="{34E05BA3-A96A-3829-2820-71CC780071F3}"/>
              </a:ext>
            </a:extLst>
          </p:cNvPr>
          <p:cNvSpPr txBox="1"/>
          <p:nvPr/>
        </p:nvSpPr>
        <p:spPr>
          <a:xfrm>
            <a:off x="5778598" y="17390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00" name="TextBox 99">
            <a:extLst>
              <a:ext uri="{FF2B5EF4-FFF2-40B4-BE49-F238E27FC236}">
                <a16:creationId xmlns:a16="http://schemas.microsoft.com/office/drawing/2014/main" id="{FB671A5F-4509-9435-368F-4133812513FE}"/>
              </a:ext>
            </a:extLst>
          </p:cNvPr>
          <p:cNvSpPr txBox="1"/>
          <p:nvPr/>
        </p:nvSpPr>
        <p:spPr>
          <a:xfrm>
            <a:off x="6475978" y="311079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65" name="TextBox 64">
            <a:extLst>
              <a:ext uri="{FF2B5EF4-FFF2-40B4-BE49-F238E27FC236}">
                <a16:creationId xmlns:a16="http://schemas.microsoft.com/office/drawing/2014/main" id="{21BA2097-EF0B-11D9-8030-06F8EBA5C288}"/>
              </a:ext>
            </a:extLst>
          </p:cNvPr>
          <p:cNvSpPr txBox="1"/>
          <p:nvPr/>
        </p:nvSpPr>
        <p:spPr>
          <a:xfrm>
            <a:off x="323975" y="3403186"/>
            <a:ext cx="4884797" cy="2256195"/>
          </a:xfrm>
          <a:prstGeom prst="rect">
            <a:avLst/>
          </a:prstGeom>
          <a:noFill/>
        </p:spPr>
        <p:txBody>
          <a:bodyPr wrap="square" rtlCol="0">
            <a:spAutoFit/>
          </a:bodyPr>
          <a:lstStyle/>
          <a:p>
            <a:pPr>
              <a:lnSpc>
                <a:spcPct val="150000"/>
              </a:lnSpc>
            </a:pPr>
            <a:r>
              <a:rPr lang="en-US" sz="2400" b="1" dirty="0">
                <a:latin typeface="Garamond" panose="02020404030301010803" pitchFamily="18" charset="0"/>
              </a:rPr>
              <a:t>Staying Organized: </a:t>
            </a:r>
            <a:r>
              <a:rPr lang="en-US" sz="2400" dirty="0">
                <a:latin typeface="Garamond" panose="02020404030301010803" pitchFamily="18" charset="0"/>
              </a:rPr>
              <a:t>Keep track on filled cells. Trying to use different colors to mark your penciled-in numbers.</a:t>
            </a:r>
          </a:p>
        </p:txBody>
      </p:sp>
      <p:sp>
        <p:nvSpPr>
          <p:cNvPr id="200" name="Rectangle 199">
            <a:extLst>
              <a:ext uri="{FF2B5EF4-FFF2-40B4-BE49-F238E27FC236}">
                <a16:creationId xmlns:a16="http://schemas.microsoft.com/office/drawing/2014/main" id="{F66DA9B4-649B-7B97-07C3-D20E78A4D6B5}"/>
              </a:ext>
            </a:extLst>
          </p:cNvPr>
          <p:cNvSpPr/>
          <p:nvPr/>
        </p:nvSpPr>
        <p:spPr>
          <a:xfrm>
            <a:off x="7914201" y="2083047"/>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1" name="Rectangle 200">
            <a:extLst>
              <a:ext uri="{FF2B5EF4-FFF2-40B4-BE49-F238E27FC236}">
                <a16:creationId xmlns:a16="http://schemas.microsoft.com/office/drawing/2014/main" id="{EC3F4FCC-3810-C9BF-995A-D8B7B5637663}"/>
              </a:ext>
            </a:extLst>
          </p:cNvPr>
          <p:cNvSpPr/>
          <p:nvPr/>
        </p:nvSpPr>
        <p:spPr>
          <a:xfrm>
            <a:off x="5908515" y="3429735"/>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0" name="Rectangle 209">
            <a:extLst>
              <a:ext uri="{FF2B5EF4-FFF2-40B4-BE49-F238E27FC236}">
                <a16:creationId xmlns:a16="http://schemas.microsoft.com/office/drawing/2014/main" id="{A3DA62EE-D6C6-7A6A-FDEE-57252E056EF2}"/>
              </a:ext>
            </a:extLst>
          </p:cNvPr>
          <p:cNvSpPr/>
          <p:nvPr/>
        </p:nvSpPr>
        <p:spPr>
          <a:xfrm>
            <a:off x="7738350" y="5152758"/>
            <a:ext cx="588151" cy="66422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1" name="TextBox 210">
            <a:extLst>
              <a:ext uri="{FF2B5EF4-FFF2-40B4-BE49-F238E27FC236}">
                <a16:creationId xmlns:a16="http://schemas.microsoft.com/office/drawing/2014/main" id="{61AE0495-7413-5E20-45C4-B132B7BBAF31}"/>
              </a:ext>
            </a:extLst>
          </p:cNvPr>
          <p:cNvSpPr txBox="1"/>
          <p:nvPr/>
        </p:nvSpPr>
        <p:spPr>
          <a:xfrm>
            <a:off x="7827292" y="520935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87" name="TextBox 86">
            <a:extLst>
              <a:ext uri="{FF2B5EF4-FFF2-40B4-BE49-F238E27FC236}">
                <a16:creationId xmlns:a16="http://schemas.microsoft.com/office/drawing/2014/main" id="{404D358F-EB5E-AF71-889E-B6D4B9B7EFAE}"/>
              </a:ext>
            </a:extLst>
          </p:cNvPr>
          <p:cNvSpPr txBox="1"/>
          <p:nvPr/>
        </p:nvSpPr>
        <p:spPr>
          <a:xfrm>
            <a:off x="5779830" y="31091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198" name="TextBox 197">
            <a:extLst>
              <a:ext uri="{FF2B5EF4-FFF2-40B4-BE49-F238E27FC236}">
                <a16:creationId xmlns:a16="http://schemas.microsoft.com/office/drawing/2014/main" id="{84FB9A89-C7E5-E215-0296-FE70D7CF311B}"/>
              </a:ext>
            </a:extLst>
          </p:cNvPr>
          <p:cNvSpPr txBox="1"/>
          <p:nvPr/>
        </p:nvSpPr>
        <p:spPr>
          <a:xfrm>
            <a:off x="5777460" y="52064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199" name="TextBox 198">
            <a:extLst>
              <a:ext uri="{FF2B5EF4-FFF2-40B4-BE49-F238E27FC236}">
                <a16:creationId xmlns:a16="http://schemas.microsoft.com/office/drawing/2014/main" id="{BF576340-9758-E914-796B-9C9CBEF8296F}"/>
              </a:ext>
            </a:extLst>
          </p:cNvPr>
          <p:cNvSpPr txBox="1"/>
          <p:nvPr/>
        </p:nvSpPr>
        <p:spPr>
          <a:xfrm>
            <a:off x="712600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13" name="Rectangle 212">
            <a:extLst>
              <a:ext uri="{FF2B5EF4-FFF2-40B4-BE49-F238E27FC236}">
                <a16:creationId xmlns:a16="http://schemas.microsoft.com/office/drawing/2014/main" id="{AD212BF5-0BF3-4A84-5982-6CA589262610}"/>
              </a:ext>
            </a:extLst>
          </p:cNvPr>
          <p:cNvSpPr/>
          <p:nvPr/>
        </p:nvSpPr>
        <p:spPr>
          <a:xfrm>
            <a:off x="8439998" y="1737052"/>
            <a:ext cx="355298" cy="36180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2" name="TextBox 211">
            <a:extLst>
              <a:ext uri="{FF2B5EF4-FFF2-40B4-BE49-F238E27FC236}">
                <a16:creationId xmlns:a16="http://schemas.microsoft.com/office/drawing/2014/main" id="{C22F714E-3D68-9067-1CAF-32581DB421BA}"/>
              </a:ext>
            </a:extLst>
          </p:cNvPr>
          <p:cNvSpPr txBox="1"/>
          <p:nvPr/>
        </p:nvSpPr>
        <p:spPr>
          <a:xfrm>
            <a:off x="8519339" y="174792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Tree>
    <p:extLst>
      <p:ext uri="{BB962C8B-B14F-4D97-AF65-F5344CB8AC3E}">
        <p14:creationId xmlns:p14="http://schemas.microsoft.com/office/powerpoint/2010/main" val="1587873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19009" y="313155"/>
            <a:ext cx="4520111" cy="2585323"/>
          </a:xfrm>
          <a:prstGeom prst="rect">
            <a:avLst/>
          </a:prstGeom>
          <a:noFill/>
        </p:spPr>
        <p:txBody>
          <a:bodyPr wrap="square" rtlCol="0">
            <a:spAutoFit/>
          </a:bodyPr>
          <a:lstStyle/>
          <a:p>
            <a:r>
              <a:rPr lang="en-US" sz="5400" b="1" dirty="0">
                <a:latin typeface="Playfair Display Black" pitchFamily="2" charset="77"/>
              </a:rPr>
              <a:t>Strategies to solve the puzzle</a:t>
            </a:r>
            <a:endParaRPr lang="en-TW" sz="5400" b="1" i="1" dirty="0">
              <a:latin typeface="Playfair Display SemiBold" pitchFamily="2" charset="77"/>
            </a:endParaRP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0621" cy="623169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515602" y="379961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422303" y="5848685"/>
            <a:ext cx="602004" cy="6145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135479" y="134793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4366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705408" y="3031765"/>
                <a:ext cx="19747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705408" y="3031765"/>
                <a:ext cx="197478" cy="276999"/>
              </a:xfrm>
              <a:prstGeom prst="rect">
                <a:avLst/>
              </a:prstGeom>
              <a:blipFill>
                <a:blip r:embed="rId10"/>
                <a:stretch>
                  <a:fillRect l="-25000" r="-25000"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1"/>
                <a:stretch>
                  <a:fillRect l="-10526" r="-15789" b="-4348"/>
                </a:stretch>
              </a:blipFill>
            </p:spPr>
            <p:txBody>
              <a:bodyPr/>
              <a:lstStyle/>
              <a:p>
                <a:r>
                  <a:rPr lang="en-TW">
                    <a:noFill/>
                  </a:rPr>
                  <a:t> </a:t>
                </a:r>
              </a:p>
            </p:txBody>
          </p:sp>
        </mc:Fallback>
      </mc:AlternateContent>
      <p:sp>
        <p:nvSpPr>
          <p:cNvPr id="159" name="Rectangle 158">
            <a:extLst>
              <a:ext uri="{FF2B5EF4-FFF2-40B4-BE49-F238E27FC236}">
                <a16:creationId xmlns:a16="http://schemas.microsoft.com/office/drawing/2014/main" id="{04706051-1C3A-8277-B370-7AD04420CB80}"/>
              </a:ext>
            </a:extLst>
          </p:cNvPr>
          <p:cNvSpPr/>
          <p:nvPr/>
        </p:nvSpPr>
        <p:spPr>
          <a:xfrm>
            <a:off x="6385531" y="2408164"/>
            <a:ext cx="579826" cy="6353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0" name="Rectangle 169">
            <a:extLst>
              <a:ext uri="{FF2B5EF4-FFF2-40B4-BE49-F238E27FC236}">
                <a16:creationId xmlns:a16="http://schemas.microsoft.com/office/drawing/2014/main" id="{16DF678B-9127-858E-A0F3-ACF80ACFF36D}"/>
              </a:ext>
            </a:extLst>
          </p:cNvPr>
          <p:cNvSpPr/>
          <p:nvPr/>
        </p:nvSpPr>
        <p:spPr>
          <a:xfrm>
            <a:off x="7266420" y="327228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3" name="Rectangle 172">
            <a:extLst>
              <a:ext uri="{FF2B5EF4-FFF2-40B4-BE49-F238E27FC236}">
                <a16:creationId xmlns:a16="http://schemas.microsoft.com/office/drawing/2014/main" id="{1DF28DA1-8402-E1A0-AEC3-E65C1918758F}"/>
              </a:ext>
            </a:extLst>
          </p:cNvPr>
          <p:cNvSpPr/>
          <p:nvPr/>
        </p:nvSpPr>
        <p:spPr>
          <a:xfrm>
            <a:off x="5693052" y="3184652"/>
            <a:ext cx="530089" cy="54489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4" name="Rectangle 173">
            <a:extLst>
              <a:ext uri="{FF2B5EF4-FFF2-40B4-BE49-F238E27FC236}">
                <a16:creationId xmlns:a16="http://schemas.microsoft.com/office/drawing/2014/main" id="{B2D048EF-5C97-CED4-8269-151BECD65766}"/>
              </a:ext>
            </a:extLst>
          </p:cNvPr>
          <p:cNvSpPr/>
          <p:nvPr/>
        </p:nvSpPr>
        <p:spPr>
          <a:xfrm>
            <a:off x="6342772" y="310524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5" name="Rectangle 174">
            <a:extLst>
              <a:ext uri="{FF2B5EF4-FFF2-40B4-BE49-F238E27FC236}">
                <a16:creationId xmlns:a16="http://schemas.microsoft.com/office/drawing/2014/main" id="{F22A0ABD-B6EE-217E-0BDF-0B750E012804}"/>
              </a:ext>
            </a:extLst>
          </p:cNvPr>
          <p:cNvSpPr/>
          <p:nvPr/>
        </p:nvSpPr>
        <p:spPr>
          <a:xfrm>
            <a:off x="5690778" y="3098269"/>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0" name="Rectangle 179">
            <a:extLst>
              <a:ext uri="{FF2B5EF4-FFF2-40B4-BE49-F238E27FC236}">
                <a16:creationId xmlns:a16="http://schemas.microsoft.com/office/drawing/2014/main" id="{3E99A61C-49D3-3856-BCAD-C506CC1F7425}"/>
              </a:ext>
            </a:extLst>
          </p:cNvPr>
          <p:cNvSpPr/>
          <p:nvPr/>
        </p:nvSpPr>
        <p:spPr>
          <a:xfrm>
            <a:off x="7039646" y="3109137"/>
            <a:ext cx="412292" cy="5864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9" name="Rectangle 188">
            <a:extLst>
              <a:ext uri="{FF2B5EF4-FFF2-40B4-BE49-F238E27FC236}">
                <a16:creationId xmlns:a16="http://schemas.microsoft.com/office/drawing/2014/main" id="{43AA9078-C19F-38C1-F920-D520257E0D92}"/>
              </a:ext>
            </a:extLst>
          </p:cNvPr>
          <p:cNvSpPr/>
          <p:nvPr/>
        </p:nvSpPr>
        <p:spPr>
          <a:xfrm>
            <a:off x="7890847" y="3543755"/>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1" name="Rectangle 190">
            <a:extLst>
              <a:ext uri="{FF2B5EF4-FFF2-40B4-BE49-F238E27FC236}">
                <a16:creationId xmlns:a16="http://schemas.microsoft.com/office/drawing/2014/main" id="{B4338253-BD90-6078-74C4-8B4C217BF68E}"/>
              </a:ext>
            </a:extLst>
          </p:cNvPr>
          <p:cNvSpPr/>
          <p:nvPr/>
        </p:nvSpPr>
        <p:spPr>
          <a:xfrm>
            <a:off x="5715384" y="1733906"/>
            <a:ext cx="522257" cy="5827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5" name="TextBox 184">
            <a:extLst>
              <a:ext uri="{FF2B5EF4-FFF2-40B4-BE49-F238E27FC236}">
                <a16:creationId xmlns:a16="http://schemas.microsoft.com/office/drawing/2014/main" id="{C52E1DDF-EB40-1C06-AEFE-E4F35FE5EC28}"/>
              </a:ext>
            </a:extLst>
          </p:cNvPr>
          <p:cNvSpPr txBox="1"/>
          <p:nvPr/>
        </p:nvSpPr>
        <p:spPr>
          <a:xfrm>
            <a:off x="6458870" y="241814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90" name="Rectangle 189">
            <a:extLst>
              <a:ext uri="{FF2B5EF4-FFF2-40B4-BE49-F238E27FC236}">
                <a16:creationId xmlns:a16="http://schemas.microsoft.com/office/drawing/2014/main" id="{A1D128E5-DDF3-D7EF-808E-E669712F5526}"/>
              </a:ext>
            </a:extLst>
          </p:cNvPr>
          <p:cNvSpPr/>
          <p:nvPr/>
        </p:nvSpPr>
        <p:spPr>
          <a:xfrm>
            <a:off x="6796256" y="3117405"/>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2" name="Rectangle 191">
            <a:extLst>
              <a:ext uri="{FF2B5EF4-FFF2-40B4-BE49-F238E27FC236}">
                <a16:creationId xmlns:a16="http://schemas.microsoft.com/office/drawing/2014/main" id="{9629BD9F-09C9-B703-00AC-892E30A1CCDD}"/>
              </a:ext>
            </a:extLst>
          </p:cNvPr>
          <p:cNvSpPr/>
          <p:nvPr/>
        </p:nvSpPr>
        <p:spPr>
          <a:xfrm>
            <a:off x="7455747" y="309216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3" name="Rectangle 192">
            <a:extLst>
              <a:ext uri="{FF2B5EF4-FFF2-40B4-BE49-F238E27FC236}">
                <a16:creationId xmlns:a16="http://schemas.microsoft.com/office/drawing/2014/main" id="{D59E079D-7108-98C7-1387-A871E8CDD5EF}"/>
              </a:ext>
            </a:extLst>
          </p:cNvPr>
          <p:cNvSpPr/>
          <p:nvPr/>
        </p:nvSpPr>
        <p:spPr>
          <a:xfrm>
            <a:off x="8149966" y="242645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4" name="Rectangle 193">
            <a:extLst>
              <a:ext uri="{FF2B5EF4-FFF2-40B4-BE49-F238E27FC236}">
                <a16:creationId xmlns:a16="http://schemas.microsoft.com/office/drawing/2014/main" id="{1ED0058B-5061-42E1-E358-03B8667AA456}"/>
              </a:ext>
            </a:extLst>
          </p:cNvPr>
          <p:cNvSpPr/>
          <p:nvPr/>
        </p:nvSpPr>
        <p:spPr>
          <a:xfrm>
            <a:off x="6376929" y="3257088"/>
            <a:ext cx="425916" cy="4679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5" name="Rectangle 194">
            <a:extLst>
              <a:ext uri="{FF2B5EF4-FFF2-40B4-BE49-F238E27FC236}">
                <a16:creationId xmlns:a16="http://schemas.microsoft.com/office/drawing/2014/main" id="{1BF3F6A7-DEEC-B2FC-B98C-0BF1CCB34A99}"/>
              </a:ext>
            </a:extLst>
          </p:cNvPr>
          <p:cNvSpPr/>
          <p:nvPr/>
        </p:nvSpPr>
        <p:spPr>
          <a:xfrm>
            <a:off x="9447939" y="3105247"/>
            <a:ext cx="222220" cy="63582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6" name="Rectangle 195">
            <a:extLst>
              <a:ext uri="{FF2B5EF4-FFF2-40B4-BE49-F238E27FC236}">
                <a16:creationId xmlns:a16="http://schemas.microsoft.com/office/drawing/2014/main" id="{5E14EB5C-D9FA-709C-15FB-38F6180DE581}"/>
              </a:ext>
            </a:extLst>
          </p:cNvPr>
          <p:cNvSpPr/>
          <p:nvPr/>
        </p:nvSpPr>
        <p:spPr>
          <a:xfrm>
            <a:off x="7718392" y="2432747"/>
            <a:ext cx="619394" cy="62533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7" name="TextBox 196">
            <a:extLst>
              <a:ext uri="{FF2B5EF4-FFF2-40B4-BE49-F238E27FC236}">
                <a16:creationId xmlns:a16="http://schemas.microsoft.com/office/drawing/2014/main" id="{4902F524-9CF1-4848-AFF0-F9FF52A6EF99}"/>
              </a:ext>
            </a:extLst>
          </p:cNvPr>
          <p:cNvSpPr txBox="1"/>
          <p:nvPr/>
        </p:nvSpPr>
        <p:spPr>
          <a:xfrm>
            <a:off x="7832099" y="244126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71" name="Rectangle 170">
            <a:extLst>
              <a:ext uri="{FF2B5EF4-FFF2-40B4-BE49-F238E27FC236}">
                <a16:creationId xmlns:a16="http://schemas.microsoft.com/office/drawing/2014/main" id="{D8679C95-3A30-3F40-D623-1A323CD134A8}"/>
              </a:ext>
            </a:extLst>
          </p:cNvPr>
          <p:cNvSpPr/>
          <p:nvPr/>
        </p:nvSpPr>
        <p:spPr>
          <a:xfrm>
            <a:off x="10497195" y="4782138"/>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1" name="TextBox 160">
            <a:extLst>
              <a:ext uri="{FF2B5EF4-FFF2-40B4-BE49-F238E27FC236}">
                <a16:creationId xmlns:a16="http://schemas.microsoft.com/office/drawing/2014/main" id="{4C7C8432-158A-1459-DBDC-542221F0B31E}"/>
              </a:ext>
            </a:extLst>
          </p:cNvPr>
          <p:cNvSpPr txBox="1"/>
          <p:nvPr/>
        </p:nvSpPr>
        <p:spPr>
          <a:xfrm>
            <a:off x="10586730" y="449084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77" name="Rectangle 176">
            <a:extLst>
              <a:ext uri="{FF2B5EF4-FFF2-40B4-BE49-F238E27FC236}">
                <a16:creationId xmlns:a16="http://schemas.microsoft.com/office/drawing/2014/main" id="{A7B3742C-A49F-7ACE-EBAE-687ADD1D6CF1}"/>
              </a:ext>
            </a:extLst>
          </p:cNvPr>
          <p:cNvSpPr/>
          <p:nvPr/>
        </p:nvSpPr>
        <p:spPr>
          <a:xfrm>
            <a:off x="9886018" y="4481926"/>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2" name="TextBox 171">
            <a:extLst>
              <a:ext uri="{FF2B5EF4-FFF2-40B4-BE49-F238E27FC236}">
                <a16:creationId xmlns:a16="http://schemas.microsoft.com/office/drawing/2014/main" id="{D2D3D5C9-6A20-ECEC-F563-37279E99E4D7}"/>
              </a:ext>
            </a:extLst>
          </p:cNvPr>
          <p:cNvSpPr txBox="1"/>
          <p:nvPr/>
        </p:nvSpPr>
        <p:spPr>
          <a:xfrm>
            <a:off x="9895907" y="449258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79" name="Rectangle 178">
            <a:extLst>
              <a:ext uri="{FF2B5EF4-FFF2-40B4-BE49-F238E27FC236}">
                <a16:creationId xmlns:a16="http://schemas.microsoft.com/office/drawing/2014/main" id="{1B805C2A-FF84-1FC3-4282-FF281D59F564}"/>
              </a:ext>
            </a:extLst>
          </p:cNvPr>
          <p:cNvSpPr/>
          <p:nvPr/>
        </p:nvSpPr>
        <p:spPr>
          <a:xfrm>
            <a:off x="10493052" y="6138453"/>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6" name="TextBox 175">
            <a:extLst>
              <a:ext uri="{FF2B5EF4-FFF2-40B4-BE49-F238E27FC236}">
                <a16:creationId xmlns:a16="http://schemas.microsoft.com/office/drawing/2014/main" id="{B1DB8FCA-814F-114B-5236-D36A53AFC846}"/>
              </a:ext>
            </a:extLst>
          </p:cNvPr>
          <p:cNvSpPr txBox="1"/>
          <p:nvPr/>
        </p:nvSpPr>
        <p:spPr>
          <a:xfrm>
            <a:off x="10586730" y="585232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81" name="Rectangle 180">
            <a:extLst>
              <a:ext uri="{FF2B5EF4-FFF2-40B4-BE49-F238E27FC236}">
                <a16:creationId xmlns:a16="http://schemas.microsoft.com/office/drawing/2014/main" id="{392327C1-FA7A-3E35-494F-E909888F59D8}"/>
              </a:ext>
            </a:extLst>
          </p:cNvPr>
          <p:cNvSpPr/>
          <p:nvPr/>
        </p:nvSpPr>
        <p:spPr>
          <a:xfrm>
            <a:off x="7925359" y="6117622"/>
            <a:ext cx="319032" cy="31583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2" name="Rectangle 181">
            <a:extLst>
              <a:ext uri="{FF2B5EF4-FFF2-40B4-BE49-F238E27FC236}">
                <a16:creationId xmlns:a16="http://schemas.microsoft.com/office/drawing/2014/main" id="{ED584754-EFFB-458D-0A32-E84102B33E23}"/>
              </a:ext>
            </a:extLst>
          </p:cNvPr>
          <p:cNvSpPr/>
          <p:nvPr/>
        </p:nvSpPr>
        <p:spPr>
          <a:xfrm>
            <a:off x="7739196" y="4478600"/>
            <a:ext cx="537475" cy="60207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3" name="Rectangle 182">
            <a:extLst>
              <a:ext uri="{FF2B5EF4-FFF2-40B4-BE49-F238E27FC236}">
                <a16:creationId xmlns:a16="http://schemas.microsoft.com/office/drawing/2014/main" id="{5D59A1A6-BAF9-3FF6-EEFE-945F994EDE6E}"/>
              </a:ext>
            </a:extLst>
          </p:cNvPr>
          <p:cNvSpPr/>
          <p:nvPr/>
        </p:nvSpPr>
        <p:spPr>
          <a:xfrm>
            <a:off x="9081886" y="4840992"/>
            <a:ext cx="248060" cy="27699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4" name="TextBox 183">
            <a:extLst>
              <a:ext uri="{FF2B5EF4-FFF2-40B4-BE49-F238E27FC236}">
                <a16:creationId xmlns:a16="http://schemas.microsoft.com/office/drawing/2014/main" id="{89FC8A6A-7207-52A1-5E6D-C530BB1217EE}"/>
              </a:ext>
            </a:extLst>
          </p:cNvPr>
          <p:cNvSpPr txBox="1"/>
          <p:nvPr/>
        </p:nvSpPr>
        <p:spPr>
          <a:xfrm>
            <a:off x="9183464" y="311080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202" name="Rectangle 201">
            <a:extLst>
              <a:ext uri="{FF2B5EF4-FFF2-40B4-BE49-F238E27FC236}">
                <a16:creationId xmlns:a16="http://schemas.microsoft.com/office/drawing/2014/main" id="{0BCC1E1B-A8E3-ADE9-7C6C-FD966DD68E0B}"/>
              </a:ext>
            </a:extLst>
          </p:cNvPr>
          <p:cNvSpPr/>
          <p:nvPr/>
        </p:nvSpPr>
        <p:spPr>
          <a:xfrm>
            <a:off x="9531664" y="1029903"/>
            <a:ext cx="17696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3" name="Rectangle 202">
            <a:extLst>
              <a:ext uri="{FF2B5EF4-FFF2-40B4-BE49-F238E27FC236}">
                <a16:creationId xmlns:a16="http://schemas.microsoft.com/office/drawing/2014/main" id="{CF23C6B5-6561-5917-A3AB-26E16DB25C84}"/>
              </a:ext>
            </a:extLst>
          </p:cNvPr>
          <p:cNvSpPr/>
          <p:nvPr/>
        </p:nvSpPr>
        <p:spPr>
          <a:xfrm>
            <a:off x="8089011" y="3101388"/>
            <a:ext cx="269265" cy="17089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4" name="Rectangle 203">
            <a:extLst>
              <a:ext uri="{FF2B5EF4-FFF2-40B4-BE49-F238E27FC236}">
                <a16:creationId xmlns:a16="http://schemas.microsoft.com/office/drawing/2014/main" id="{02AF9BA1-39DC-176F-0A92-97F435ED8753}"/>
              </a:ext>
            </a:extLst>
          </p:cNvPr>
          <p:cNvSpPr/>
          <p:nvPr/>
        </p:nvSpPr>
        <p:spPr>
          <a:xfrm>
            <a:off x="9323552" y="1473811"/>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6" name="Rectangle 205">
            <a:extLst>
              <a:ext uri="{FF2B5EF4-FFF2-40B4-BE49-F238E27FC236}">
                <a16:creationId xmlns:a16="http://schemas.microsoft.com/office/drawing/2014/main" id="{E36FE2D7-B7AC-43A1-D245-B7AC1C78622F}"/>
              </a:ext>
            </a:extLst>
          </p:cNvPr>
          <p:cNvSpPr/>
          <p:nvPr/>
        </p:nvSpPr>
        <p:spPr>
          <a:xfrm>
            <a:off x="9164233" y="1097984"/>
            <a:ext cx="505926" cy="54233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5" name="TextBox 204">
            <a:extLst>
              <a:ext uri="{FF2B5EF4-FFF2-40B4-BE49-F238E27FC236}">
                <a16:creationId xmlns:a16="http://schemas.microsoft.com/office/drawing/2014/main" id="{33719A79-E434-7A3A-7132-DB19870C3404}"/>
              </a:ext>
            </a:extLst>
          </p:cNvPr>
          <p:cNvSpPr txBox="1"/>
          <p:nvPr/>
        </p:nvSpPr>
        <p:spPr>
          <a:xfrm>
            <a:off x="9205916" y="105554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07" name="Rectangle 206">
            <a:extLst>
              <a:ext uri="{FF2B5EF4-FFF2-40B4-BE49-F238E27FC236}">
                <a16:creationId xmlns:a16="http://schemas.microsoft.com/office/drawing/2014/main" id="{B560A7CD-D423-2B05-E657-61316B544ACF}"/>
              </a:ext>
            </a:extLst>
          </p:cNvPr>
          <p:cNvSpPr/>
          <p:nvPr/>
        </p:nvSpPr>
        <p:spPr>
          <a:xfrm>
            <a:off x="10721121" y="126982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8" name="Rectangle 207">
            <a:extLst>
              <a:ext uri="{FF2B5EF4-FFF2-40B4-BE49-F238E27FC236}">
                <a16:creationId xmlns:a16="http://schemas.microsoft.com/office/drawing/2014/main" id="{BD1956A4-AE4D-450B-CC73-7A78D5BFB834}"/>
              </a:ext>
            </a:extLst>
          </p:cNvPr>
          <p:cNvSpPr/>
          <p:nvPr/>
        </p:nvSpPr>
        <p:spPr>
          <a:xfrm>
            <a:off x="10012088" y="12611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9" name="Rectangle 208">
            <a:extLst>
              <a:ext uri="{FF2B5EF4-FFF2-40B4-BE49-F238E27FC236}">
                <a16:creationId xmlns:a16="http://schemas.microsoft.com/office/drawing/2014/main" id="{BA77615D-29D7-D03F-0AA3-115D446492EB}"/>
              </a:ext>
            </a:extLst>
          </p:cNvPr>
          <p:cNvSpPr/>
          <p:nvPr/>
        </p:nvSpPr>
        <p:spPr>
          <a:xfrm>
            <a:off x="7030717" y="1057034"/>
            <a:ext cx="370771" cy="36255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4" name="Rectangle 213">
            <a:extLst>
              <a:ext uri="{FF2B5EF4-FFF2-40B4-BE49-F238E27FC236}">
                <a16:creationId xmlns:a16="http://schemas.microsoft.com/office/drawing/2014/main" id="{766505CA-6811-1FC3-49CB-72750672C564}"/>
              </a:ext>
            </a:extLst>
          </p:cNvPr>
          <p:cNvSpPr/>
          <p:nvPr/>
        </p:nvSpPr>
        <p:spPr>
          <a:xfrm>
            <a:off x="6370453" y="1047327"/>
            <a:ext cx="384368" cy="40863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5" name="Rectangle 214">
            <a:extLst>
              <a:ext uri="{FF2B5EF4-FFF2-40B4-BE49-F238E27FC236}">
                <a16:creationId xmlns:a16="http://schemas.microsoft.com/office/drawing/2014/main" id="{0AFBAEE6-7F8B-2A9C-A4E8-BB9C20EEA3B0}"/>
              </a:ext>
            </a:extLst>
          </p:cNvPr>
          <p:cNvSpPr/>
          <p:nvPr/>
        </p:nvSpPr>
        <p:spPr>
          <a:xfrm>
            <a:off x="9323552" y="193031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6" name="Rectangle 215">
            <a:extLst>
              <a:ext uri="{FF2B5EF4-FFF2-40B4-BE49-F238E27FC236}">
                <a16:creationId xmlns:a16="http://schemas.microsoft.com/office/drawing/2014/main" id="{2AF580F5-98EB-254B-2B51-D33F47C23472}"/>
              </a:ext>
            </a:extLst>
          </p:cNvPr>
          <p:cNvSpPr/>
          <p:nvPr/>
        </p:nvSpPr>
        <p:spPr>
          <a:xfrm>
            <a:off x="9339046" y="472761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7" name="Rectangle 216">
            <a:extLst>
              <a:ext uri="{FF2B5EF4-FFF2-40B4-BE49-F238E27FC236}">
                <a16:creationId xmlns:a16="http://schemas.microsoft.com/office/drawing/2014/main" id="{C3EF5645-A03F-DA63-7637-16CDBF7FE386}"/>
              </a:ext>
            </a:extLst>
          </p:cNvPr>
          <p:cNvSpPr/>
          <p:nvPr/>
        </p:nvSpPr>
        <p:spPr>
          <a:xfrm>
            <a:off x="9322056" y="538430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8" name="Rectangle 217">
            <a:extLst>
              <a:ext uri="{FF2B5EF4-FFF2-40B4-BE49-F238E27FC236}">
                <a16:creationId xmlns:a16="http://schemas.microsoft.com/office/drawing/2014/main" id="{2D7176F9-1BE1-DF40-91B2-C84216F15159}"/>
              </a:ext>
            </a:extLst>
          </p:cNvPr>
          <p:cNvSpPr/>
          <p:nvPr/>
        </p:nvSpPr>
        <p:spPr>
          <a:xfrm>
            <a:off x="8649373" y="1948775"/>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9" name="Rectangle 218">
            <a:extLst>
              <a:ext uri="{FF2B5EF4-FFF2-40B4-BE49-F238E27FC236}">
                <a16:creationId xmlns:a16="http://schemas.microsoft.com/office/drawing/2014/main" id="{7C4DD4FB-A9C1-28A8-22B1-9614B3418ED4}"/>
              </a:ext>
            </a:extLst>
          </p:cNvPr>
          <p:cNvSpPr/>
          <p:nvPr/>
        </p:nvSpPr>
        <p:spPr>
          <a:xfrm>
            <a:off x="8446560" y="542502"/>
            <a:ext cx="568535" cy="3215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2" name="Rectangle 221">
            <a:extLst>
              <a:ext uri="{FF2B5EF4-FFF2-40B4-BE49-F238E27FC236}">
                <a16:creationId xmlns:a16="http://schemas.microsoft.com/office/drawing/2014/main" id="{D2B33FC8-C282-59EC-9C55-C4592F026A53}"/>
              </a:ext>
            </a:extLst>
          </p:cNvPr>
          <p:cNvSpPr/>
          <p:nvPr/>
        </p:nvSpPr>
        <p:spPr>
          <a:xfrm>
            <a:off x="9297447" y="5529840"/>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3" name="Rectangle 222">
            <a:extLst>
              <a:ext uri="{FF2B5EF4-FFF2-40B4-BE49-F238E27FC236}">
                <a16:creationId xmlns:a16="http://schemas.microsoft.com/office/drawing/2014/main" id="{512D3BA0-E671-74C3-F357-40290739E3E0}"/>
              </a:ext>
            </a:extLst>
          </p:cNvPr>
          <p:cNvSpPr/>
          <p:nvPr/>
        </p:nvSpPr>
        <p:spPr>
          <a:xfrm>
            <a:off x="9452395" y="4850958"/>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4" name="TextBox 223">
            <a:extLst>
              <a:ext uri="{FF2B5EF4-FFF2-40B4-BE49-F238E27FC236}">
                <a16:creationId xmlns:a16="http://schemas.microsoft.com/office/drawing/2014/main" id="{6381C123-414C-FAFB-0F56-7D262E3CA9AA}"/>
              </a:ext>
            </a:extLst>
          </p:cNvPr>
          <p:cNvSpPr txBox="1"/>
          <p:nvPr/>
        </p:nvSpPr>
        <p:spPr>
          <a:xfrm>
            <a:off x="9183464" y="44807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25" name="TextBox 224">
            <a:extLst>
              <a:ext uri="{FF2B5EF4-FFF2-40B4-BE49-F238E27FC236}">
                <a16:creationId xmlns:a16="http://schemas.microsoft.com/office/drawing/2014/main" id="{795B0AFA-3E86-F7B7-7118-1E9A2244070B}"/>
              </a:ext>
            </a:extLst>
          </p:cNvPr>
          <p:cNvSpPr txBox="1"/>
          <p:nvPr/>
        </p:nvSpPr>
        <p:spPr>
          <a:xfrm>
            <a:off x="9191361" y="5158492"/>
            <a:ext cx="412292" cy="584775"/>
          </a:xfrm>
          <a:prstGeom prst="rect">
            <a:avLst/>
          </a:prstGeom>
          <a:noFill/>
        </p:spPr>
        <p:txBody>
          <a:bodyPr wrap="none" rtlCol="0">
            <a:spAutoFit/>
          </a:bodyPr>
          <a:lstStyle/>
          <a:p>
            <a:r>
              <a:rPr lang="en-TW" sz="3200">
                <a:latin typeface="Arial" panose="020B0604020202020204" pitchFamily="34" charset="0"/>
                <a:cs typeface="Arial" panose="020B0604020202020204" pitchFamily="34" charset="0"/>
              </a:rPr>
              <a:t>8</a:t>
            </a:r>
            <a:endParaRPr lang="en-TW" sz="3200" dirty="0">
              <a:latin typeface="Arial" panose="020B0604020202020204" pitchFamily="34" charset="0"/>
              <a:cs typeface="Arial" panose="020B0604020202020204" pitchFamily="34" charset="0"/>
            </a:endParaRPr>
          </a:p>
        </p:txBody>
      </p:sp>
      <p:sp>
        <p:nvSpPr>
          <p:cNvPr id="228" name="Rectangle 227">
            <a:extLst>
              <a:ext uri="{FF2B5EF4-FFF2-40B4-BE49-F238E27FC236}">
                <a16:creationId xmlns:a16="http://schemas.microsoft.com/office/drawing/2014/main" id="{C8860A68-4F1C-9DA5-E809-82C02EC64EAD}"/>
              </a:ext>
            </a:extLst>
          </p:cNvPr>
          <p:cNvSpPr/>
          <p:nvPr/>
        </p:nvSpPr>
        <p:spPr>
          <a:xfrm>
            <a:off x="8099275" y="47998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9" name="Rectangle 228">
            <a:extLst>
              <a:ext uri="{FF2B5EF4-FFF2-40B4-BE49-F238E27FC236}">
                <a16:creationId xmlns:a16="http://schemas.microsoft.com/office/drawing/2014/main" id="{91403988-2CF2-DD0B-A09B-915069F58805}"/>
              </a:ext>
            </a:extLst>
          </p:cNvPr>
          <p:cNvSpPr/>
          <p:nvPr/>
        </p:nvSpPr>
        <p:spPr>
          <a:xfrm>
            <a:off x="9129279" y="2027245"/>
            <a:ext cx="48892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0" name="TextBox 229">
            <a:extLst>
              <a:ext uri="{FF2B5EF4-FFF2-40B4-BE49-F238E27FC236}">
                <a16:creationId xmlns:a16="http://schemas.microsoft.com/office/drawing/2014/main" id="{1B5601BA-D55A-3553-2531-7CD21E7C3197}"/>
              </a:ext>
            </a:extLst>
          </p:cNvPr>
          <p:cNvSpPr txBox="1"/>
          <p:nvPr/>
        </p:nvSpPr>
        <p:spPr>
          <a:xfrm>
            <a:off x="9204247"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31" name="Rectangle 230">
            <a:extLst>
              <a:ext uri="{FF2B5EF4-FFF2-40B4-BE49-F238E27FC236}">
                <a16:creationId xmlns:a16="http://schemas.microsoft.com/office/drawing/2014/main" id="{4107C2FA-08B2-7D63-CFE9-EE416485CDBB}"/>
              </a:ext>
            </a:extLst>
          </p:cNvPr>
          <p:cNvSpPr/>
          <p:nvPr/>
        </p:nvSpPr>
        <p:spPr>
          <a:xfrm>
            <a:off x="7712934" y="2182214"/>
            <a:ext cx="229229" cy="1438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3" name="Rectangle 232">
            <a:extLst>
              <a:ext uri="{FF2B5EF4-FFF2-40B4-BE49-F238E27FC236}">
                <a16:creationId xmlns:a16="http://schemas.microsoft.com/office/drawing/2014/main" id="{14B33B9E-0993-FF86-51A4-725060ABE9BD}"/>
              </a:ext>
            </a:extLst>
          </p:cNvPr>
          <p:cNvSpPr/>
          <p:nvPr/>
        </p:nvSpPr>
        <p:spPr>
          <a:xfrm>
            <a:off x="7071889" y="400694"/>
            <a:ext cx="566297" cy="57994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4" name="TextBox 233">
            <a:extLst>
              <a:ext uri="{FF2B5EF4-FFF2-40B4-BE49-F238E27FC236}">
                <a16:creationId xmlns:a16="http://schemas.microsoft.com/office/drawing/2014/main" id="{BDA8A307-699D-600A-E0A1-98AE6F512079}"/>
              </a:ext>
            </a:extLst>
          </p:cNvPr>
          <p:cNvSpPr txBox="1"/>
          <p:nvPr/>
        </p:nvSpPr>
        <p:spPr>
          <a:xfrm>
            <a:off x="7145332" y="3996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35" name="Rectangle 234">
            <a:extLst>
              <a:ext uri="{FF2B5EF4-FFF2-40B4-BE49-F238E27FC236}">
                <a16:creationId xmlns:a16="http://schemas.microsoft.com/office/drawing/2014/main" id="{C8F335C3-4138-1526-F2AA-00497921C890}"/>
              </a:ext>
            </a:extLst>
          </p:cNvPr>
          <p:cNvSpPr/>
          <p:nvPr/>
        </p:nvSpPr>
        <p:spPr>
          <a:xfrm>
            <a:off x="7045756" y="1723232"/>
            <a:ext cx="566297" cy="5884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6" name="TextBox 235">
            <a:extLst>
              <a:ext uri="{FF2B5EF4-FFF2-40B4-BE49-F238E27FC236}">
                <a16:creationId xmlns:a16="http://schemas.microsoft.com/office/drawing/2014/main" id="{DF49BC09-9C00-6A89-5BD2-ACB18C4912F2}"/>
              </a:ext>
            </a:extLst>
          </p:cNvPr>
          <p:cNvSpPr txBox="1"/>
          <p:nvPr/>
        </p:nvSpPr>
        <p:spPr>
          <a:xfrm>
            <a:off x="7131829"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37" name="Rectangle 236">
            <a:extLst>
              <a:ext uri="{FF2B5EF4-FFF2-40B4-BE49-F238E27FC236}">
                <a16:creationId xmlns:a16="http://schemas.microsoft.com/office/drawing/2014/main" id="{AEC6FC8C-EBBB-5886-960E-8A1D817DA6B0}"/>
              </a:ext>
            </a:extLst>
          </p:cNvPr>
          <p:cNvSpPr/>
          <p:nvPr/>
        </p:nvSpPr>
        <p:spPr>
          <a:xfrm>
            <a:off x="8531610"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9" name="Rectangle 238">
            <a:extLst>
              <a:ext uri="{FF2B5EF4-FFF2-40B4-BE49-F238E27FC236}">
                <a16:creationId xmlns:a16="http://schemas.microsoft.com/office/drawing/2014/main" id="{D8ED5100-5F5F-EAF2-9D4A-2D427DBAA0F3}"/>
              </a:ext>
            </a:extLst>
          </p:cNvPr>
          <p:cNvSpPr/>
          <p:nvPr/>
        </p:nvSpPr>
        <p:spPr>
          <a:xfrm>
            <a:off x="9925297"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0" name="Rectangle 239">
            <a:extLst>
              <a:ext uri="{FF2B5EF4-FFF2-40B4-BE49-F238E27FC236}">
                <a16:creationId xmlns:a16="http://schemas.microsoft.com/office/drawing/2014/main" id="{04DD5F92-255E-CCE3-ABFB-B5206AF83DF0}"/>
              </a:ext>
            </a:extLst>
          </p:cNvPr>
          <p:cNvSpPr/>
          <p:nvPr/>
        </p:nvSpPr>
        <p:spPr>
          <a:xfrm>
            <a:off x="7912272" y="415730"/>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1" name="Rectangle 240">
            <a:extLst>
              <a:ext uri="{FF2B5EF4-FFF2-40B4-BE49-F238E27FC236}">
                <a16:creationId xmlns:a16="http://schemas.microsoft.com/office/drawing/2014/main" id="{3B0D5131-EEEA-300E-940B-36CA00755A5F}"/>
              </a:ext>
            </a:extLst>
          </p:cNvPr>
          <p:cNvSpPr/>
          <p:nvPr/>
        </p:nvSpPr>
        <p:spPr>
          <a:xfrm>
            <a:off x="7254089" y="106833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2" name="Rectangle 241">
            <a:extLst>
              <a:ext uri="{FF2B5EF4-FFF2-40B4-BE49-F238E27FC236}">
                <a16:creationId xmlns:a16="http://schemas.microsoft.com/office/drawing/2014/main" id="{3F6C1301-457E-D71C-A092-F5C83898146E}"/>
              </a:ext>
            </a:extLst>
          </p:cNvPr>
          <p:cNvSpPr/>
          <p:nvPr/>
        </p:nvSpPr>
        <p:spPr>
          <a:xfrm>
            <a:off x="10134881" y="2176406"/>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3" name="Rectangle 242">
            <a:extLst>
              <a:ext uri="{FF2B5EF4-FFF2-40B4-BE49-F238E27FC236}">
                <a16:creationId xmlns:a16="http://schemas.microsoft.com/office/drawing/2014/main" id="{F8EA2E08-39C7-520A-3EA2-F8B237708A7F}"/>
              </a:ext>
            </a:extLst>
          </p:cNvPr>
          <p:cNvSpPr/>
          <p:nvPr/>
        </p:nvSpPr>
        <p:spPr>
          <a:xfrm>
            <a:off x="10827615" y="217014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4" name="Rectangle 243">
            <a:extLst>
              <a:ext uri="{FF2B5EF4-FFF2-40B4-BE49-F238E27FC236}">
                <a16:creationId xmlns:a16="http://schemas.microsoft.com/office/drawing/2014/main" id="{C699844A-FC86-F507-31EC-1E785F2B27DB}"/>
              </a:ext>
            </a:extLst>
          </p:cNvPr>
          <p:cNvSpPr/>
          <p:nvPr/>
        </p:nvSpPr>
        <p:spPr>
          <a:xfrm>
            <a:off x="7724906" y="423661"/>
            <a:ext cx="619394" cy="55343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5" name="TextBox 244">
            <a:extLst>
              <a:ext uri="{FF2B5EF4-FFF2-40B4-BE49-F238E27FC236}">
                <a16:creationId xmlns:a16="http://schemas.microsoft.com/office/drawing/2014/main" id="{201E6257-18EC-A863-6F5F-ADE5009A4504}"/>
              </a:ext>
            </a:extLst>
          </p:cNvPr>
          <p:cNvSpPr txBox="1"/>
          <p:nvPr/>
        </p:nvSpPr>
        <p:spPr>
          <a:xfrm>
            <a:off x="7816188" y="39162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246" name="Rectangle 245">
            <a:extLst>
              <a:ext uri="{FF2B5EF4-FFF2-40B4-BE49-F238E27FC236}">
                <a16:creationId xmlns:a16="http://schemas.microsoft.com/office/drawing/2014/main" id="{820E42AB-8C41-5135-8233-82585BD4287E}"/>
              </a:ext>
            </a:extLst>
          </p:cNvPr>
          <p:cNvSpPr/>
          <p:nvPr/>
        </p:nvSpPr>
        <p:spPr>
          <a:xfrm>
            <a:off x="8422303" y="4496467"/>
            <a:ext cx="54224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7" name="TextBox 246">
            <a:extLst>
              <a:ext uri="{FF2B5EF4-FFF2-40B4-BE49-F238E27FC236}">
                <a16:creationId xmlns:a16="http://schemas.microsoft.com/office/drawing/2014/main" id="{C2A69587-58D1-FC98-0A17-E30F428555BC}"/>
              </a:ext>
            </a:extLst>
          </p:cNvPr>
          <p:cNvSpPr txBox="1"/>
          <p:nvPr/>
        </p:nvSpPr>
        <p:spPr>
          <a:xfrm>
            <a:off x="8532543" y="448423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48" name="Rectangle 247">
            <a:extLst>
              <a:ext uri="{FF2B5EF4-FFF2-40B4-BE49-F238E27FC236}">
                <a16:creationId xmlns:a16="http://schemas.microsoft.com/office/drawing/2014/main" id="{9177F8EB-3728-BC6B-36C3-512FF56BAA85}"/>
              </a:ext>
            </a:extLst>
          </p:cNvPr>
          <p:cNvSpPr/>
          <p:nvPr/>
        </p:nvSpPr>
        <p:spPr>
          <a:xfrm>
            <a:off x="6370452" y="4489456"/>
            <a:ext cx="458786" cy="44439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9" name="Rectangle 248">
            <a:extLst>
              <a:ext uri="{FF2B5EF4-FFF2-40B4-BE49-F238E27FC236}">
                <a16:creationId xmlns:a16="http://schemas.microsoft.com/office/drawing/2014/main" id="{0C4C4746-D243-C887-B50A-9CD5CFF0EE26}"/>
              </a:ext>
            </a:extLst>
          </p:cNvPr>
          <p:cNvSpPr/>
          <p:nvPr/>
        </p:nvSpPr>
        <p:spPr>
          <a:xfrm>
            <a:off x="5734158" y="4492587"/>
            <a:ext cx="541795" cy="5729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1" name="Rectangle 250">
            <a:extLst>
              <a:ext uri="{FF2B5EF4-FFF2-40B4-BE49-F238E27FC236}">
                <a16:creationId xmlns:a16="http://schemas.microsoft.com/office/drawing/2014/main" id="{FD95D967-A67E-1EEF-F03E-E54A8C69DB34}"/>
              </a:ext>
            </a:extLst>
          </p:cNvPr>
          <p:cNvSpPr/>
          <p:nvPr/>
        </p:nvSpPr>
        <p:spPr>
          <a:xfrm>
            <a:off x="7727488" y="5856466"/>
            <a:ext cx="543937" cy="57699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0" name="TextBox 249">
            <a:extLst>
              <a:ext uri="{FF2B5EF4-FFF2-40B4-BE49-F238E27FC236}">
                <a16:creationId xmlns:a16="http://schemas.microsoft.com/office/drawing/2014/main" id="{110196DE-1910-F473-F14B-36BA871CF150}"/>
              </a:ext>
            </a:extLst>
          </p:cNvPr>
          <p:cNvSpPr txBox="1"/>
          <p:nvPr/>
        </p:nvSpPr>
        <p:spPr>
          <a:xfrm>
            <a:off x="7840218" y="583283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52" name="TextBox 251">
            <a:extLst>
              <a:ext uri="{FF2B5EF4-FFF2-40B4-BE49-F238E27FC236}">
                <a16:creationId xmlns:a16="http://schemas.microsoft.com/office/drawing/2014/main" id="{BA224AF2-4DCA-0DE1-B099-1AFAFB24470B}"/>
              </a:ext>
            </a:extLst>
          </p:cNvPr>
          <p:cNvSpPr txBox="1"/>
          <p:nvPr/>
        </p:nvSpPr>
        <p:spPr>
          <a:xfrm>
            <a:off x="6440183" y="44943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53" name="TextBox 252">
            <a:extLst>
              <a:ext uri="{FF2B5EF4-FFF2-40B4-BE49-F238E27FC236}">
                <a16:creationId xmlns:a16="http://schemas.microsoft.com/office/drawing/2014/main" id="{5B086FF2-9B3A-DA73-5BDC-0E87B66AC092}"/>
              </a:ext>
            </a:extLst>
          </p:cNvPr>
          <p:cNvSpPr txBox="1"/>
          <p:nvPr/>
        </p:nvSpPr>
        <p:spPr>
          <a:xfrm>
            <a:off x="7839786" y="449436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4" name="TextBox 253">
            <a:extLst>
              <a:ext uri="{FF2B5EF4-FFF2-40B4-BE49-F238E27FC236}">
                <a16:creationId xmlns:a16="http://schemas.microsoft.com/office/drawing/2014/main" id="{4BFDE95B-A002-AEF5-F1AC-1ECA0E053CF2}"/>
              </a:ext>
            </a:extLst>
          </p:cNvPr>
          <p:cNvSpPr txBox="1"/>
          <p:nvPr/>
        </p:nvSpPr>
        <p:spPr>
          <a:xfrm>
            <a:off x="8515602" y="584606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56" name="Rectangle 255">
            <a:extLst>
              <a:ext uri="{FF2B5EF4-FFF2-40B4-BE49-F238E27FC236}">
                <a16:creationId xmlns:a16="http://schemas.microsoft.com/office/drawing/2014/main" id="{2B742E71-7317-5CB4-0DCB-00C44D46D9AA}"/>
              </a:ext>
            </a:extLst>
          </p:cNvPr>
          <p:cNvSpPr/>
          <p:nvPr/>
        </p:nvSpPr>
        <p:spPr>
          <a:xfrm>
            <a:off x="5683358" y="5874644"/>
            <a:ext cx="463017" cy="43873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7" name="TextBox 256">
            <a:extLst>
              <a:ext uri="{FF2B5EF4-FFF2-40B4-BE49-F238E27FC236}">
                <a16:creationId xmlns:a16="http://schemas.microsoft.com/office/drawing/2014/main" id="{450C6E93-9ADB-FF8C-83C5-93A81F3A0DA5}"/>
              </a:ext>
            </a:extLst>
          </p:cNvPr>
          <p:cNvSpPr txBox="1"/>
          <p:nvPr/>
        </p:nvSpPr>
        <p:spPr>
          <a:xfrm>
            <a:off x="5777460" y="582523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8" name="Rectangle 257">
            <a:extLst>
              <a:ext uri="{FF2B5EF4-FFF2-40B4-BE49-F238E27FC236}">
                <a16:creationId xmlns:a16="http://schemas.microsoft.com/office/drawing/2014/main" id="{428B6A53-9B88-0083-107D-3990498B6CAA}"/>
              </a:ext>
            </a:extLst>
          </p:cNvPr>
          <p:cNvSpPr/>
          <p:nvPr/>
        </p:nvSpPr>
        <p:spPr>
          <a:xfrm>
            <a:off x="5859231" y="4495990"/>
            <a:ext cx="250078"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9" name="TextBox 258">
            <a:extLst>
              <a:ext uri="{FF2B5EF4-FFF2-40B4-BE49-F238E27FC236}">
                <a16:creationId xmlns:a16="http://schemas.microsoft.com/office/drawing/2014/main" id="{D303BABD-70F8-5DAF-09E7-B41F813AF242}"/>
              </a:ext>
            </a:extLst>
          </p:cNvPr>
          <p:cNvSpPr txBox="1"/>
          <p:nvPr/>
        </p:nvSpPr>
        <p:spPr>
          <a:xfrm>
            <a:off x="5772021" y="449564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60" name="Rectangle 259">
            <a:extLst>
              <a:ext uri="{FF2B5EF4-FFF2-40B4-BE49-F238E27FC236}">
                <a16:creationId xmlns:a16="http://schemas.microsoft.com/office/drawing/2014/main" id="{F2A6B3C4-FEBC-00D2-A002-D84C4C5B858E}"/>
              </a:ext>
            </a:extLst>
          </p:cNvPr>
          <p:cNvSpPr/>
          <p:nvPr/>
        </p:nvSpPr>
        <p:spPr>
          <a:xfrm>
            <a:off x="5715384" y="5172343"/>
            <a:ext cx="541795" cy="4842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1" name="Rectangle 260">
            <a:extLst>
              <a:ext uri="{FF2B5EF4-FFF2-40B4-BE49-F238E27FC236}">
                <a16:creationId xmlns:a16="http://schemas.microsoft.com/office/drawing/2014/main" id="{62E4E071-8535-BA35-6D2A-10F53E468759}"/>
              </a:ext>
            </a:extLst>
          </p:cNvPr>
          <p:cNvSpPr/>
          <p:nvPr/>
        </p:nvSpPr>
        <p:spPr>
          <a:xfrm>
            <a:off x="7050930" y="5158858"/>
            <a:ext cx="541795" cy="53578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2" name="Rectangle 261">
            <a:extLst>
              <a:ext uri="{FF2B5EF4-FFF2-40B4-BE49-F238E27FC236}">
                <a16:creationId xmlns:a16="http://schemas.microsoft.com/office/drawing/2014/main" id="{AB09237B-8653-38E9-466E-5F582648ECD5}"/>
              </a:ext>
            </a:extLst>
          </p:cNvPr>
          <p:cNvSpPr/>
          <p:nvPr/>
        </p:nvSpPr>
        <p:spPr>
          <a:xfrm>
            <a:off x="6570479" y="81391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0" name="TextBox 159">
            <a:extLst>
              <a:ext uri="{FF2B5EF4-FFF2-40B4-BE49-F238E27FC236}">
                <a16:creationId xmlns:a16="http://schemas.microsoft.com/office/drawing/2014/main" id="{34E05BA3-A96A-3829-2820-71CC780071F3}"/>
              </a:ext>
            </a:extLst>
          </p:cNvPr>
          <p:cNvSpPr txBox="1"/>
          <p:nvPr/>
        </p:nvSpPr>
        <p:spPr>
          <a:xfrm>
            <a:off x="5778598" y="17390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00" name="TextBox 99">
            <a:extLst>
              <a:ext uri="{FF2B5EF4-FFF2-40B4-BE49-F238E27FC236}">
                <a16:creationId xmlns:a16="http://schemas.microsoft.com/office/drawing/2014/main" id="{FB671A5F-4509-9435-368F-4133812513FE}"/>
              </a:ext>
            </a:extLst>
          </p:cNvPr>
          <p:cNvSpPr txBox="1"/>
          <p:nvPr/>
        </p:nvSpPr>
        <p:spPr>
          <a:xfrm>
            <a:off x="6475978" y="311079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65" name="TextBox 64">
            <a:extLst>
              <a:ext uri="{FF2B5EF4-FFF2-40B4-BE49-F238E27FC236}">
                <a16:creationId xmlns:a16="http://schemas.microsoft.com/office/drawing/2014/main" id="{21BA2097-EF0B-11D9-8030-06F8EBA5C288}"/>
              </a:ext>
            </a:extLst>
          </p:cNvPr>
          <p:cNvSpPr txBox="1"/>
          <p:nvPr/>
        </p:nvSpPr>
        <p:spPr>
          <a:xfrm>
            <a:off x="323975" y="3403186"/>
            <a:ext cx="4884797" cy="1148199"/>
          </a:xfrm>
          <a:prstGeom prst="rect">
            <a:avLst/>
          </a:prstGeom>
          <a:noFill/>
        </p:spPr>
        <p:txBody>
          <a:bodyPr wrap="square" rtlCol="0">
            <a:spAutoFit/>
          </a:bodyPr>
          <a:lstStyle/>
          <a:p>
            <a:pPr>
              <a:lnSpc>
                <a:spcPct val="150000"/>
              </a:lnSpc>
            </a:pPr>
            <a:r>
              <a:rPr lang="en-US" sz="2400" b="1" dirty="0">
                <a:latin typeface="Garamond" panose="02020404030301010803" pitchFamily="18" charset="0"/>
              </a:rPr>
              <a:t>Solving Without Stress: </a:t>
            </a:r>
            <a:r>
              <a:rPr lang="en-US" sz="2400" dirty="0">
                <a:latin typeface="Garamond" panose="02020404030301010803" pitchFamily="18" charset="0"/>
              </a:rPr>
              <a:t>Take a deep breath and keep your patience.</a:t>
            </a:r>
          </a:p>
        </p:txBody>
      </p:sp>
      <p:sp>
        <p:nvSpPr>
          <p:cNvPr id="200" name="Rectangle 199">
            <a:extLst>
              <a:ext uri="{FF2B5EF4-FFF2-40B4-BE49-F238E27FC236}">
                <a16:creationId xmlns:a16="http://schemas.microsoft.com/office/drawing/2014/main" id="{F66DA9B4-649B-7B97-07C3-D20E78A4D6B5}"/>
              </a:ext>
            </a:extLst>
          </p:cNvPr>
          <p:cNvSpPr/>
          <p:nvPr/>
        </p:nvSpPr>
        <p:spPr>
          <a:xfrm>
            <a:off x="7738351" y="1733907"/>
            <a:ext cx="405080" cy="57885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1" name="Rectangle 200">
            <a:extLst>
              <a:ext uri="{FF2B5EF4-FFF2-40B4-BE49-F238E27FC236}">
                <a16:creationId xmlns:a16="http://schemas.microsoft.com/office/drawing/2014/main" id="{EC3F4FCC-3810-C9BF-995A-D8B7B5637663}"/>
              </a:ext>
            </a:extLst>
          </p:cNvPr>
          <p:cNvSpPr/>
          <p:nvPr/>
        </p:nvSpPr>
        <p:spPr>
          <a:xfrm>
            <a:off x="5908515" y="3429735"/>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0" name="Rectangle 209">
            <a:extLst>
              <a:ext uri="{FF2B5EF4-FFF2-40B4-BE49-F238E27FC236}">
                <a16:creationId xmlns:a16="http://schemas.microsoft.com/office/drawing/2014/main" id="{A3DA62EE-D6C6-7A6A-FDEE-57252E056EF2}"/>
              </a:ext>
            </a:extLst>
          </p:cNvPr>
          <p:cNvSpPr/>
          <p:nvPr/>
        </p:nvSpPr>
        <p:spPr>
          <a:xfrm>
            <a:off x="7738350" y="5152758"/>
            <a:ext cx="588151" cy="66422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1" name="TextBox 210">
            <a:extLst>
              <a:ext uri="{FF2B5EF4-FFF2-40B4-BE49-F238E27FC236}">
                <a16:creationId xmlns:a16="http://schemas.microsoft.com/office/drawing/2014/main" id="{61AE0495-7413-5E20-45C4-B132B7BBAF31}"/>
              </a:ext>
            </a:extLst>
          </p:cNvPr>
          <p:cNvSpPr txBox="1"/>
          <p:nvPr/>
        </p:nvSpPr>
        <p:spPr>
          <a:xfrm>
            <a:off x="7827292" y="520935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87" name="TextBox 86">
            <a:extLst>
              <a:ext uri="{FF2B5EF4-FFF2-40B4-BE49-F238E27FC236}">
                <a16:creationId xmlns:a16="http://schemas.microsoft.com/office/drawing/2014/main" id="{404D358F-EB5E-AF71-889E-B6D4B9B7EFAE}"/>
              </a:ext>
            </a:extLst>
          </p:cNvPr>
          <p:cNvSpPr txBox="1"/>
          <p:nvPr/>
        </p:nvSpPr>
        <p:spPr>
          <a:xfrm>
            <a:off x="5779830" y="31091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198" name="TextBox 197">
            <a:extLst>
              <a:ext uri="{FF2B5EF4-FFF2-40B4-BE49-F238E27FC236}">
                <a16:creationId xmlns:a16="http://schemas.microsoft.com/office/drawing/2014/main" id="{84FB9A89-C7E5-E215-0296-FE70D7CF311B}"/>
              </a:ext>
            </a:extLst>
          </p:cNvPr>
          <p:cNvSpPr txBox="1"/>
          <p:nvPr/>
        </p:nvSpPr>
        <p:spPr>
          <a:xfrm>
            <a:off x="5777460" y="52064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199" name="TextBox 198">
            <a:extLst>
              <a:ext uri="{FF2B5EF4-FFF2-40B4-BE49-F238E27FC236}">
                <a16:creationId xmlns:a16="http://schemas.microsoft.com/office/drawing/2014/main" id="{BF576340-9758-E914-796B-9C9CBEF8296F}"/>
              </a:ext>
            </a:extLst>
          </p:cNvPr>
          <p:cNvSpPr txBox="1"/>
          <p:nvPr/>
        </p:nvSpPr>
        <p:spPr>
          <a:xfrm>
            <a:off x="712600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13" name="Rectangle 212">
            <a:extLst>
              <a:ext uri="{FF2B5EF4-FFF2-40B4-BE49-F238E27FC236}">
                <a16:creationId xmlns:a16="http://schemas.microsoft.com/office/drawing/2014/main" id="{AD212BF5-0BF3-4A84-5982-6CA589262610}"/>
              </a:ext>
            </a:extLst>
          </p:cNvPr>
          <p:cNvSpPr/>
          <p:nvPr/>
        </p:nvSpPr>
        <p:spPr>
          <a:xfrm>
            <a:off x="8439998" y="1737052"/>
            <a:ext cx="355298" cy="36180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2" name="TextBox 211">
            <a:extLst>
              <a:ext uri="{FF2B5EF4-FFF2-40B4-BE49-F238E27FC236}">
                <a16:creationId xmlns:a16="http://schemas.microsoft.com/office/drawing/2014/main" id="{C22F714E-3D68-9067-1CAF-32581DB421BA}"/>
              </a:ext>
            </a:extLst>
          </p:cNvPr>
          <p:cNvSpPr txBox="1"/>
          <p:nvPr/>
        </p:nvSpPr>
        <p:spPr>
          <a:xfrm>
            <a:off x="8519339" y="174792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20" name="TextBox 219">
            <a:extLst>
              <a:ext uri="{FF2B5EF4-FFF2-40B4-BE49-F238E27FC236}">
                <a16:creationId xmlns:a16="http://schemas.microsoft.com/office/drawing/2014/main" id="{CBB8F5F4-5D50-1977-B31F-BC0E8E3FF743}"/>
              </a:ext>
            </a:extLst>
          </p:cNvPr>
          <p:cNvSpPr txBox="1"/>
          <p:nvPr/>
        </p:nvSpPr>
        <p:spPr>
          <a:xfrm>
            <a:off x="7151487" y="312778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21" name="TextBox 220">
            <a:extLst>
              <a:ext uri="{FF2B5EF4-FFF2-40B4-BE49-F238E27FC236}">
                <a16:creationId xmlns:a16="http://schemas.microsoft.com/office/drawing/2014/main" id="{F90850B2-5831-6050-5F65-9F9C60620F03}"/>
              </a:ext>
            </a:extLst>
          </p:cNvPr>
          <p:cNvSpPr txBox="1"/>
          <p:nvPr/>
        </p:nvSpPr>
        <p:spPr>
          <a:xfrm>
            <a:off x="7137365" y="104732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26" name="TextBox 225">
            <a:extLst>
              <a:ext uri="{FF2B5EF4-FFF2-40B4-BE49-F238E27FC236}">
                <a16:creationId xmlns:a16="http://schemas.microsoft.com/office/drawing/2014/main" id="{A189145F-9D74-1C32-12E8-73D5D652BDD2}"/>
              </a:ext>
            </a:extLst>
          </p:cNvPr>
          <p:cNvSpPr txBox="1"/>
          <p:nvPr/>
        </p:nvSpPr>
        <p:spPr>
          <a:xfrm>
            <a:off x="6464774" y="105138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27" name="TextBox 226">
            <a:extLst>
              <a:ext uri="{FF2B5EF4-FFF2-40B4-BE49-F238E27FC236}">
                <a16:creationId xmlns:a16="http://schemas.microsoft.com/office/drawing/2014/main" id="{58BB1A13-2D3F-FD12-38D9-9244BCBC1B4B}"/>
              </a:ext>
            </a:extLst>
          </p:cNvPr>
          <p:cNvSpPr txBox="1"/>
          <p:nvPr/>
        </p:nvSpPr>
        <p:spPr>
          <a:xfrm>
            <a:off x="8514020" y="38962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32" name="TextBox 231">
            <a:extLst>
              <a:ext uri="{FF2B5EF4-FFF2-40B4-BE49-F238E27FC236}">
                <a16:creationId xmlns:a16="http://schemas.microsoft.com/office/drawing/2014/main" id="{F993FE5D-2C3B-7BFE-5DE4-20D07607815F}"/>
              </a:ext>
            </a:extLst>
          </p:cNvPr>
          <p:cNvSpPr txBox="1"/>
          <p:nvPr/>
        </p:nvSpPr>
        <p:spPr>
          <a:xfrm>
            <a:off x="7833190" y="174429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Tree>
    <p:extLst>
      <p:ext uri="{BB962C8B-B14F-4D97-AF65-F5344CB8AC3E}">
        <p14:creationId xmlns:p14="http://schemas.microsoft.com/office/powerpoint/2010/main" val="1773401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19009" y="313155"/>
            <a:ext cx="4520111" cy="2585323"/>
          </a:xfrm>
          <a:prstGeom prst="rect">
            <a:avLst/>
          </a:prstGeom>
          <a:noFill/>
        </p:spPr>
        <p:txBody>
          <a:bodyPr wrap="square" rtlCol="0">
            <a:spAutoFit/>
          </a:bodyPr>
          <a:lstStyle/>
          <a:p>
            <a:r>
              <a:rPr lang="en-US" sz="5400" b="1" dirty="0">
                <a:latin typeface="Playfair Display Black" pitchFamily="2" charset="77"/>
              </a:rPr>
              <a:t>Strategies to solve the puzzle</a:t>
            </a:r>
            <a:endParaRPr lang="en-TW" sz="5400" b="1" i="1" dirty="0">
              <a:latin typeface="Playfair Display SemiBold" pitchFamily="2" charset="77"/>
            </a:endParaRP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4125" cy="623520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515602" y="379961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422303" y="5848685"/>
            <a:ext cx="602004" cy="6145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4"/>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201944" y="1347935"/>
            <a:ext cx="57835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690075" y="150066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4366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705408" y="3031765"/>
                <a:ext cx="19747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705408" y="3031765"/>
                <a:ext cx="197478" cy="276999"/>
              </a:xfrm>
              <a:prstGeom prst="rect">
                <a:avLst/>
              </a:prstGeom>
              <a:blipFill>
                <a:blip r:embed="rId10"/>
                <a:stretch>
                  <a:fillRect l="-25000" r="-25000"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1"/>
                <a:stretch>
                  <a:fillRect l="-10526" r="-15789" b="-4348"/>
                </a:stretch>
              </a:blipFill>
            </p:spPr>
            <p:txBody>
              <a:bodyPr/>
              <a:lstStyle/>
              <a:p>
                <a:r>
                  <a:rPr lang="en-TW">
                    <a:noFill/>
                  </a:rPr>
                  <a:t> </a:t>
                </a:r>
              </a:p>
            </p:txBody>
          </p:sp>
        </mc:Fallback>
      </mc:AlternateContent>
      <p:sp>
        <p:nvSpPr>
          <p:cNvPr id="159" name="Rectangle 158">
            <a:extLst>
              <a:ext uri="{FF2B5EF4-FFF2-40B4-BE49-F238E27FC236}">
                <a16:creationId xmlns:a16="http://schemas.microsoft.com/office/drawing/2014/main" id="{04706051-1C3A-8277-B370-7AD04420CB80}"/>
              </a:ext>
            </a:extLst>
          </p:cNvPr>
          <p:cNvSpPr/>
          <p:nvPr/>
        </p:nvSpPr>
        <p:spPr>
          <a:xfrm>
            <a:off x="6385531" y="2408164"/>
            <a:ext cx="579826" cy="6353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0" name="Rectangle 169">
            <a:extLst>
              <a:ext uri="{FF2B5EF4-FFF2-40B4-BE49-F238E27FC236}">
                <a16:creationId xmlns:a16="http://schemas.microsoft.com/office/drawing/2014/main" id="{16DF678B-9127-858E-A0F3-ACF80ACFF36D}"/>
              </a:ext>
            </a:extLst>
          </p:cNvPr>
          <p:cNvSpPr/>
          <p:nvPr/>
        </p:nvSpPr>
        <p:spPr>
          <a:xfrm>
            <a:off x="7266420" y="327228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3" name="Rectangle 172">
            <a:extLst>
              <a:ext uri="{FF2B5EF4-FFF2-40B4-BE49-F238E27FC236}">
                <a16:creationId xmlns:a16="http://schemas.microsoft.com/office/drawing/2014/main" id="{1DF28DA1-8402-E1A0-AEC3-E65C1918758F}"/>
              </a:ext>
            </a:extLst>
          </p:cNvPr>
          <p:cNvSpPr/>
          <p:nvPr/>
        </p:nvSpPr>
        <p:spPr>
          <a:xfrm>
            <a:off x="5693052" y="3184652"/>
            <a:ext cx="530089" cy="54489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4" name="Rectangle 173">
            <a:extLst>
              <a:ext uri="{FF2B5EF4-FFF2-40B4-BE49-F238E27FC236}">
                <a16:creationId xmlns:a16="http://schemas.microsoft.com/office/drawing/2014/main" id="{B2D048EF-5C97-CED4-8269-151BECD65766}"/>
              </a:ext>
            </a:extLst>
          </p:cNvPr>
          <p:cNvSpPr/>
          <p:nvPr/>
        </p:nvSpPr>
        <p:spPr>
          <a:xfrm>
            <a:off x="6342772" y="310524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5" name="Rectangle 174">
            <a:extLst>
              <a:ext uri="{FF2B5EF4-FFF2-40B4-BE49-F238E27FC236}">
                <a16:creationId xmlns:a16="http://schemas.microsoft.com/office/drawing/2014/main" id="{F22A0ABD-B6EE-217E-0BDF-0B750E012804}"/>
              </a:ext>
            </a:extLst>
          </p:cNvPr>
          <p:cNvSpPr/>
          <p:nvPr/>
        </p:nvSpPr>
        <p:spPr>
          <a:xfrm>
            <a:off x="5690778" y="3098269"/>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0" name="Rectangle 179">
            <a:extLst>
              <a:ext uri="{FF2B5EF4-FFF2-40B4-BE49-F238E27FC236}">
                <a16:creationId xmlns:a16="http://schemas.microsoft.com/office/drawing/2014/main" id="{3E99A61C-49D3-3856-BCAD-C506CC1F7425}"/>
              </a:ext>
            </a:extLst>
          </p:cNvPr>
          <p:cNvSpPr/>
          <p:nvPr/>
        </p:nvSpPr>
        <p:spPr>
          <a:xfrm>
            <a:off x="7039646" y="3109137"/>
            <a:ext cx="412292" cy="5864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9" name="Rectangle 188">
            <a:extLst>
              <a:ext uri="{FF2B5EF4-FFF2-40B4-BE49-F238E27FC236}">
                <a16:creationId xmlns:a16="http://schemas.microsoft.com/office/drawing/2014/main" id="{43AA9078-C19F-38C1-F920-D520257E0D92}"/>
              </a:ext>
            </a:extLst>
          </p:cNvPr>
          <p:cNvSpPr/>
          <p:nvPr/>
        </p:nvSpPr>
        <p:spPr>
          <a:xfrm>
            <a:off x="7890847" y="3543755"/>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1" name="Rectangle 190">
            <a:extLst>
              <a:ext uri="{FF2B5EF4-FFF2-40B4-BE49-F238E27FC236}">
                <a16:creationId xmlns:a16="http://schemas.microsoft.com/office/drawing/2014/main" id="{B4338253-BD90-6078-74C4-8B4C217BF68E}"/>
              </a:ext>
            </a:extLst>
          </p:cNvPr>
          <p:cNvSpPr/>
          <p:nvPr/>
        </p:nvSpPr>
        <p:spPr>
          <a:xfrm>
            <a:off x="5715384" y="1733906"/>
            <a:ext cx="522257" cy="5827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5" name="TextBox 184">
            <a:extLst>
              <a:ext uri="{FF2B5EF4-FFF2-40B4-BE49-F238E27FC236}">
                <a16:creationId xmlns:a16="http://schemas.microsoft.com/office/drawing/2014/main" id="{C52E1DDF-EB40-1C06-AEFE-E4F35FE5EC28}"/>
              </a:ext>
            </a:extLst>
          </p:cNvPr>
          <p:cNvSpPr txBox="1"/>
          <p:nvPr/>
        </p:nvSpPr>
        <p:spPr>
          <a:xfrm>
            <a:off x="6458870" y="241814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90" name="Rectangle 189">
            <a:extLst>
              <a:ext uri="{FF2B5EF4-FFF2-40B4-BE49-F238E27FC236}">
                <a16:creationId xmlns:a16="http://schemas.microsoft.com/office/drawing/2014/main" id="{A1D128E5-DDF3-D7EF-808E-E669712F5526}"/>
              </a:ext>
            </a:extLst>
          </p:cNvPr>
          <p:cNvSpPr/>
          <p:nvPr/>
        </p:nvSpPr>
        <p:spPr>
          <a:xfrm>
            <a:off x="6796256" y="3117405"/>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2" name="Rectangle 191">
            <a:extLst>
              <a:ext uri="{FF2B5EF4-FFF2-40B4-BE49-F238E27FC236}">
                <a16:creationId xmlns:a16="http://schemas.microsoft.com/office/drawing/2014/main" id="{9629BD9F-09C9-B703-00AC-892E30A1CCDD}"/>
              </a:ext>
            </a:extLst>
          </p:cNvPr>
          <p:cNvSpPr/>
          <p:nvPr/>
        </p:nvSpPr>
        <p:spPr>
          <a:xfrm>
            <a:off x="7455747" y="309216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3" name="Rectangle 192">
            <a:extLst>
              <a:ext uri="{FF2B5EF4-FFF2-40B4-BE49-F238E27FC236}">
                <a16:creationId xmlns:a16="http://schemas.microsoft.com/office/drawing/2014/main" id="{D59E079D-7108-98C7-1387-A871E8CDD5EF}"/>
              </a:ext>
            </a:extLst>
          </p:cNvPr>
          <p:cNvSpPr/>
          <p:nvPr/>
        </p:nvSpPr>
        <p:spPr>
          <a:xfrm>
            <a:off x="8149966" y="242645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4" name="Rectangle 193">
            <a:extLst>
              <a:ext uri="{FF2B5EF4-FFF2-40B4-BE49-F238E27FC236}">
                <a16:creationId xmlns:a16="http://schemas.microsoft.com/office/drawing/2014/main" id="{1ED0058B-5061-42E1-E358-03B8667AA456}"/>
              </a:ext>
            </a:extLst>
          </p:cNvPr>
          <p:cNvSpPr/>
          <p:nvPr/>
        </p:nvSpPr>
        <p:spPr>
          <a:xfrm>
            <a:off x="6376929" y="3257088"/>
            <a:ext cx="425916" cy="4679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5" name="Rectangle 194">
            <a:extLst>
              <a:ext uri="{FF2B5EF4-FFF2-40B4-BE49-F238E27FC236}">
                <a16:creationId xmlns:a16="http://schemas.microsoft.com/office/drawing/2014/main" id="{1BF3F6A7-DEEC-B2FC-B98C-0BF1CCB34A99}"/>
              </a:ext>
            </a:extLst>
          </p:cNvPr>
          <p:cNvSpPr/>
          <p:nvPr/>
        </p:nvSpPr>
        <p:spPr>
          <a:xfrm>
            <a:off x="9447939" y="3105247"/>
            <a:ext cx="222220" cy="63582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6" name="Rectangle 195">
            <a:extLst>
              <a:ext uri="{FF2B5EF4-FFF2-40B4-BE49-F238E27FC236}">
                <a16:creationId xmlns:a16="http://schemas.microsoft.com/office/drawing/2014/main" id="{5E14EB5C-D9FA-709C-15FB-38F6180DE581}"/>
              </a:ext>
            </a:extLst>
          </p:cNvPr>
          <p:cNvSpPr/>
          <p:nvPr/>
        </p:nvSpPr>
        <p:spPr>
          <a:xfrm>
            <a:off x="7718392" y="2432747"/>
            <a:ext cx="619394" cy="62533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7" name="TextBox 196">
            <a:extLst>
              <a:ext uri="{FF2B5EF4-FFF2-40B4-BE49-F238E27FC236}">
                <a16:creationId xmlns:a16="http://schemas.microsoft.com/office/drawing/2014/main" id="{4902F524-9CF1-4848-AFF0-F9FF52A6EF99}"/>
              </a:ext>
            </a:extLst>
          </p:cNvPr>
          <p:cNvSpPr txBox="1"/>
          <p:nvPr/>
        </p:nvSpPr>
        <p:spPr>
          <a:xfrm>
            <a:off x="7832099" y="244126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71" name="Rectangle 170">
            <a:extLst>
              <a:ext uri="{FF2B5EF4-FFF2-40B4-BE49-F238E27FC236}">
                <a16:creationId xmlns:a16="http://schemas.microsoft.com/office/drawing/2014/main" id="{D8679C95-3A30-3F40-D623-1A323CD134A8}"/>
              </a:ext>
            </a:extLst>
          </p:cNvPr>
          <p:cNvSpPr/>
          <p:nvPr/>
        </p:nvSpPr>
        <p:spPr>
          <a:xfrm>
            <a:off x="10497195" y="4782138"/>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1" name="TextBox 160">
            <a:extLst>
              <a:ext uri="{FF2B5EF4-FFF2-40B4-BE49-F238E27FC236}">
                <a16:creationId xmlns:a16="http://schemas.microsoft.com/office/drawing/2014/main" id="{4C7C8432-158A-1459-DBDC-542221F0B31E}"/>
              </a:ext>
            </a:extLst>
          </p:cNvPr>
          <p:cNvSpPr txBox="1"/>
          <p:nvPr/>
        </p:nvSpPr>
        <p:spPr>
          <a:xfrm>
            <a:off x="10586730" y="449084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77" name="Rectangle 176">
            <a:extLst>
              <a:ext uri="{FF2B5EF4-FFF2-40B4-BE49-F238E27FC236}">
                <a16:creationId xmlns:a16="http://schemas.microsoft.com/office/drawing/2014/main" id="{A7B3742C-A49F-7ACE-EBAE-687ADD1D6CF1}"/>
              </a:ext>
            </a:extLst>
          </p:cNvPr>
          <p:cNvSpPr/>
          <p:nvPr/>
        </p:nvSpPr>
        <p:spPr>
          <a:xfrm>
            <a:off x="9886018" y="4481926"/>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2" name="TextBox 171">
            <a:extLst>
              <a:ext uri="{FF2B5EF4-FFF2-40B4-BE49-F238E27FC236}">
                <a16:creationId xmlns:a16="http://schemas.microsoft.com/office/drawing/2014/main" id="{D2D3D5C9-6A20-ECEC-F563-37279E99E4D7}"/>
              </a:ext>
            </a:extLst>
          </p:cNvPr>
          <p:cNvSpPr txBox="1"/>
          <p:nvPr/>
        </p:nvSpPr>
        <p:spPr>
          <a:xfrm>
            <a:off x="9895907" y="449258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79" name="Rectangle 178">
            <a:extLst>
              <a:ext uri="{FF2B5EF4-FFF2-40B4-BE49-F238E27FC236}">
                <a16:creationId xmlns:a16="http://schemas.microsoft.com/office/drawing/2014/main" id="{1B805C2A-FF84-1FC3-4282-FF281D59F564}"/>
              </a:ext>
            </a:extLst>
          </p:cNvPr>
          <p:cNvSpPr/>
          <p:nvPr/>
        </p:nvSpPr>
        <p:spPr>
          <a:xfrm>
            <a:off x="10493052" y="6138453"/>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6" name="TextBox 175">
            <a:extLst>
              <a:ext uri="{FF2B5EF4-FFF2-40B4-BE49-F238E27FC236}">
                <a16:creationId xmlns:a16="http://schemas.microsoft.com/office/drawing/2014/main" id="{B1DB8FCA-814F-114B-5236-D36A53AFC846}"/>
              </a:ext>
            </a:extLst>
          </p:cNvPr>
          <p:cNvSpPr txBox="1"/>
          <p:nvPr/>
        </p:nvSpPr>
        <p:spPr>
          <a:xfrm>
            <a:off x="10586730" y="585232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81" name="Rectangle 180">
            <a:extLst>
              <a:ext uri="{FF2B5EF4-FFF2-40B4-BE49-F238E27FC236}">
                <a16:creationId xmlns:a16="http://schemas.microsoft.com/office/drawing/2014/main" id="{392327C1-FA7A-3E35-494F-E909888F59D8}"/>
              </a:ext>
            </a:extLst>
          </p:cNvPr>
          <p:cNvSpPr/>
          <p:nvPr/>
        </p:nvSpPr>
        <p:spPr>
          <a:xfrm>
            <a:off x="7925359" y="6117622"/>
            <a:ext cx="319032" cy="31583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2" name="Rectangle 181">
            <a:extLst>
              <a:ext uri="{FF2B5EF4-FFF2-40B4-BE49-F238E27FC236}">
                <a16:creationId xmlns:a16="http://schemas.microsoft.com/office/drawing/2014/main" id="{ED584754-EFFB-458D-0A32-E84102B33E23}"/>
              </a:ext>
            </a:extLst>
          </p:cNvPr>
          <p:cNvSpPr/>
          <p:nvPr/>
        </p:nvSpPr>
        <p:spPr>
          <a:xfrm>
            <a:off x="7739196" y="4478600"/>
            <a:ext cx="537475" cy="60207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3" name="Rectangle 182">
            <a:extLst>
              <a:ext uri="{FF2B5EF4-FFF2-40B4-BE49-F238E27FC236}">
                <a16:creationId xmlns:a16="http://schemas.microsoft.com/office/drawing/2014/main" id="{5D59A1A6-BAF9-3FF6-EEFE-945F994EDE6E}"/>
              </a:ext>
            </a:extLst>
          </p:cNvPr>
          <p:cNvSpPr/>
          <p:nvPr/>
        </p:nvSpPr>
        <p:spPr>
          <a:xfrm>
            <a:off x="9081886" y="4840992"/>
            <a:ext cx="248060" cy="27699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4" name="TextBox 183">
            <a:extLst>
              <a:ext uri="{FF2B5EF4-FFF2-40B4-BE49-F238E27FC236}">
                <a16:creationId xmlns:a16="http://schemas.microsoft.com/office/drawing/2014/main" id="{89FC8A6A-7207-52A1-5E6D-C530BB1217EE}"/>
              </a:ext>
            </a:extLst>
          </p:cNvPr>
          <p:cNvSpPr txBox="1"/>
          <p:nvPr/>
        </p:nvSpPr>
        <p:spPr>
          <a:xfrm>
            <a:off x="9183464" y="311080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202" name="Rectangle 201">
            <a:extLst>
              <a:ext uri="{FF2B5EF4-FFF2-40B4-BE49-F238E27FC236}">
                <a16:creationId xmlns:a16="http://schemas.microsoft.com/office/drawing/2014/main" id="{0BCC1E1B-A8E3-ADE9-7C6C-FD966DD68E0B}"/>
              </a:ext>
            </a:extLst>
          </p:cNvPr>
          <p:cNvSpPr/>
          <p:nvPr/>
        </p:nvSpPr>
        <p:spPr>
          <a:xfrm>
            <a:off x="9531664" y="1029903"/>
            <a:ext cx="17696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3" name="Rectangle 202">
            <a:extLst>
              <a:ext uri="{FF2B5EF4-FFF2-40B4-BE49-F238E27FC236}">
                <a16:creationId xmlns:a16="http://schemas.microsoft.com/office/drawing/2014/main" id="{CF23C6B5-6561-5917-A3AB-26E16DB25C84}"/>
              </a:ext>
            </a:extLst>
          </p:cNvPr>
          <p:cNvSpPr/>
          <p:nvPr/>
        </p:nvSpPr>
        <p:spPr>
          <a:xfrm>
            <a:off x="8089011" y="3101388"/>
            <a:ext cx="269265" cy="17089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4" name="Rectangle 203">
            <a:extLst>
              <a:ext uri="{FF2B5EF4-FFF2-40B4-BE49-F238E27FC236}">
                <a16:creationId xmlns:a16="http://schemas.microsoft.com/office/drawing/2014/main" id="{02AF9BA1-39DC-176F-0A92-97F435ED8753}"/>
              </a:ext>
            </a:extLst>
          </p:cNvPr>
          <p:cNvSpPr/>
          <p:nvPr/>
        </p:nvSpPr>
        <p:spPr>
          <a:xfrm>
            <a:off x="9323552" y="1473811"/>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6" name="Rectangle 205">
            <a:extLst>
              <a:ext uri="{FF2B5EF4-FFF2-40B4-BE49-F238E27FC236}">
                <a16:creationId xmlns:a16="http://schemas.microsoft.com/office/drawing/2014/main" id="{E36FE2D7-B7AC-43A1-D245-B7AC1C78622F}"/>
              </a:ext>
            </a:extLst>
          </p:cNvPr>
          <p:cNvSpPr/>
          <p:nvPr/>
        </p:nvSpPr>
        <p:spPr>
          <a:xfrm>
            <a:off x="9164233" y="1097984"/>
            <a:ext cx="505926" cy="54233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5" name="TextBox 204">
            <a:extLst>
              <a:ext uri="{FF2B5EF4-FFF2-40B4-BE49-F238E27FC236}">
                <a16:creationId xmlns:a16="http://schemas.microsoft.com/office/drawing/2014/main" id="{33719A79-E434-7A3A-7132-DB19870C3404}"/>
              </a:ext>
            </a:extLst>
          </p:cNvPr>
          <p:cNvSpPr txBox="1"/>
          <p:nvPr/>
        </p:nvSpPr>
        <p:spPr>
          <a:xfrm>
            <a:off x="9205916" y="105554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07" name="Rectangle 206">
            <a:extLst>
              <a:ext uri="{FF2B5EF4-FFF2-40B4-BE49-F238E27FC236}">
                <a16:creationId xmlns:a16="http://schemas.microsoft.com/office/drawing/2014/main" id="{B560A7CD-D423-2B05-E657-61316B544ACF}"/>
              </a:ext>
            </a:extLst>
          </p:cNvPr>
          <p:cNvSpPr/>
          <p:nvPr/>
        </p:nvSpPr>
        <p:spPr>
          <a:xfrm>
            <a:off x="10482417" y="1068336"/>
            <a:ext cx="398024" cy="37501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8" name="Rectangle 207">
            <a:extLst>
              <a:ext uri="{FF2B5EF4-FFF2-40B4-BE49-F238E27FC236}">
                <a16:creationId xmlns:a16="http://schemas.microsoft.com/office/drawing/2014/main" id="{BD1956A4-AE4D-450B-CC73-7A78D5BFB834}"/>
              </a:ext>
            </a:extLst>
          </p:cNvPr>
          <p:cNvSpPr/>
          <p:nvPr/>
        </p:nvSpPr>
        <p:spPr>
          <a:xfrm>
            <a:off x="10012088" y="12611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9" name="Rectangle 208">
            <a:extLst>
              <a:ext uri="{FF2B5EF4-FFF2-40B4-BE49-F238E27FC236}">
                <a16:creationId xmlns:a16="http://schemas.microsoft.com/office/drawing/2014/main" id="{BA77615D-29D7-D03F-0AA3-115D446492EB}"/>
              </a:ext>
            </a:extLst>
          </p:cNvPr>
          <p:cNvSpPr/>
          <p:nvPr/>
        </p:nvSpPr>
        <p:spPr>
          <a:xfrm>
            <a:off x="7030717" y="1057034"/>
            <a:ext cx="370771" cy="36255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4" name="Rectangle 213">
            <a:extLst>
              <a:ext uri="{FF2B5EF4-FFF2-40B4-BE49-F238E27FC236}">
                <a16:creationId xmlns:a16="http://schemas.microsoft.com/office/drawing/2014/main" id="{766505CA-6811-1FC3-49CB-72750672C564}"/>
              </a:ext>
            </a:extLst>
          </p:cNvPr>
          <p:cNvSpPr/>
          <p:nvPr/>
        </p:nvSpPr>
        <p:spPr>
          <a:xfrm>
            <a:off x="6370453" y="1047327"/>
            <a:ext cx="384368" cy="40863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5" name="Rectangle 214">
            <a:extLst>
              <a:ext uri="{FF2B5EF4-FFF2-40B4-BE49-F238E27FC236}">
                <a16:creationId xmlns:a16="http://schemas.microsoft.com/office/drawing/2014/main" id="{0AFBAEE6-7F8B-2A9C-A4E8-BB9C20EEA3B0}"/>
              </a:ext>
            </a:extLst>
          </p:cNvPr>
          <p:cNvSpPr/>
          <p:nvPr/>
        </p:nvSpPr>
        <p:spPr>
          <a:xfrm>
            <a:off x="9323552" y="193031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6" name="Rectangle 215">
            <a:extLst>
              <a:ext uri="{FF2B5EF4-FFF2-40B4-BE49-F238E27FC236}">
                <a16:creationId xmlns:a16="http://schemas.microsoft.com/office/drawing/2014/main" id="{2AF580F5-98EB-254B-2B51-D33F47C23472}"/>
              </a:ext>
            </a:extLst>
          </p:cNvPr>
          <p:cNvSpPr/>
          <p:nvPr/>
        </p:nvSpPr>
        <p:spPr>
          <a:xfrm>
            <a:off x="9339046" y="472761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7" name="Rectangle 216">
            <a:extLst>
              <a:ext uri="{FF2B5EF4-FFF2-40B4-BE49-F238E27FC236}">
                <a16:creationId xmlns:a16="http://schemas.microsoft.com/office/drawing/2014/main" id="{C3EF5645-A03F-DA63-7637-16CDBF7FE386}"/>
              </a:ext>
            </a:extLst>
          </p:cNvPr>
          <p:cNvSpPr/>
          <p:nvPr/>
        </p:nvSpPr>
        <p:spPr>
          <a:xfrm>
            <a:off x="9322056" y="538430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8" name="Rectangle 217">
            <a:extLst>
              <a:ext uri="{FF2B5EF4-FFF2-40B4-BE49-F238E27FC236}">
                <a16:creationId xmlns:a16="http://schemas.microsoft.com/office/drawing/2014/main" id="{2D7176F9-1BE1-DF40-91B2-C84216F15159}"/>
              </a:ext>
            </a:extLst>
          </p:cNvPr>
          <p:cNvSpPr/>
          <p:nvPr/>
        </p:nvSpPr>
        <p:spPr>
          <a:xfrm>
            <a:off x="8649373" y="1948775"/>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9" name="Rectangle 218">
            <a:extLst>
              <a:ext uri="{FF2B5EF4-FFF2-40B4-BE49-F238E27FC236}">
                <a16:creationId xmlns:a16="http://schemas.microsoft.com/office/drawing/2014/main" id="{7C4DD4FB-A9C1-28A8-22B1-9614B3418ED4}"/>
              </a:ext>
            </a:extLst>
          </p:cNvPr>
          <p:cNvSpPr/>
          <p:nvPr/>
        </p:nvSpPr>
        <p:spPr>
          <a:xfrm>
            <a:off x="8446560" y="542502"/>
            <a:ext cx="568535" cy="3215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2" name="Rectangle 221">
            <a:extLst>
              <a:ext uri="{FF2B5EF4-FFF2-40B4-BE49-F238E27FC236}">
                <a16:creationId xmlns:a16="http://schemas.microsoft.com/office/drawing/2014/main" id="{D2B33FC8-C282-59EC-9C55-C4592F026A53}"/>
              </a:ext>
            </a:extLst>
          </p:cNvPr>
          <p:cNvSpPr/>
          <p:nvPr/>
        </p:nvSpPr>
        <p:spPr>
          <a:xfrm>
            <a:off x="9297447" y="5529840"/>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3" name="Rectangle 222">
            <a:extLst>
              <a:ext uri="{FF2B5EF4-FFF2-40B4-BE49-F238E27FC236}">
                <a16:creationId xmlns:a16="http://schemas.microsoft.com/office/drawing/2014/main" id="{512D3BA0-E671-74C3-F357-40290739E3E0}"/>
              </a:ext>
            </a:extLst>
          </p:cNvPr>
          <p:cNvSpPr/>
          <p:nvPr/>
        </p:nvSpPr>
        <p:spPr>
          <a:xfrm>
            <a:off x="9452395" y="4850958"/>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4" name="TextBox 223">
            <a:extLst>
              <a:ext uri="{FF2B5EF4-FFF2-40B4-BE49-F238E27FC236}">
                <a16:creationId xmlns:a16="http://schemas.microsoft.com/office/drawing/2014/main" id="{6381C123-414C-FAFB-0F56-7D262E3CA9AA}"/>
              </a:ext>
            </a:extLst>
          </p:cNvPr>
          <p:cNvSpPr txBox="1"/>
          <p:nvPr/>
        </p:nvSpPr>
        <p:spPr>
          <a:xfrm>
            <a:off x="9183464" y="44807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25" name="TextBox 224">
            <a:extLst>
              <a:ext uri="{FF2B5EF4-FFF2-40B4-BE49-F238E27FC236}">
                <a16:creationId xmlns:a16="http://schemas.microsoft.com/office/drawing/2014/main" id="{795B0AFA-3E86-F7B7-7118-1E9A2244070B}"/>
              </a:ext>
            </a:extLst>
          </p:cNvPr>
          <p:cNvSpPr txBox="1"/>
          <p:nvPr/>
        </p:nvSpPr>
        <p:spPr>
          <a:xfrm>
            <a:off x="9191361" y="5158492"/>
            <a:ext cx="412292" cy="584775"/>
          </a:xfrm>
          <a:prstGeom prst="rect">
            <a:avLst/>
          </a:prstGeom>
          <a:noFill/>
        </p:spPr>
        <p:txBody>
          <a:bodyPr wrap="none" rtlCol="0">
            <a:spAutoFit/>
          </a:bodyPr>
          <a:lstStyle/>
          <a:p>
            <a:r>
              <a:rPr lang="en-TW" sz="3200">
                <a:latin typeface="Arial" panose="020B0604020202020204" pitchFamily="34" charset="0"/>
                <a:cs typeface="Arial" panose="020B0604020202020204" pitchFamily="34" charset="0"/>
              </a:rPr>
              <a:t>8</a:t>
            </a:r>
            <a:endParaRPr lang="en-TW" sz="3200" dirty="0">
              <a:latin typeface="Arial" panose="020B0604020202020204" pitchFamily="34" charset="0"/>
              <a:cs typeface="Arial" panose="020B0604020202020204" pitchFamily="34" charset="0"/>
            </a:endParaRPr>
          </a:p>
        </p:txBody>
      </p:sp>
      <p:sp>
        <p:nvSpPr>
          <p:cNvPr id="228" name="Rectangle 227">
            <a:extLst>
              <a:ext uri="{FF2B5EF4-FFF2-40B4-BE49-F238E27FC236}">
                <a16:creationId xmlns:a16="http://schemas.microsoft.com/office/drawing/2014/main" id="{C8860A68-4F1C-9DA5-E809-82C02EC64EAD}"/>
              </a:ext>
            </a:extLst>
          </p:cNvPr>
          <p:cNvSpPr/>
          <p:nvPr/>
        </p:nvSpPr>
        <p:spPr>
          <a:xfrm>
            <a:off x="8099275" y="47998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9" name="Rectangle 228">
            <a:extLst>
              <a:ext uri="{FF2B5EF4-FFF2-40B4-BE49-F238E27FC236}">
                <a16:creationId xmlns:a16="http://schemas.microsoft.com/office/drawing/2014/main" id="{91403988-2CF2-DD0B-A09B-915069F58805}"/>
              </a:ext>
            </a:extLst>
          </p:cNvPr>
          <p:cNvSpPr/>
          <p:nvPr/>
        </p:nvSpPr>
        <p:spPr>
          <a:xfrm>
            <a:off x="9129279" y="2027245"/>
            <a:ext cx="48892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0" name="TextBox 229">
            <a:extLst>
              <a:ext uri="{FF2B5EF4-FFF2-40B4-BE49-F238E27FC236}">
                <a16:creationId xmlns:a16="http://schemas.microsoft.com/office/drawing/2014/main" id="{1B5601BA-D55A-3553-2531-7CD21E7C3197}"/>
              </a:ext>
            </a:extLst>
          </p:cNvPr>
          <p:cNvSpPr txBox="1"/>
          <p:nvPr/>
        </p:nvSpPr>
        <p:spPr>
          <a:xfrm>
            <a:off x="9204247"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31" name="Rectangle 230">
            <a:extLst>
              <a:ext uri="{FF2B5EF4-FFF2-40B4-BE49-F238E27FC236}">
                <a16:creationId xmlns:a16="http://schemas.microsoft.com/office/drawing/2014/main" id="{4107C2FA-08B2-7D63-CFE9-EE416485CDBB}"/>
              </a:ext>
            </a:extLst>
          </p:cNvPr>
          <p:cNvSpPr/>
          <p:nvPr/>
        </p:nvSpPr>
        <p:spPr>
          <a:xfrm>
            <a:off x="7712934" y="2182214"/>
            <a:ext cx="229229" cy="1438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3" name="Rectangle 232">
            <a:extLst>
              <a:ext uri="{FF2B5EF4-FFF2-40B4-BE49-F238E27FC236}">
                <a16:creationId xmlns:a16="http://schemas.microsoft.com/office/drawing/2014/main" id="{14B33B9E-0993-FF86-51A4-725060ABE9BD}"/>
              </a:ext>
            </a:extLst>
          </p:cNvPr>
          <p:cNvSpPr/>
          <p:nvPr/>
        </p:nvSpPr>
        <p:spPr>
          <a:xfrm>
            <a:off x="7071889" y="400694"/>
            <a:ext cx="566297" cy="57994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4" name="TextBox 233">
            <a:extLst>
              <a:ext uri="{FF2B5EF4-FFF2-40B4-BE49-F238E27FC236}">
                <a16:creationId xmlns:a16="http://schemas.microsoft.com/office/drawing/2014/main" id="{BDA8A307-699D-600A-E0A1-98AE6F512079}"/>
              </a:ext>
            </a:extLst>
          </p:cNvPr>
          <p:cNvSpPr txBox="1"/>
          <p:nvPr/>
        </p:nvSpPr>
        <p:spPr>
          <a:xfrm>
            <a:off x="7145332" y="3996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35" name="Rectangle 234">
            <a:extLst>
              <a:ext uri="{FF2B5EF4-FFF2-40B4-BE49-F238E27FC236}">
                <a16:creationId xmlns:a16="http://schemas.microsoft.com/office/drawing/2014/main" id="{C8F335C3-4138-1526-F2AA-00497921C890}"/>
              </a:ext>
            </a:extLst>
          </p:cNvPr>
          <p:cNvSpPr/>
          <p:nvPr/>
        </p:nvSpPr>
        <p:spPr>
          <a:xfrm>
            <a:off x="7045756" y="1723232"/>
            <a:ext cx="566297" cy="5884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6" name="TextBox 235">
            <a:extLst>
              <a:ext uri="{FF2B5EF4-FFF2-40B4-BE49-F238E27FC236}">
                <a16:creationId xmlns:a16="http://schemas.microsoft.com/office/drawing/2014/main" id="{DF49BC09-9C00-6A89-5BD2-ACB18C4912F2}"/>
              </a:ext>
            </a:extLst>
          </p:cNvPr>
          <p:cNvSpPr txBox="1"/>
          <p:nvPr/>
        </p:nvSpPr>
        <p:spPr>
          <a:xfrm>
            <a:off x="7131829"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37" name="Rectangle 236">
            <a:extLst>
              <a:ext uri="{FF2B5EF4-FFF2-40B4-BE49-F238E27FC236}">
                <a16:creationId xmlns:a16="http://schemas.microsoft.com/office/drawing/2014/main" id="{AEC6FC8C-EBBB-5886-960E-8A1D817DA6B0}"/>
              </a:ext>
            </a:extLst>
          </p:cNvPr>
          <p:cNvSpPr/>
          <p:nvPr/>
        </p:nvSpPr>
        <p:spPr>
          <a:xfrm>
            <a:off x="8531610"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9" name="Rectangle 238">
            <a:extLst>
              <a:ext uri="{FF2B5EF4-FFF2-40B4-BE49-F238E27FC236}">
                <a16:creationId xmlns:a16="http://schemas.microsoft.com/office/drawing/2014/main" id="{D8ED5100-5F5F-EAF2-9D4A-2D427DBAA0F3}"/>
              </a:ext>
            </a:extLst>
          </p:cNvPr>
          <p:cNvSpPr/>
          <p:nvPr/>
        </p:nvSpPr>
        <p:spPr>
          <a:xfrm>
            <a:off x="9925297"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0" name="Rectangle 239">
            <a:extLst>
              <a:ext uri="{FF2B5EF4-FFF2-40B4-BE49-F238E27FC236}">
                <a16:creationId xmlns:a16="http://schemas.microsoft.com/office/drawing/2014/main" id="{04DD5F92-255E-CCE3-ABFB-B5206AF83DF0}"/>
              </a:ext>
            </a:extLst>
          </p:cNvPr>
          <p:cNvSpPr/>
          <p:nvPr/>
        </p:nvSpPr>
        <p:spPr>
          <a:xfrm>
            <a:off x="7912272" y="415730"/>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1" name="Rectangle 240">
            <a:extLst>
              <a:ext uri="{FF2B5EF4-FFF2-40B4-BE49-F238E27FC236}">
                <a16:creationId xmlns:a16="http://schemas.microsoft.com/office/drawing/2014/main" id="{3B0D5131-EEEA-300E-940B-36CA00755A5F}"/>
              </a:ext>
            </a:extLst>
          </p:cNvPr>
          <p:cNvSpPr/>
          <p:nvPr/>
        </p:nvSpPr>
        <p:spPr>
          <a:xfrm>
            <a:off x="7254089" y="106833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2" name="Rectangle 241">
            <a:extLst>
              <a:ext uri="{FF2B5EF4-FFF2-40B4-BE49-F238E27FC236}">
                <a16:creationId xmlns:a16="http://schemas.microsoft.com/office/drawing/2014/main" id="{3F6C1301-457E-D71C-A092-F5C83898146E}"/>
              </a:ext>
            </a:extLst>
          </p:cNvPr>
          <p:cNvSpPr/>
          <p:nvPr/>
        </p:nvSpPr>
        <p:spPr>
          <a:xfrm>
            <a:off x="10134881" y="2176406"/>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3" name="Rectangle 242">
            <a:extLst>
              <a:ext uri="{FF2B5EF4-FFF2-40B4-BE49-F238E27FC236}">
                <a16:creationId xmlns:a16="http://schemas.microsoft.com/office/drawing/2014/main" id="{F8EA2E08-39C7-520A-3EA2-F8B237708A7F}"/>
              </a:ext>
            </a:extLst>
          </p:cNvPr>
          <p:cNvSpPr/>
          <p:nvPr/>
        </p:nvSpPr>
        <p:spPr>
          <a:xfrm>
            <a:off x="10827615" y="217014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4" name="Rectangle 243">
            <a:extLst>
              <a:ext uri="{FF2B5EF4-FFF2-40B4-BE49-F238E27FC236}">
                <a16:creationId xmlns:a16="http://schemas.microsoft.com/office/drawing/2014/main" id="{C699844A-FC86-F507-31EC-1E785F2B27DB}"/>
              </a:ext>
            </a:extLst>
          </p:cNvPr>
          <p:cNvSpPr/>
          <p:nvPr/>
        </p:nvSpPr>
        <p:spPr>
          <a:xfrm>
            <a:off x="7724906" y="423661"/>
            <a:ext cx="619394" cy="55343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5" name="TextBox 244">
            <a:extLst>
              <a:ext uri="{FF2B5EF4-FFF2-40B4-BE49-F238E27FC236}">
                <a16:creationId xmlns:a16="http://schemas.microsoft.com/office/drawing/2014/main" id="{201E6257-18EC-A863-6F5F-ADE5009A4504}"/>
              </a:ext>
            </a:extLst>
          </p:cNvPr>
          <p:cNvSpPr txBox="1"/>
          <p:nvPr/>
        </p:nvSpPr>
        <p:spPr>
          <a:xfrm>
            <a:off x="7816188" y="39162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246" name="Rectangle 245">
            <a:extLst>
              <a:ext uri="{FF2B5EF4-FFF2-40B4-BE49-F238E27FC236}">
                <a16:creationId xmlns:a16="http://schemas.microsoft.com/office/drawing/2014/main" id="{820E42AB-8C41-5135-8233-82585BD4287E}"/>
              </a:ext>
            </a:extLst>
          </p:cNvPr>
          <p:cNvSpPr/>
          <p:nvPr/>
        </p:nvSpPr>
        <p:spPr>
          <a:xfrm>
            <a:off x="8422303" y="4496467"/>
            <a:ext cx="54224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7" name="TextBox 246">
            <a:extLst>
              <a:ext uri="{FF2B5EF4-FFF2-40B4-BE49-F238E27FC236}">
                <a16:creationId xmlns:a16="http://schemas.microsoft.com/office/drawing/2014/main" id="{C2A69587-58D1-FC98-0A17-E30F428555BC}"/>
              </a:ext>
            </a:extLst>
          </p:cNvPr>
          <p:cNvSpPr txBox="1"/>
          <p:nvPr/>
        </p:nvSpPr>
        <p:spPr>
          <a:xfrm>
            <a:off x="8532543" y="448423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48" name="Rectangle 247">
            <a:extLst>
              <a:ext uri="{FF2B5EF4-FFF2-40B4-BE49-F238E27FC236}">
                <a16:creationId xmlns:a16="http://schemas.microsoft.com/office/drawing/2014/main" id="{9177F8EB-3728-BC6B-36C3-512FF56BAA85}"/>
              </a:ext>
            </a:extLst>
          </p:cNvPr>
          <p:cNvSpPr/>
          <p:nvPr/>
        </p:nvSpPr>
        <p:spPr>
          <a:xfrm>
            <a:off x="6370452" y="4489456"/>
            <a:ext cx="458786" cy="44439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9" name="Rectangle 248">
            <a:extLst>
              <a:ext uri="{FF2B5EF4-FFF2-40B4-BE49-F238E27FC236}">
                <a16:creationId xmlns:a16="http://schemas.microsoft.com/office/drawing/2014/main" id="{0C4C4746-D243-C887-B50A-9CD5CFF0EE26}"/>
              </a:ext>
            </a:extLst>
          </p:cNvPr>
          <p:cNvSpPr/>
          <p:nvPr/>
        </p:nvSpPr>
        <p:spPr>
          <a:xfrm>
            <a:off x="5734158" y="4492587"/>
            <a:ext cx="541795" cy="5729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1" name="Rectangle 250">
            <a:extLst>
              <a:ext uri="{FF2B5EF4-FFF2-40B4-BE49-F238E27FC236}">
                <a16:creationId xmlns:a16="http://schemas.microsoft.com/office/drawing/2014/main" id="{FD95D967-A67E-1EEF-F03E-E54A8C69DB34}"/>
              </a:ext>
            </a:extLst>
          </p:cNvPr>
          <p:cNvSpPr/>
          <p:nvPr/>
        </p:nvSpPr>
        <p:spPr>
          <a:xfrm>
            <a:off x="7727488" y="5856466"/>
            <a:ext cx="543937" cy="57699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0" name="TextBox 249">
            <a:extLst>
              <a:ext uri="{FF2B5EF4-FFF2-40B4-BE49-F238E27FC236}">
                <a16:creationId xmlns:a16="http://schemas.microsoft.com/office/drawing/2014/main" id="{110196DE-1910-F473-F14B-36BA871CF150}"/>
              </a:ext>
            </a:extLst>
          </p:cNvPr>
          <p:cNvSpPr txBox="1"/>
          <p:nvPr/>
        </p:nvSpPr>
        <p:spPr>
          <a:xfrm>
            <a:off x="7840218" y="583283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52" name="TextBox 251">
            <a:extLst>
              <a:ext uri="{FF2B5EF4-FFF2-40B4-BE49-F238E27FC236}">
                <a16:creationId xmlns:a16="http://schemas.microsoft.com/office/drawing/2014/main" id="{BA224AF2-4DCA-0DE1-B099-1AFAFB24470B}"/>
              </a:ext>
            </a:extLst>
          </p:cNvPr>
          <p:cNvSpPr txBox="1"/>
          <p:nvPr/>
        </p:nvSpPr>
        <p:spPr>
          <a:xfrm>
            <a:off x="6440183" y="44943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53" name="TextBox 252">
            <a:extLst>
              <a:ext uri="{FF2B5EF4-FFF2-40B4-BE49-F238E27FC236}">
                <a16:creationId xmlns:a16="http://schemas.microsoft.com/office/drawing/2014/main" id="{5B086FF2-9B3A-DA73-5BDC-0E87B66AC092}"/>
              </a:ext>
            </a:extLst>
          </p:cNvPr>
          <p:cNvSpPr txBox="1"/>
          <p:nvPr/>
        </p:nvSpPr>
        <p:spPr>
          <a:xfrm>
            <a:off x="7839786" y="449436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4" name="TextBox 253">
            <a:extLst>
              <a:ext uri="{FF2B5EF4-FFF2-40B4-BE49-F238E27FC236}">
                <a16:creationId xmlns:a16="http://schemas.microsoft.com/office/drawing/2014/main" id="{4BFDE95B-A002-AEF5-F1AC-1ECA0E053CF2}"/>
              </a:ext>
            </a:extLst>
          </p:cNvPr>
          <p:cNvSpPr txBox="1"/>
          <p:nvPr/>
        </p:nvSpPr>
        <p:spPr>
          <a:xfrm>
            <a:off x="8515602" y="584606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56" name="Rectangle 255">
            <a:extLst>
              <a:ext uri="{FF2B5EF4-FFF2-40B4-BE49-F238E27FC236}">
                <a16:creationId xmlns:a16="http://schemas.microsoft.com/office/drawing/2014/main" id="{2B742E71-7317-5CB4-0DCB-00C44D46D9AA}"/>
              </a:ext>
            </a:extLst>
          </p:cNvPr>
          <p:cNvSpPr/>
          <p:nvPr/>
        </p:nvSpPr>
        <p:spPr>
          <a:xfrm>
            <a:off x="5683358" y="5874644"/>
            <a:ext cx="463017" cy="43873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7" name="TextBox 256">
            <a:extLst>
              <a:ext uri="{FF2B5EF4-FFF2-40B4-BE49-F238E27FC236}">
                <a16:creationId xmlns:a16="http://schemas.microsoft.com/office/drawing/2014/main" id="{450C6E93-9ADB-FF8C-83C5-93A81F3A0DA5}"/>
              </a:ext>
            </a:extLst>
          </p:cNvPr>
          <p:cNvSpPr txBox="1"/>
          <p:nvPr/>
        </p:nvSpPr>
        <p:spPr>
          <a:xfrm>
            <a:off x="5777460" y="582523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8" name="Rectangle 257">
            <a:extLst>
              <a:ext uri="{FF2B5EF4-FFF2-40B4-BE49-F238E27FC236}">
                <a16:creationId xmlns:a16="http://schemas.microsoft.com/office/drawing/2014/main" id="{428B6A53-9B88-0083-107D-3990498B6CAA}"/>
              </a:ext>
            </a:extLst>
          </p:cNvPr>
          <p:cNvSpPr/>
          <p:nvPr/>
        </p:nvSpPr>
        <p:spPr>
          <a:xfrm>
            <a:off x="5859231" y="4495990"/>
            <a:ext cx="250078"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9" name="TextBox 258">
            <a:extLst>
              <a:ext uri="{FF2B5EF4-FFF2-40B4-BE49-F238E27FC236}">
                <a16:creationId xmlns:a16="http://schemas.microsoft.com/office/drawing/2014/main" id="{D303BABD-70F8-5DAF-09E7-B41F813AF242}"/>
              </a:ext>
            </a:extLst>
          </p:cNvPr>
          <p:cNvSpPr txBox="1"/>
          <p:nvPr/>
        </p:nvSpPr>
        <p:spPr>
          <a:xfrm>
            <a:off x="5772021" y="449564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60" name="Rectangle 259">
            <a:extLst>
              <a:ext uri="{FF2B5EF4-FFF2-40B4-BE49-F238E27FC236}">
                <a16:creationId xmlns:a16="http://schemas.microsoft.com/office/drawing/2014/main" id="{F2A6B3C4-FEBC-00D2-A002-D84C4C5B858E}"/>
              </a:ext>
            </a:extLst>
          </p:cNvPr>
          <p:cNvSpPr/>
          <p:nvPr/>
        </p:nvSpPr>
        <p:spPr>
          <a:xfrm>
            <a:off x="5715384" y="5172343"/>
            <a:ext cx="541795" cy="4842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1" name="Rectangle 260">
            <a:extLst>
              <a:ext uri="{FF2B5EF4-FFF2-40B4-BE49-F238E27FC236}">
                <a16:creationId xmlns:a16="http://schemas.microsoft.com/office/drawing/2014/main" id="{62E4E071-8535-BA35-6D2A-10F53E468759}"/>
              </a:ext>
            </a:extLst>
          </p:cNvPr>
          <p:cNvSpPr/>
          <p:nvPr/>
        </p:nvSpPr>
        <p:spPr>
          <a:xfrm>
            <a:off x="7050930" y="5158858"/>
            <a:ext cx="541795" cy="53578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2" name="Rectangle 261">
            <a:extLst>
              <a:ext uri="{FF2B5EF4-FFF2-40B4-BE49-F238E27FC236}">
                <a16:creationId xmlns:a16="http://schemas.microsoft.com/office/drawing/2014/main" id="{AB09237B-8653-38E9-466E-5F582648ECD5}"/>
              </a:ext>
            </a:extLst>
          </p:cNvPr>
          <p:cNvSpPr/>
          <p:nvPr/>
        </p:nvSpPr>
        <p:spPr>
          <a:xfrm>
            <a:off x="6570479" y="81391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0" name="TextBox 159">
            <a:extLst>
              <a:ext uri="{FF2B5EF4-FFF2-40B4-BE49-F238E27FC236}">
                <a16:creationId xmlns:a16="http://schemas.microsoft.com/office/drawing/2014/main" id="{34E05BA3-A96A-3829-2820-71CC780071F3}"/>
              </a:ext>
            </a:extLst>
          </p:cNvPr>
          <p:cNvSpPr txBox="1"/>
          <p:nvPr/>
        </p:nvSpPr>
        <p:spPr>
          <a:xfrm>
            <a:off x="5778598" y="17390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00" name="TextBox 99">
            <a:extLst>
              <a:ext uri="{FF2B5EF4-FFF2-40B4-BE49-F238E27FC236}">
                <a16:creationId xmlns:a16="http://schemas.microsoft.com/office/drawing/2014/main" id="{FB671A5F-4509-9435-368F-4133812513FE}"/>
              </a:ext>
            </a:extLst>
          </p:cNvPr>
          <p:cNvSpPr txBox="1"/>
          <p:nvPr/>
        </p:nvSpPr>
        <p:spPr>
          <a:xfrm>
            <a:off x="6475978" y="311079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65" name="TextBox 64">
            <a:extLst>
              <a:ext uri="{FF2B5EF4-FFF2-40B4-BE49-F238E27FC236}">
                <a16:creationId xmlns:a16="http://schemas.microsoft.com/office/drawing/2014/main" id="{21BA2097-EF0B-11D9-8030-06F8EBA5C288}"/>
              </a:ext>
            </a:extLst>
          </p:cNvPr>
          <p:cNvSpPr txBox="1"/>
          <p:nvPr/>
        </p:nvSpPr>
        <p:spPr>
          <a:xfrm>
            <a:off x="323975" y="3403186"/>
            <a:ext cx="4884797" cy="1702197"/>
          </a:xfrm>
          <a:prstGeom prst="rect">
            <a:avLst/>
          </a:prstGeom>
          <a:noFill/>
        </p:spPr>
        <p:txBody>
          <a:bodyPr wrap="square" rtlCol="0">
            <a:spAutoFit/>
          </a:bodyPr>
          <a:lstStyle/>
          <a:p>
            <a:pPr>
              <a:lnSpc>
                <a:spcPct val="150000"/>
              </a:lnSpc>
            </a:pPr>
            <a:r>
              <a:rPr lang="en-US" sz="2400" b="1" dirty="0">
                <a:latin typeface="Garamond" panose="02020404030301010803" pitchFamily="18" charset="0"/>
              </a:rPr>
              <a:t>Learning From Others: </a:t>
            </a:r>
            <a:r>
              <a:rPr lang="en-US" sz="2400" dirty="0">
                <a:latin typeface="Garamond" panose="02020404030301010803" pitchFamily="18" charset="0"/>
              </a:rPr>
              <a:t>Watch some tutorials and learn some ideas from members of the sudoku community.</a:t>
            </a:r>
          </a:p>
        </p:txBody>
      </p:sp>
      <p:sp>
        <p:nvSpPr>
          <p:cNvPr id="200" name="Rectangle 199">
            <a:extLst>
              <a:ext uri="{FF2B5EF4-FFF2-40B4-BE49-F238E27FC236}">
                <a16:creationId xmlns:a16="http://schemas.microsoft.com/office/drawing/2014/main" id="{F66DA9B4-649B-7B97-07C3-D20E78A4D6B5}"/>
              </a:ext>
            </a:extLst>
          </p:cNvPr>
          <p:cNvSpPr/>
          <p:nvPr/>
        </p:nvSpPr>
        <p:spPr>
          <a:xfrm>
            <a:off x="7738351" y="1733907"/>
            <a:ext cx="405080" cy="57885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1" name="Rectangle 200">
            <a:extLst>
              <a:ext uri="{FF2B5EF4-FFF2-40B4-BE49-F238E27FC236}">
                <a16:creationId xmlns:a16="http://schemas.microsoft.com/office/drawing/2014/main" id="{EC3F4FCC-3810-C9BF-995A-D8B7B5637663}"/>
              </a:ext>
            </a:extLst>
          </p:cNvPr>
          <p:cNvSpPr/>
          <p:nvPr/>
        </p:nvSpPr>
        <p:spPr>
          <a:xfrm>
            <a:off x="5908515" y="3429735"/>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0" name="Rectangle 209">
            <a:extLst>
              <a:ext uri="{FF2B5EF4-FFF2-40B4-BE49-F238E27FC236}">
                <a16:creationId xmlns:a16="http://schemas.microsoft.com/office/drawing/2014/main" id="{A3DA62EE-D6C6-7A6A-FDEE-57252E056EF2}"/>
              </a:ext>
            </a:extLst>
          </p:cNvPr>
          <p:cNvSpPr/>
          <p:nvPr/>
        </p:nvSpPr>
        <p:spPr>
          <a:xfrm>
            <a:off x="7738350" y="5152758"/>
            <a:ext cx="588151" cy="66422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1" name="TextBox 210">
            <a:extLst>
              <a:ext uri="{FF2B5EF4-FFF2-40B4-BE49-F238E27FC236}">
                <a16:creationId xmlns:a16="http://schemas.microsoft.com/office/drawing/2014/main" id="{61AE0495-7413-5E20-45C4-B132B7BBAF31}"/>
              </a:ext>
            </a:extLst>
          </p:cNvPr>
          <p:cNvSpPr txBox="1"/>
          <p:nvPr/>
        </p:nvSpPr>
        <p:spPr>
          <a:xfrm>
            <a:off x="7827292" y="520935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87" name="TextBox 86">
            <a:extLst>
              <a:ext uri="{FF2B5EF4-FFF2-40B4-BE49-F238E27FC236}">
                <a16:creationId xmlns:a16="http://schemas.microsoft.com/office/drawing/2014/main" id="{404D358F-EB5E-AF71-889E-B6D4B9B7EFAE}"/>
              </a:ext>
            </a:extLst>
          </p:cNvPr>
          <p:cNvSpPr txBox="1"/>
          <p:nvPr/>
        </p:nvSpPr>
        <p:spPr>
          <a:xfrm>
            <a:off x="5779830" y="31091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198" name="TextBox 197">
            <a:extLst>
              <a:ext uri="{FF2B5EF4-FFF2-40B4-BE49-F238E27FC236}">
                <a16:creationId xmlns:a16="http://schemas.microsoft.com/office/drawing/2014/main" id="{84FB9A89-C7E5-E215-0296-FE70D7CF311B}"/>
              </a:ext>
            </a:extLst>
          </p:cNvPr>
          <p:cNvSpPr txBox="1"/>
          <p:nvPr/>
        </p:nvSpPr>
        <p:spPr>
          <a:xfrm>
            <a:off x="5777460" y="52064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199" name="TextBox 198">
            <a:extLst>
              <a:ext uri="{FF2B5EF4-FFF2-40B4-BE49-F238E27FC236}">
                <a16:creationId xmlns:a16="http://schemas.microsoft.com/office/drawing/2014/main" id="{BF576340-9758-E914-796B-9C9CBEF8296F}"/>
              </a:ext>
            </a:extLst>
          </p:cNvPr>
          <p:cNvSpPr txBox="1"/>
          <p:nvPr/>
        </p:nvSpPr>
        <p:spPr>
          <a:xfrm>
            <a:off x="712600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13" name="Rectangle 212">
            <a:extLst>
              <a:ext uri="{FF2B5EF4-FFF2-40B4-BE49-F238E27FC236}">
                <a16:creationId xmlns:a16="http://schemas.microsoft.com/office/drawing/2014/main" id="{AD212BF5-0BF3-4A84-5982-6CA589262610}"/>
              </a:ext>
            </a:extLst>
          </p:cNvPr>
          <p:cNvSpPr/>
          <p:nvPr/>
        </p:nvSpPr>
        <p:spPr>
          <a:xfrm>
            <a:off x="8439998" y="1737052"/>
            <a:ext cx="355298" cy="36180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2" name="TextBox 211">
            <a:extLst>
              <a:ext uri="{FF2B5EF4-FFF2-40B4-BE49-F238E27FC236}">
                <a16:creationId xmlns:a16="http://schemas.microsoft.com/office/drawing/2014/main" id="{C22F714E-3D68-9067-1CAF-32581DB421BA}"/>
              </a:ext>
            </a:extLst>
          </p:cNvPr>
          <p:cNvSpPr txBox="1"/>
          <p:nvPr/>
        </p:nvSpPr>
        <p:spPr>
          <a:xfrm>
            <a:off x="8519339" y="174792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20" name="TextBox 219">
            <a:extLst>
              <a:ext uri="{FF2B5EF4-FFF2-40B4-BE49-F238E27FC236}">
                <a16:creationId xmlns:a16="http://schemas.microsoft.com/office/drawing/2014/main" id="{CBB8F5F4-5D50-1977-B31F-BC0E8E3FF743}"/>
              </a:ext>
            </a:extLst>
          </p:cNvPr>
          <p:cNvSpPr txBox="1"/>
          <p:nvPr/>
        </p:nvSpPr>
        <p:spPr>
          <a:xfrm>
            <a:off x="7151487" y="312778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21" name="TextBox 220">
            <a:extLst>
              <a:ext uri="{FF2B5EF4-FFF2-40B4-BE49-F238E27FC236}">
                <a16:creationId xmlns:a16="http://schemas.microsoft.com/office/drawing/2014/main" id="{F90850B2-5831-6050-5F65-9F9C60620F03}"/>
              </a:ext>
            </a:extLst>
          </p:cNvPr>
          <p:cNvSpPr txBox="1"/>
          <p:nvPr/>
        </p:nvSpPr>
        <p:spPr>
          <a:xfrm>
            <a:off x="7137365" y="104732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26" name="TextBox 225">
            <a:extLst>
              <a:ext uri="{FF2B5EF4-FFF2-40B4-BE49-F238E27FC236}">
                <a16:creationId xmlns:a16="http://schemas.microsoft.com/office/drawing/2014/main" id="{A189145F-9D74-1C32-12E8-73D5D652BDD2}"/>
              </a:ext>
            </a:extLst>
          </p:cNvPr>
          <p:cNvSpPr txBox="1"/>
          <p:nvPr/>
        </p:nvSpPr>
        <p:spPr>
          <a:xfrm>
            <a:off x="6464774" y="105138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27" name="TextBox 226">
            <a:extLst>
              <a:ext uri="{FF2B5EF4-FFF2-40B4-BE49-F238E27FC236}">
                <a16:creationId xmlns:a16="http://schemas.microsoft.com/office/drawing/2014/main" id="{58BB1A13-2D3F-FD12-38D9-9244BCBC1B4B}"/>
              </a:ext>
            </a:extLst>
          </p:cNvPr>
          <p:cNvSpPr txBox="1"/>
          <p:nvPr/>
        </p:nvSpPr>
        <p:spPr>
          <a:xfrm>
            <a:off x="8514020" y="38962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32" name="TextBox 231">
            <a:extLst>
              <a:ext uri="{FF2B5EF4-FFF2-40B4-BE49-F238E27FC236}">
                <a16:creationId xmlns:a16="http://schemas.microsoft.com/office/drawing/2014/main" id="{F993FE5D-2C3B-7BFE-5DE4-20D07607815F}"/>
              </a:ext>
            </a:extLst>
          </p:cNvPr>
          <p:cNvSpPr txBox="1"/>
          <p:nvPr/>
        </p:nvSpPr>
        <p:spPr>
          <a:xfrm>
            <a:off x="7833190" y="174429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38" name="Rectangle 237">
            <a:extLst>
              <a:ext uri="{FF2B5EF4-FFF2-40B4-BE49-F238E27FC236}">
                <a16:creationId xmlns:a16="http://schemas.microsoft.com/office/drawing/2014/main" id="{4E68F95B-1408-6B4D-0EB2-41D78C2C2181}"/>
              </a:ext>
            </a:extLst>
          </p:cNvPr>
          <p:cNvSpPr/>
          <p:nvPr/>
        </p:nvSpPr>
        <p:spPr>
          <a:xfrm>
            <a:off x="7759434" y="1223983"/>
            <a:ext cx="578352" cy="38500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5" name="Rectangle 254">
            <a:extLst>
              <a:ext uri="{FF2B5EF4-FFF2-40B4-BE49-F238E27FC236}">
                <a16:creationId xmlns:a16="http://schemas.microsoft.com/office/drawing/2014/main" id="{4225C43C-12A4-7D03-B35F-D5BAFF04D153}"/>
              </a:ext>
            </a:extLst>
          </p:cNvPr>
          <p:cNvSpPr/>
          <p:nvPr/>
        </p:nvSpPr>
        <p:spPr>
          <a:xfrm>
            <a:off x="7766450" y="1061194"/>
            <a:ext cx="430006"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3" name="Rectangle 262">
            <a:extLst>
              <a:ext uri="{FF2B5EF4-FFF2-40B4-BE49-F238E27FC236}">
                <a16:creationId xmlns:a16="http://schemas.microsoft.com/office/drawing/2014/main" id="{37F089C8-7A36-0777-3F47-C0821E9C8C13}"/>
              </a:ext>
            </a:extLst>
          </p:cNvPr>
          <p:cNvSpPr/>
          <p:nvPr/>
        </p:nvSpPr>
        <p:spPr>
          <a:xfrm>
            <a:off x="6349799" y="569142"/>
            <a:ext cx="23394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4" name="Rectangle 263">
            <a:extLst>
              <a:ext uri="{FF2B5EF4-FFF2-40B4-BE49-F238E27FC236}">
                <a16:creationId xmlns:a16="http://schemas.microsoft.com/office/drawing/2014/main" id="{EC3A4A11-BF4E-2EF2-FE93-68DF1B324983}"/>
              </a:ext>
            </a:extLst>
          </p:cNvPr>
          <p:cNvSpPr/>
          <p:nvPr/>
        </p:nvSpPr>
        <p:spPr>
          <a:xfrm>
            <a:off x="10012088" y="544978"/>
            <a:ext cx="23394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5" name="Rectangle 264">
            <a:extLst>
              <a:ext uri="{FF2B5EF4-FFF2-40B4-BE49-F238E27FC236}">
                <a16:creationId xmlns:a16="http://schemas.microsoft.com/office/drawing/2014/main" id="{3ED6127C-A87E-41B1-2518-36D78FEC0ABA}"/>
              </a:ext>
            </a:extLst>
          </p:cNvPr>
          <p:cNvSpPr/>
          <p:nvPr/>
        </p:nvSpPr>
        <p:spPr>
          <a:xfrm>
            <a:off x="10640477" y="561477"/>
            <a:ext cx="458708" cy="21896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6" name="Rectangle 265">
            <a:extLst>
              <a:ext uri="{FF2B5EF4-FFF2-40B4-BE49-F238E27FC236}">
                <a16:creationId xmlns:a16="http://schemas.microsoft.com/office/drawing/2014/main" id="{B5FDC98C-E603-A559-A098-D385C40BEF7F}"/>
              </a:ext>
            </a:extLst>
          </p:cNvPr>
          <p:cNvSpPr/>
          <p:nvPr/>
        </p:nvSpPr>
        <p:spPr>
          <a:xfrm>
            <a:off x="9782734" y="1938993"/>
            <a:ext cx="238025" cy="19878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7" name="Rectangle 266">
            <a:extLst>
              <a:ext uri="{FF2B5EF4-FFF2-40B4-BE49-F238E27FC236}">
                <a16:creationId xmlns:a16="http://schemas.microsoft.com/office/drawing/2014/main" id="{FAE23F9F-1080-D85F-5A28-CC61DC85AE9A}"/>
              </a:ext>
            </a:extLst>
          </p:cNvPr>
          <p:cNvSpPr/>
          <p:nvPr/>
        </p:nvSpPr>
        <p:spPr>
          <a:xfrm>
            <a:off x="9796348" y="1282097"/>
            <a:ext cx="238025" cy="19878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8" name="Rectangle 267">
            <a:extLst>
              <a:ext uri="{FF2B5EF4-FFF2-40B4-BE49-F238E27FC236}">
                <a16:creationId xmlns:a16="http://schemas.microsoft.com/office/drawing/2014/main" id="{2E20B9E5-0416-771F-AE96-4675BFA5BEC8}"/>
              </a:ext>
            </a:extLst>
          </p:cNvPr>
          <p:cNvSpPr/>
          <p:nvPr/>
        </p:nvSpPr>
        <p:spPr>
          <a:xfrm>
            <a:off x="8460819" y="3343881"/>
            <a:ext cx="578352" cy="38500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Tree>
    <p:extLst>
      <p:ext uri="{BB962C8B-B14F-4D97-AF65-F5344CB8AC3E}">
        <p14:creationId xmlns:p14="http://schemas.microsoft.com/office/powerpoint/2010/main" val="3314184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4467091" y="7505455"/>
            <a:ext cx="3257815" cy="369332"/>
          </a:xfrm>
          <a:prstGeom prst="rect">
            <a:avLst/>
          </a:prstGeom>
          <a:noFill/>
        </p:spPr>
        <p:txBody>
          <a:bodyPr wrap="none" rtlCol="0">
            <a:spAutoFit/>
          </a:bodyPr>
          <a:lstStyle/>
          <a:p>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Setiadi</a:t>
            </a:r>
            <a:r>
              <a:rPr lang="en-US" i="1" dirty="0">
                <a:solidFill>
                  <a:srgbClr val="272727"/>
                </a:solidFill>
                <a:latin typeface="Open Sans" panose="020B0606030504020204" pitchFamily="34" charset="0"/>
                <a:ea typeface="Open Sans" panose="020B0606030504020204" pitchFamily="34" charset="0"/>
                <a:cs typeface="Open Sans" panose="020B0606030504020204" pitchFamily="34" charset="0"/>
              </a:rPr>
              <a:t> - </a:t>
            </a:r>
            <a:r>
              <a:rPr lang="en-US" i="1" dirty="0" err="1">
                <a:solidFill>
                  <a:srgbClr val="272727"/>
                </a:solidFill>
                <a:effectLst/>
                <a:latin typeface="Open Sans" panose="020B0606030504020204" pitchFamily="34" charset="0"/>
                <a:ea typeface="Open Sans" panose="020B0606030504020204" pitchFamily="34" charset="0"/>
                <a:cs typeface="Open Sans" panose="020B0606030504020204" pitchFamily="34" charset="0"/>
              </a:rPr>
              <a:t>Zijian</a:t>
            </a:r>
            <a:r>
              <a:rPr lang="en-US" i="1" dirty="0">
                <a:solidFill>
                  <a:srgbClr val="272727"/>
                </a:solidFill>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601611" y="2817476"/>
            <a:ext cx="4520111" cy="1107996"/>
          </a:xfrm>
          <a:prstGeom prst="rect">
            <a:avLst/>
          </a:prstGeom>
          <a:noFill/>
        </p:spPr>
        <p:txBody>
          <a:bodyPr wrap="square" rtlCol="0">
            <a:spAutoFit/>
          </a:bodyPr>
          <a:lstStyle/>
          <a:p>
            <a:r>
              <a:rPr lang="en-US" sz="6600" b="1" dirty="0">
                <a:latin typeface="Playfair Display Black" pitchFamily="2" charset="77"/>
              </a:rPr>
              <a:t>Thank You</a:t>
            </a:r>
            <a:endParaRPr lang="en-TW" sz="6600" b="1" i="1" dirty="0">
              <a:latin typeface="Playfair Display SemiBold" pitchFamily="2" charset="77"/>
            </a:endParaRP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4125" cy="623520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515602" y="379961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873357" y="32332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422303" y="5848685"/>
            <a:ext cx="602004" cy="6145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3"/>
            <a:ext cx="176961" cy="53825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201944" y="1347935"/>
            <a:ext cx="57835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468427" y="2611755"/>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8" y="3301181"/>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482417" y="1018124"/>
            <a:ext cx="591106" cy="65606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714038" y="21347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4366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705408" y="3031765"/>
                <a:ext cx="19747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705408" y="3031765"/>
                <a:ext cx="197478" cy="276999"/>
              </a:xfrm>
              <a:prstGeom prst="rect">
                <a:avLst/>
              </a:prstGeom>
              <a:blipFill>
                <a:blip r:embed="rId10"/>
                <a:stretch>
                  <a:fillRect l="-25000" r="-25000"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1"/>
                <a:stretch>
                  <a:fillRect l="-10526" r="-15789" b="-4348"/>
                </a:stretch>
              </a:blipFill>
            </p:spPr>
            <p:txBody>
              <a:bodyPr/>
              <a:lstStyle/>
              <a:p>
                <a:r>
                  <a:rPr lang="en-TW">
                    <a:noFill/>
                  </a:rPr>
                  <a:t> </a:t>
                </a:r>
              </a:p>
            </p:txBody>
          </p:sp>
        </mc:Fallback>
      </mc:AlternateContent>
      <p:sp>
        <p:nvSpPr>
          <p:cNvPr id="159" name="Rectangle 158">
            <a:extLst>
              <a:ext uri="{FF2B5EF4-FFF2-40B4-BE49-F238E27FC236}">
                <a16:creationId xmlns:a16="http://schemas.microsoft.com/office/drawing/2014/main" id="{04706051-1C3A-8277-B370-7AD04420CB80}"/>
              </a:ext>
            </a:extLst>
          </p:cNvPr>
          <p:cNvSpPr/>
          <p:nvPr/>
        </p:nvSpPr>
        <p:spPr>
          <a:xfrm>
            <a:off x="6385531" y="2408164"/>
            <a:ext cx="579826" cy="6353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0" name="Rectangle 169">
            <a:extLst>
              <a:ext uri="{FF2B5EF4-FFF2-40B4-BE49-F238E27FC236}">
                <a16:creationId xmlns:a16="http://schemas.microsoft.com/office/drawing/2014/main" id="{16DF678B-9127-858E-A0F3-ACF80ACFF36D}"/>
              </a:ext>
            </a:extLst>
          </p:cNvPr>
          <p:cNvSpPr/>
          <p:nvPr/>
        </p:nvSpPr>
        <p:spPr>
          <a:xfrm>
            <a:off x="7266420" y="327228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3" name="Rectangle 172">
            <a:extLst>
              <a:ext uri="{FF2B5EF4-FFF2-40B4-BE49-F238E27FC236}">
                <a16:creationId xmlns:a16="http://schemas.microsoft.com/office/drawing/2014/main" id="{1DF28DA1-8402-E1A0-AEC3-E65C1918758F}"/>
              </a:ext>
            </a:extLst>
          </p:cNvPr>
          <p:cNvSpPr/>
          <p:nvPr/>
        </p:nvSpPr>
        <p:spPr>
          <a:xfrm>
            <a:off x="5693052" y="3184652"/>
            <a:ext cx="530089" cy="54489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4" name="Rectangle 173">
            <a:extLst>
              <a:ext uri="{FF2B5EF4-FFF2-40B4-BE49-F238E27FC236}">
                <a16:creationId xmlns:a16="http://schemas.microsoft.com/office/drawing/2014/main" id="{B2D048EF-5C97-CED4-8269-151BECD65766}"/>
              </a:ext>
            </a:extLst>
          </p:cNvPr>
          <p:cNvSpPr/>
          <p:nvPr/>
        </p:nvSpPr>
        <p:spPr>
          <a:xfrm>
            <a:off x="6342772" y="310524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5" name="Rectangle 174">
            <a:extLst>
              <a:ext uri="{FF2B5EF4-FFF2-40B4-BE49-F238E27FC236}">
                <a16:creationId xmlns:a16="http://schemas.microsoft.com/office/drawing/2014/main" id="{F22A0ABD-B6EE-217E-0BDF-0B750E012804}"/>
              </a:ext>
            </a:extLst>
          </p:cNvPr>
          <p:cNvSpPr/>
          <p:nvPr/>
        </p:nvSpPr>
        <p:spPr>
          <a:xfrm>
            <a:off x="5690778" y="3098269"/>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0" name="Rectangle 179">
            <a:extLst>
              <a:ext uri="{FF2B5EF4-FFF2-40B4-BE49-F238E27FC236}">
                <a16:creationId xmlns:a16="http://schemas.microsoft.com/office/drawing/2014/main" id="{3E99A61C-49D3-3856-BCAD-C506CC1F7425}"/>
              </a:ext>
            </a:extLst>
          </p:cNvPr>
          <p:cNvSpPr/>
          <p:nvPr/>
        </p:nvSpPr>
        <p:spPr>
          <a:xfrm>
            <a:off x="7039646" y="3109137"/>
            <a:ext cx="412292" cy="5864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9" name="Rectangle 188">
            <a:extLst>
              <a:ext uri="{FF2B5EF4-FFF2-40B4-BE49-F238E27FC236}">
                <a16:creationId xmlns:a16="http://schemas.microsoft.com/office/drawing/2014/main" id="{43AA9078-C19F-38C1-F920-D520257E0D92}"/>
              </a:ext>
            </a:extLst>
          </p:cNvPr>
          <p:cNvSpPr/>
          <p:nvPr/>
        </p:nvSpPr>
        <p:spPr>
          <a:xfrm>
            <a:off x="7890847" y="3543755"/>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1" name="Rectangle 190">
            <a:extLst>
              <a:ext uri="{FF2B5EF4-FFF2-40B4-BE49-F238E27FC236}">
                <a16:creationId xmlns:a16="http://schemas.microsoft.com/office/drawing/2014/main" id="{B4338253-BD90-6078-74C4-8B4C217BF68E}"/>
              </a:ext>
            </a:extLst>
          </p:cNvPr>
          <p:cNvSpPr/>
          <p:nvPr/>
        </p:nvSpPr>
        <p:spPr>
          <a:xfrm>
            <a:off x="5715384" y="1733906"/>
            <a:ext cx="522257" cy="5827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5" name="TextBox 184">
            <a:extLst>
              <a:ext uri="{FF2B5EF4-FFF2-40B4-BE49-F238E27FC236}">
                <a16:creationId xmlns:a16="http://schemas.microsoft.com/office/drawing/2014/main" id="{C52E1DDF-EB40-1C06-AEFE-E4F35FE5EC28}"/>
              </a:ext>
            </a:extLst>
          </p:cNvPr>
          <p:cNvSpPr txBox="1"/>
          <p:nvPr/>
        </p:nvSpPr>
        <p:spPr>
          <a:xfrm>
            <a:off x="6458870" y="241814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90" name="Rectangle 189">
            <a:extLst>
              <a:ext uri="{FF2B5EF4-FFF2-40B4-BE49-F238E27FC236}">
                <a16:creationId xmlns:a16="http://schemas.microsoft.com/office/drawing/2014/main" id="{A1D128E5-DDF3-D7EF-808E-E669712F5526}"/>
              </a:ext>
            </a:extLst>
          </p:cNvPr>
          <p:cNvSpPr/>
          <p:nvPr/>
        </p:nvSpPr>
        <p:spPr>
          <a:xfrm>
            <a:off x="6796256" y="3117405"/>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2" name="Rectangle 191">
            <a:extLst>
              <a:ext uri="{FF2B5EF4-FFF2-40B4-BE49-F238E27FC236}">
                <a16:creationId xmlns:a16="http://schemas.microsoft.com/office/drawing/2014/main" id="{9629BD9F-09C9-B703-00AC-892E30A1CCDD}"/>
              </a:ext>
            </a:extLst>
          </p:cNvPr>
          <p:cNvSpPr/>
          <p:nvPr/>
        </p:nvSpPr>
        <p:spPr>
          <a:xfrm>
            <a:off x="7455747" y="309216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3" name="Rectangle 192">
            <a:extLst>
              <a:ext uri="{FF2B5EF4-FFF2-40B4-BE49-F238E27FC236}">
                <a16:creationId xmlns:a16="http://schemas.microsoft.com/office/drawing/2014/main" id="{D59E079D-7108-98C7-1387-A871E8CDD5EF}"/>
              </a:ext>
            </a:extLst>
          </p:cNvPr>
          <p:cNvSpPr/>
          <p:nvPr/>
        </p:nvSpPr>
        <p:spPr>
          <a:xfrm>
            <a:off x="8149966" y="242645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4" name="Rectangle 193">
            <a:extLst>
              <a:ext uri="{FF2B5EF4-FFF2-40B4-BE49-F238E27FC236}">
                <a16:creationId xmlns:a16="http://schemas.microsoft.com/office/drawing/2014/main" id="{1ED0058B-5061-42E1-E358-03B8667AA456}"/>
              </a:ext>
            </a:extLst>
          </p:cNvPr>
          <p:cNvSpPr/>
          <p:nvPr/>
        </p:nvSpPr>
        <p:spPr>
          <a:xfrm>
            <a:off x="6376929" y="3257088"/>
            <a:ext cx="425916" cy="4679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5" name="Rectangle 194">
            <a:extLst>
              <a:ext uri="{FF2B5EF4-FFF2-40B4-BE49-F238E27FC236}">
                <a16:creationId xmlns:a16="http://schemas.microsoft.com/office/drawing/2014/main" id="{1BF3F6A7-DEEC-B2FC-B98C-0BF1CCB34A99}"/>
              </a:ext>
            </a:extLst>
          </p:cNvPr>
          <p:cNvSpPr/>
          <p:nvPr/>
        </p:nvSpPr>
        <p:spPr>
          <a:xfrm>
            <a:off x="9447939" y="3105247"/>
            <a:ext cx="222220" cy="63582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6" name="Rectangle 195">
            <a:extLst>
              <a:ext uri="{FF2B5EF4-FFF2-40B4-BE49-F238E27FC236}">
                <a16:creationId xmlns:a16="http://schemas.microsoft.com/office/drawing/2014/main" id="{5E14EB5C-D9FA-709C-15FB-38F6180DE581}"/>
              </a:ext>
            </a:extLst>
          </p:cNvPr>
          <p:cNvSpPr/>
          <p:nvPr/>
        </p:nvSpPr>
        <p:spPr>
          <a:xfrm>
            <a:off x="7718392" y="2432747"/>
            <a:ext cx="619394" cy="62533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7" name="TextBox 196">
            <a:extLst>
              <a:ext uri="{FF2B5EF4-FFF2-40B4-BE49-F238E27FC236}">
                <a16:creationId xmlns:a16="http://schemas.microsoft.com/office/drawing/2014/main" id="{4902F524-9CF1-4848-AFF0-F9FF52A6EF99}"/>
              </a:ext>
            </a:extLst>
          </p:cNvPr>
          <p:cNvSpPr txBox="1"/>
          <p:nvPr/>
        </p:nvSpPr>
        <p:spPr>
          <a:xfrm>
            <a:off x="7832099" y="244126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71" name="Rectangle 170">
            <a:extLst>
              <a:ext uri="{FF2B5EF4-FFF2-40B4-BE49-F238E27FC236}">
                <a16:creationId xmlns:a16="http://schemas.microsoft.com/office/drawing/2014/main" id="{D8679C95-3A30-3F40-D623-1A323CD134A8}"/>
              </a:ext>
            </a:extLst>
          </p:cNvPr>
          <p:cNvSpPr/>
          <p:nvPr/>
        </p:nvSpPr>
        <p:spPr>
          <a:xfrm>
            <a:off x="10497195" y="4782138"/>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1" name="TextBox 160">
            <a:extLst>
              <a:ext uri="{FF2B5EF4-FFF2-40B4-BE49-F238E27FC236}">
                <a16:creationId xmlns:a16="http://schemas.microsoft.com/office/drawing/2014/main" id="{4C7C8432-158A-1459-DBDC-542221F0B31E}"/>
              </a:ext>
            </a:extLst>
          </p:cNvPr>
          <p:cNvSpPr txBox="1"/>
          <p:nvPr/>
        </p:nvSpPr>
        <p:spPr>
          <a:xfrm>
            <a:off x="10586730" y="449084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77" name="Rectangle 176">
            <a:extLst>
              <a:ext uri="{FF2B5EF4-FFF2-40B4-BE49-F238E27FC236}">
                <a16:creationId xmlns:a16="http://schemas.microsoft.com/office/drawing/2014/main" id="{A7B3742C-A49F-7ACE-EBAE-687ADD1D6CF1}"/>
              </a:ext>
            </a:extLst>
          </p:cNvPr>
          <p:cNvSpPr/>
          <p:nvPr/>
        </p:nvSpPr>
        <p:spPr>
          <a:xfrm>
            <a:off x="9886018" y="4481926"/>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2" name="TextBox 171">
            <a:extLst>
              <a:ext uri="{FF2B5EF4-FFF2-40B4-BE49-F238E27FC236}">
                <a16:creationId xmlns:a16="http://schemas.microsoft.com/office/drawing/2014/main" id="{D2D3D5C9-6A20-ECEC-F563-37279E99E4D7}"/>
              </a:ext>
            </a:extLst>
          </p:cNvPr>
          <p:cNvSpPr txBox="1"/>
          <p:nvPr/>
        </p:nvSpPr>
        <p:spPr>
          <a:xfrm>
            <a:off x="9895907" y="449258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79" name="Rectangle 178">
            <a:extLst>
              <a:ext uri="{FF2B5EF4-FFF2-40B4-BE49-F238E27FC236}">
                <a16:creationId xmlns:a16="http://schemas.microsoft.com/office/drawing/2014/main" id="{1B805C2A-FF84-1FC3-4282-FF281D59F564}"/>
              </a:ext>
            </a:extLst>
          </p:cNvPr>
          <p:cNvSpPr/>
          <p:nvPr/>
        </p:nvSpPr>
        <p:spPr>
          <a:xfrm>
            <a:off x="10493052" y="6138453"/>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6" name="TextBox 175">
            <a:extLst>
              <a:ext uri="{FF2B5EF4-FFF2-40B4-BE49-F238E27FC236}">
                <a16:creationId xmlns:a16="http://schemas.microsoft.com/office/drawing/2014/main" id="{B1DB8FCA-814F-114B-5236-D36A53AFC846}"/>
              </a:ext>
            </a:extLst>
          </p:cNvPr>
          <p:cNvSpPr txBox="1"/>
          <p:nvPr/>
        </p:nvSpPr>
        <p:spPr>
          <a:xfrm>
            <a:off x="10586730" y="585232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81" name="Rectangle 180">
            <a:extLst>
              <a:ext uri="{FF2B5EF4-FFF2-40B4-BE49-F238E27FC236}">
                <a16:creationId xmlns:a16="http://schemas.microsoft.com/office/drawing/2014/main" id="{392327C1-FA7A-3E35-494F-E909888F59D8}"/>
              </a:ext>
            </a:extLst>
          </p:cNvPr>
          <p:cNvSpPr/>
          <p:nvPr/>
        </p:nvSpPr>
        <p:spPr>
          <a:xfrm>
            <a:off x="7925359" y="6117622"/>
            <a:ext cx="319032" cy="31583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2" name="Rectangle 181">
            <a:extLst>
              <a:ext uri="{FF2B5EF4-FFF2-40B4-BE49-F238E27FC236}">
                <a16:creationId xmlns:a16="http://schemas.microsoft.com/office/drawing/2014/main" id="{ED584754-EFFB-458D-0A32-E84102B33E23}"/>
              </a:ext>
            </a:extLst>
          </p:cNvPr>
          <p:cNvSpPr/>
          <p:nvPr/>
        </p:nvSpPr>
        <p:spPr>
          <a:xfrm>
            <a:off x="7739196" y="4478600"/>
            <a:ext cx="537475" cy="60207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3" name="Rectangle 182">
            <a:extLst>
              <a:ext uri="{FF2B5EF4-FFF2-40B4-BE49-F238E27FC236}">
                <a16:creationId xmlns:a16="http://schemas.microsoft.com/office/drawing/2014/main" id="{5D59A1A6-BAF9-3FF6-EEFE-945F994EDE6E}"/>
              </a:ext>
            </a:extLst>
          </p:cNvPr>
          <p:cNvSpPr/>
          <p:nvPr/>
        </p:nvSpPr>
        <p:spPr>
          <a:xfrm>
            <a:off x="9081886" y="4840992"/>
            <a:ext cx="248060" cy="27699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4" name="TextBox 183">
            <a:extLst>
              <a:ext uri="{FF2B5EF4-FFF2-40B4-BE49-F238E27FC236}">
                <a16:creationId xmlns:a16="http://schemas.microsoft.com/office/drawing/2014/main" id="{89FC8A6A-7207-52A1-5E6D-C530BB1217EE}"/>
              </a:ext>
            </a:extLst>
          </p:cNvPr>
          <p:cNvSpPr txBox="1"/>
          <p:nvPr/>
        </p:nvSpPr>
        <p:spPr>
          <a:xfrm>
            <a:off x="9183464" y="311080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202" name="Rectangle 201">
            <a:extLst>
              <a:ext uri="{FF2B5EF4-FFF2-40B4-BE49-F238E27FC236}">
                <a16:creationId xmlns:a16="http://schemas.microsoft.com/office/drawing/2014/main" id="{0BCC1E1B-A8E3-ADE9-7C6C-FD966DD68E0B}"/>
              </a:ext>
            </a:extLst>
          </p:cNvPr>
          <p:cNvSpPr/>
          <p:nvPr/>
        </p:nvSpPr>
        <p:spPr>
          <a:xfrm>
            <a:off x="9531664" y="1029903"/>
            <a:ext cx="17696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3" name="Rectangle 202">
            <a:extLst>
              <a:ext uri="{FF2B5EF4-FFF2-40B4-BE49-F238E27FC236}">
                <a16:creationId xmlns:a16="http://schemas.microsoft.com/office/drawing/2014/main" id="{CF23C6B5-6561-5917-A3AB-26E16DB25C84}"/>
              </a:ext>
            </a:extLst>
          </p:cNvPr>
          <p:cNvSpPr/>
          <p:nvPr/>
        </p:nvSpPr>
        <p:spPr>
          <a:xfrm>
            <a:off x="8089011" y="3101388"/>
            <a:ext cx="269265" cy="17089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4" name="Rectangle 203">
            <a:extLst>
              <a:ext uri="{FF2B5EF4-FFF2-40B4-BE49-F238E27FC236}">
                <a16:creationId xmlns:a16="http://schemas.microsoft.com/office/drawing/2014/main" id="{02AF9BA1-39DC-176F-0A92-97F435ED8753}"/>
              </a:ext>
            </a:extLst>
          </p:cNvPr>
          <p:cNvSpPr/>
          <p:nvPr/>
        </p:nvSpPr>
        <p:spPr>
          <a:xfrm>
            <a:off x="9323552" y="1473811"/>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6" name="Rectangle 205">
            <a:extLst>
              <a:ext uri="{FF2B5EF4-FFF2-40B4-BE49-F238E27FC236}">
                <a16:creationId xmlns:a16="http://schemas.microsoft.com/office/drawing/2014/main" id="{E36FE2D7-B7AC-43A1-D245-B7AC1C78622F}"/>
              </a:ext>
            </a:extLst>
          </p:cNvPr>
          <p:cNvSpPr/>
          <p:nvPr/>
        </p:nvSpPr>
        <p:spPr>
          <a:xfrm>
            <a:off x="9164233" y="1097984"/>
            <a:ext cx="505926" cy="54233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5" name="TextBox 204">
            <a:extLst>
              <a:ext uri="{FF2B5EF4-FFF2-40B4-BE49-F238E27FC236}">
                <a16:creationId xmlns:a16="http://schemas.microsoft.com/office/drawing/2014/main" id="{33719A79-E434-7A3A-7132-DB19870C3404}"/>
              </a:ext>
            </a:extLst>
          </p:cNvPr>
          <p:cNvSpPr txBox="1"/>
          <p:nvPr/>
        </p:nvSpPr>
        <p:spPr>
          <a:xfrm>
            <a:off x="9205916" y="105554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07" name="Rectangle 206">
            <a:extLst>
              <a:ext uri="{FF2B5EF4-FFF2-40B4-BE49-F238E27FC236}">
                <a16:creationId xmlns:a16="http://schemas.microsoft.com/office/drawing/2014/main" id="{B560A7CD-D423-2B05-E657-61316B544ACF}"/>
              </a:ext>
            </a:extLst>
          </p:cNvPr>
          <p:cNvSpPr/>
          <p:nvPr/>
        </p:nvSpPr>
        <p:spPr>
          <a:xfrm>
            <a:off x="10721121" y="126982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8" name="Rectangle 207">
            <a:extLst>
              <a:ext uri="{FF2B5EF4-FFF2-40B4-BE49-F238E27FC236}">
                <a16:creationId xmlns:a16="http://schemas.microsoft.com/office/drawing/2014/main" id="{BD1956A4-AE4D-450B-CC73-7A78D5BFB834}"/>
              </a:ext>
            </a:extLst>
          </p:cNvPr>
          <p:cNvSpPr/>
          <p:nvPr/>
        </p:nvSpPr>
        <p:spPr>
          <a:xfrm>
            <a:off x="10012088" y="12611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9" name="Rectangle 208">
            <a:extLst>
              <a:ext uri="{FF2B5EF4-FFF2-40B4-BE49-F238E27FC236}">
                <a16:creationId xmlns:a16="http://schemas.microsoft.com/office/drawing/2014/main" id="{BA77615D-29D7-D03F-0AA3-115D446492EB}"/>
              </a:ext>
            </a:extLst>
          </p:cNvPr>
          <p:cNvSpPr/>
          <p:nvPr/>
        </p:nvSpPr>
        <p:spPr>
          <a:xfrm>
            <a:off x="7030717" y="1057034"/>
            <a:ext cx="370771" cy="36255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4" name="Rectangle 213">
            <a:extLst>
              <a:ext uri="{FF2B5EF4-FFF2-40B4-BE49-F238E27FC236}">
                <a16:creationId xmlns:a16="http://schemas.microsoft.com/office/drawing/2014/main" id="{766505CA-6811-1FC3-49CB-72750672C564}"/>
              </a:ext>
            </a:extLst>
          </p:cNvPr>
          <p:cNvSpPr/>
          <p:nvPr/>
        </p:nvSpPr>
        <p:spPr>
          <a:xfrm>
            <a:off x="6370453" y="1047327"/>
            <a:ext cx="384368" cy="40863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5" name="Rectangle 214">
            <a:extLst>
              <a:ext uri="{FF2B5EF4-FFF2-40B4-BE49-F238E27FC236}">
                <a16:creationId xmlns:a16="http://schemas.microsoft.com/office/drawing/2014/main" id="{0AFBAEE6-7F8B-2A9C-A4E8-BB9C20EEA3B0}"/>
              </a:ext>
            </a:extLst>
          </p:cNvPr>
          <p:cNvSpPr/>
          <p:nvPr/>
        </p:nvSpPr>
        <p:spPr>
          <a:xfrm>
            <a:off x="9323552" y="193031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6" name="Rectangle 215">
            <a:extLst>
              <a:ext uri="{FF2B5EF4-FFF2-40B4-BE49-F238E27FC236}">
                <a16:creationId xmlns:a16="http://schemas.microsoft.com/office/drawing/2014/main" id="{2AF580F5-98EB-254B-2B51-D33F47C23472}"/>
              </a:ext>
            </a:extLst>
          </p:cNvPr>
          <p:cNvSpPr/>
          <p:nvPr/>
        </p:nvSpPr>
        <p:spPr>
          <a:xfrm>
            <a:off x="9339046" y="472761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7" name="Rectangle 216">
            <a:extLst>
              <a:ext uri="{FF2B5EF4-FFF2-40B4-BE49-F238E27FC236}">
                <a16:creationId xmlns:a16="http://schemas.microsoft.com/office/drawing/2014/main" id="{C3EF5645-A03F-DA63-7637-16CDBF7FE386}"/>
              </a:ext>
            </a:extLst>
          </p:cNvPr>
          <p:cNvSpPr/>
          <p:nvPr/>
        </p:nvSpPr>
        <p:spPr>
          <a:xfrm>
            <a:off x="9322056" y="538430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8" name="Rectangle 217">
            <a:extLst>
              <a:ext uri="{FF2B5EF4-FFF2-40B4-BE49-F238E27FC236}">
                <a16:creationId xmlns:a16="http://schemas.microsoft.com/office/drawing/2014/main" id="{2D7176F9-1BE1-DF40-91B2-C84216F15159}"/>
              </a:ext>
            </a:extLst>
          </p:cNvPr>
          <p:cNvSpPr/>
          <p:nvPr/>
        </p:nvSpPr>
        <p:spPr>
          <a:xfrm>
            <a:off x="8649373" y="1948775"/>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9" name="Rectangle 218">
            <a:extLst>
              <a:ext uri="{FF2B5EF4-FFF2-40B4-BE49-F238E27FC236}">
                <a16:creationId xmlns:a16="http://schemas.microsoft.com/office/drawing/2014/main" id="{7C4DD4FB-A9C1-28A8-22B1-9614B3418ED4}"/>
              </a:ext>
            </a:extLst>
          </p:cNvPr>
          <p:cNvSpPr/>
          <p:nvPr/>
        </p:nvSpPr>
        <p:spPr>
          <a:xfrm>
            <a:off x="8446560" y="542502"/>
            <a:ext cx="568535" cy="3215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2" name="Rectangle 221">
            <a:extLst>
              <a:ext uri="{FF2B5EF4-FFF2-40B4-BE49-F238E27FC236}">
                <a16:creationId xmlns:a16="http://schemas.microsoft.com/office/drawing/2014/main" id="{D2B33FC8-C282-59EC-9C55-C4592F026A53}"/>
              </a:ext>
            </a:extLst>
          </p:cNvPr>
          <p:cNvSpPr/>
          <p:nvPr/>
        </p:nvSpPr>
        <p:spPr>
          <a:xfrm>
            <a:off x="9297447" y="5529840"/>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3" name="Rectangle 222">
            <a:extLst>
              <a:ext uri="{FF2B5EF4-FFF2-40B4-BE49-F238E27FC236}">
                <a16:creationId xmlns:a16="http://schemas.microsoft.com/office/drawing/2014/main" id="{512D3BA0-E671-74C3-F357-40290739E3E0}"/>
              </a:ext>
            </a:extLst>
          </p:cNvPr>
          <p:cNvSpPr/>
          <p:nvPr/>
        </p:nvSpPr>
        <p:spPr>
          <a:xfrm>
            <a:off x="9452395" y="4850958"/>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4" name="TextBox 223">
            <a:extLst>
              <a:ext uri="{FF2B5EF4-FFF2-40B4-BE49-F238E27FC236}">
                <a16:creationId xmlns:a16="http://schemas.microsoft.com/office/drawing/2014/main" id="{6381C123-414C-FAFB-0F56-7D262E3CA9AA}"/>
              </a:ext>
            </a:extLst>
          </p:cNvPr>
          <p:cNvSpPr txBox="1"/>
          <p:nvPr/>
        </p:nvSpPr>
        <p:spPr>
          <a:xfrm>
            <a:off x="9183464" y="44807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25" name="TextBox 224">
            <a:extLst>
              <a:ext uri="{FF2B5EF4-FFF2-40B4-BE49-F238E27FC236}">
                <a16:creationId xmlns:a16="http://schemas.microsoft.com/office/drawing/2014/main" id="{795B0AFA-3E86-F7B7-7118-1E9A2244070B}"/>
              </a:ext>
            </a:extLst>
          </p:cNvPr>
          <p:cNvSpPr txBox="1"/>
          <p:nvPr/>
        </p:nvSpPr>
        <p:spPr>
          <a:xfrm>
            <a:off x="9191361" y="5158492"/>
            <a:ext cx="412292" cy="584775"/>
          </a:xfrm>
          <a:prstGeom prst="rect">
            <a:avLst/>
          </a:prstGeom>
          <a:noFill/>
        </p:spPr>
        <p:txBody>
          <a:bodyPr wrap="none" rtlCol="0">
            <a:spAutoFit/>
          </a:bodyPr>
          <a:lstStyle/>
          <a:p>
            <a:r>
              <a:rPr lang="en-TW" sz="3200">
                <a:latin typeface="Arial" panose="020B0604020202020204" pitchFamily="34" charset="0"/>
                <a:cs typeface="Arial" panose="020B0604020202020204" pitchFamily="34" charset="0"/>
              </a:rPr>
              <a:t>8</a:t>
            </a:r>
            <a:endParaRPr lang="en-TW" sz="3200" dirty="0">
              <a:latin typeface="Arial" panose="020B0604020202020204" pitchFamily="34" charset="0"/>
              <a:cs typeface="Arial" panose="020B0604020202020204" pitchFamily="34" charset="0"/>
            </a:endParaRPr>
          </a:p>
        </p:txBody>
      </p:sp>
      <p:sp>
        <p:nvSpPr>
          <p:cNvPr id="228" name="Rectangle 227">
            <a:extLst>
              <a:ext uri="{FF2B5EF4-FFF2-40B4-BE49-F238E27FC236}">
                <a16:creationId xmlns:a16="http://schemas.microsoft.com/office/drawing/2014/main" id="{C8860A68-4F1C-9DA5-E809-82C02EC64EAD}"/>
              </a:ext>
            </a:extLst>
          </p:cNvPr>
          <p:cNvSpPr/>
          <p:nvPr/>
        </p:nvSpPr>
        <p:spPr>
          <a:xfrm>
            <a:off x="8099275" y="47998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9" name="Rectangle 228">
            <a:extLst>
              <a:ext uri="{FF2B5EF4-FFF2-40B4-BE49-F238E27FC236}">
                <a16:creationId xmlns:a16="http://schemas.microsoft.com/office/drawing/2014/main" id="{91403988-2CF2-DD0B-A09B-915069F58805}"/>
              </a:ext>
            </a:extLst>
          </p:cNvPr>
          <p:cNvSpPr/>
          <p:nvPr/>
        </p:nvSpPr>
        <p:spPr>
          <a:xfrm>
            <a:off x="9129279" y="2027245"/>
            <a:ext cx="48892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0" name="TextBox 229">
            <a:extLst>
              <a:ext uri="{FF2B5EF4-FFF2-40B4-BE49-F238E27FC236}">
                <a16:creationId xmlns:a16="http://schemas.microsoft.com/office/drawing/2014/main" id="{1B5601BA-D55A-3553-2531-7CD21E7C3197}"/>
              </a:ext>
            </a:extLst>
          </p:cNvPr>
          <p:cNvSpPr txBox="1"/>
          <p:nvPr/>
        </p:nvSpPr>
        <p:spPr>
          <a:xfrm>
            <a:off x="9204247"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31" name="Rectangle 230">
            <a:extLst>
              <a:ext uri="{FF2B5EF4-FFF2-40B4-BE49-F238E27FC236}">
                <a16:creationId xmlns:a16="http://schemas.microsoft.com/office/drawing/2014/main" id="{4107C2FA-08B2-7D63-CFE9-EE416485CDBB}"/>
              </a:ext>
            </a:extLst>
          </p:cNvPr>
          <p:cNvSpPr/>
          <p:nvPr/>
        </p:nvSpPr>
        <p:spPr>
          <a:xfrm>
            <a:off x="7712934" y="2182214"/>
            <a:ext cx="229229" cy="1438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3" name="Rectangle 232">
            <a:extLst>
              <a:ext uri="{FF2B5EF4-FFF2-40B4-BE49-F238E27FC236}">
                <a16:creationId xmlns:a16="http://schemas.microsoft.com/office/drawing/2014/main" id="{14B33B9E-0993-FF86-51A4-725060ABE9BD}"/>
              </a:ext>
            </a:extLst>
          </p:cNvPr>
          <p:cNvSpPr/>
          <p:nvPr/>
        </p:nvSpPr>
        <p:spPr>
          <a:xfrm>
            <a:off x="7071889" y="400694"/>
            <a:ext cx="566297" cy="57994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4" name="TextBox 233">
            <a:extLst>
              <a:ext uri="{FF2B5EF4-FFF2-40B4-BE49-F238E27FC236}">
                <a16:creationId xmlns:a16="http://schemas.microsoft.com/office/drawing/2014/main" id="{BDA8A307-699D-600A-E0A1-98AE6F512079}"/>
              </a:ext>
            </a:extLst>
          </p:cNvPr>
          <p:cNvSpPr txBox="1"/>
          <p:nvPr/>
        </p:nvSpPr>
        <p:spPr>
          <a:xfrm>
            <a:off x="7145332" y="3996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35" name="Rectangle 234">
            <a:extLst>
              <a:ext uri="{FF2B5EF4-FFF2-40B4-BE49-F238E27FC236}">
                <a16:creationId xmlns:a16="http://schemas.microsoft.com/office/drawing/2014/main" id="{C8F335C3-4138-1526-F2AA-00497921C890}"/>
              </a:ext>
            </a:extLst>
          </p:cNvPr>
          <p:cNvSpPr/>
          <p:nvPr/>
        </p:nvSpPr>
        <p:spPr>
          <a:xfrm>
            <a:off x="7045756" y="1723232"/>
            <a:ext cx="566297" cy="5884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6" name="TextBox 235">
            <a:extLst>
              <a:ext uri="{FF2B5EF4-FFF2-40B4-BE49-F238E27FC236}">
                <a16:creationId xmlns:a16="http://schemas.microsoft.com/office/drawing/2014/main" id="{DF49BC09-9C00-6A89-5BD2-ACB18C4912F2}"/>
              </a:ext>
            </a:extLst>
          </p:cNvPr>
          <p:cNvSpPr txBox="1"/>
          <p:nvPr/>
        </p:nvSpPr>
        <p:spPr>
          <a:xfrm>
            <a:off x="7131829"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37" name="Rectangle 236">
            <a:extLst>
              <a:ext uri="{FF2B5EF4-FFF2-40B4-BE49-F238E27FC236}">
                <a16:creationId xmlns:a16="http://schemas.microsoft.com/office/drawing/2014/main" id="{AEC6FC8C-EBBB-5886-960E-8A1D817DA6B0}"/>
              </a:ext>
            </a:extLst>
          </p:cNvPr>
          <p:cNvSpPr/>
          <p:nvPr/>
        </p:nvSpPr>
        <p:spPr>
          <a:xfrm>
            <a:off x="8531610"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9" name="Rectangle 238">
            <a:extLst>
              <a:ext uri="{FF2B5EF4-FFF2-40B4-BE49-F238E27FC236}">
                <a16:creationId xmlns:a16="http://schemas.microsoft.com/office/drawing/2014/main" id="{D8ED5100-5F5F-EAF2-9D4A-2D427DBAA0F3}"/>
              </a:ext>
            </a:extLst>
          </p:cNvPr>
          <p:cNvSpPr/>
          <p:nvPr/>
        </p:nvSpPr>
        <p:spPr>
          <a:xfrm>
            <a:off x="9925297"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0" name="Rectangle 239">
            <a:extLst>
              <a:ext uri="{FF2B5EF4-FFF2-40B4-BE49-F238E27FC236}">
                <a16:creationId xmlns:a16="http://schemas.microsoft.com/office/drawing/2014/main" id="{04DD5F92-255E-CCE3-ABFB-B5206AF83DF0}"/>
              </a:ext>
            </a:extLst>
          </p:cNvPr>
          <p:cNvSpPr/>
          <p:nvPr/>
        </p:nvSpPr>
        <p:spPr>
          <a:xfrm>
            <a:off x="7912272" y="415730"/>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1" name="Rectangle 240">
            <a:extLst>
              <a:ext uri="{FF2B5EF4-FFF2-40B4-BE49-F238E27FC236}">
                <a16:creationId xmlns:a16="http://schemas.microsoft.com/office/drawing/2014/main" id="{3B0D5131-EEEA-300E-940B-36CA00755A5F}"/>
              </a:ext>
            </a:extLst>
          </p:cNvPr>
          <p:cNvSpPr/>
          <p:nvPr/>
        </p:nvSpPr>
        <p:spPr>
          <a:xfrm>
            <a:off x="7254089" y="106833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2" name="Rectangle 241">
            <a:extLst>
              <a:ext uri="{FF2B5EF4-FFF2-40B4-BE49-F238E27FC236}">
                <a16:creationId xmlns:a16="http://schemas.microsoft.com/office/drawing/2014/main" id="{3F6C1301-457E-D71C-A092-F5C83898146E}"/>
              </a:ext>
            </a:extLst>
          </p:cNvPr>
          <p:cNvSpPr/>
          <p:nvPr/>
        </p:nvSpPr>
        <p:spPr>
          <a:xfrm>
            <a:off x="10134881" y="2176406"/>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3" name="Rectangle 242">
            <a:extLst>
              <a:ext uri="{FF2B5EF4-FFF2-40B4-BE49-F238E27FC236}">
                <a16:creationId xmlns:a16="http://schemas.microsoft.com/office/drawing/2014/main" id="{F8EA2E08-39C7-520A-3EA2-F8B237708A7F}"/>
              </a:ext>
            </a:extLst>
          </p:cNvPr>
          <p:cNvSpPr/>
          <p:nvPr/>
        </p:nvSpPr>
        <p:spPr>
          <a:xfrm>
            <a:off x="10827615" y="217014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4" name="Rectangle 243">
            <a:extLst>
              <a:ext uri="{FF2B5EF4-FFF2-40B4-BE49-F238E27FC236}">
                <a16:creationId xmlns:a16="http://schemas.microsoft.com/office/drawing/2014/main" id="{C699844A-FC86-F507-31EC-1E785F2B27DB}"/>
              </a:ext>
            </a:extLst>
          </p:cNvPr>
          <p:cNvSpPr/>
          <p:nvPr/>
        </p:nvSpPr>
        <p:spPr>
          <a:xfrm>
            <a:off x="7724906" y="423661"/>
            <a:ext cx="619394" cy="55343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5" name="TextBox 244">
            <a:extLst>
              <a:ext uri="{FF2B5EF4-FFF2-40B4-BE49-F238E27FC236}">
                <a16:creationId xmlns:a16="http://schemas.microsoft.com/office/drawing/2014/main" id="{201E6257-18EC-A863-6F5F-ADE5009A4504}"/>
              </a:ext>
            </a:extLst>
          </p:cNvPr>
          <p:cNvSpPr txBox="1"/>
          <p:nvPr/>
        </p:nvSpPr>
        <p:spPr>
          <a:xfrm>
            <a:off x="7816188" y="39162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246" name="Rectangle 245">
            <a:extLst>
              <a:ext uri="{FF2B5EF4-FFF2-40B4-BE49-F238E27FC236}">
                <a16:creationId xmlns:a16="http://schemas.microsoft.com/office/drawing/2014/main" id="{820E42AB-8C41-5135-8233-82585BD4287E}"/>
              </a:ext>
            </a:extLst>
          </p:cNvPr>
          <p:cNvSpPr/>
          <p:nvPr/>
        </p:nvSpPr>
        <p:spPr>
          <a:xfrm>
            <a:off x="8422303" y="4496467"/>
            <a:ext cx="54224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7" name="TextBox 246">
            <a:extLst>
              <a:ext uri="{FF2B5EF4-FFF2-40B4-BE49-F238E27FC236}">
                <a16:creationId xmlns:a16="http://schemas.microsoft.com/office/drawing/2014/main" id="{C2A69587-58D1-FC98-0A17-E30F428555BC}"/>
              </a:ext>
            </a:extLst>
          </p:cNvPr>
          <p:cNvSpPr txBox="1"/>
          <p:nvPr/>
        </p:nvSpPr>
        <p:spPr>
          <a:xfrm>
            <a:off x="8532543" y="448423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48" name="Rectangle 247">
            <a:extLst>
              <a:ext uri="{FF2B5EF4-FFF2-40B4-BE49-F238E27FC236}">
                <a16:creationId xmlns:a16="http://schemas.microsoft.com/office/drawing/2014/main" id="{9177F8EB-3728-BC6B-36C3-512FF56BAA85}"/>
              </a:ext>
            </a:extLst>
          </p:cNvPr>
          <p:cNvSpPr/>
          <p:nvPr/>
        </p:nvSpPr>
        <p:spPr>
          <a:xfrm>
            <a:off x="6370452" y="4489456"/>
            <a:ext cx="458786" cy="44439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9" name="Rectangle 248">
            <a:extLst>
              <a:ext uri="{FF2B5EF4-FFF2-40B4-BE49-F238E27FC236}">
                <a16:creationId xmlns:a16="http://schemas.microsoft.com/office/drawing/2014/main" id="{0C4C4746-D243-C887-B50A-9CD5CFF0EE26}"/>
              </a:ext>
            </a:extLst>
          </p:cNvPr>
          <p:cNvSpPr/>
          <p:nvPr/>
        </p:nvSpPr>
        <p:spPr>
          <a:xfrm>
            <a:off x="5734158" y="4492587"/>
            <a:ext cx="541795" cy="5729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1" name="Rectangle 250">
            <a:extLst>
              <a:ext uri="{FF2B5EF4-FFF2-40B4-BE49-F238E27FC236}">
                <a16:creationId xmlns:a16="http://schemas.microsoft.com/office/drawing/2014/main" id="{FD95D967-A67E-1EEF-F03E-E54A8C69DB34}"/>
              </a:ext>
            </a:extLst>
          </p:cNvPr>
          <p:cNvSpPr/>
          <p:nvPr/>
        </p:nvSpPr>
        <p:spPr>
          <a:xfrm>
            <a:off x="7727488" y="5856466"/>
            <a:ext cx="543937" cy="57699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0" name="TextBox 249">
            <a:extLst>
              <a:ext uri="{FF2B5EF4-FFF2-40B4-BE49-F238E27FC236}">
                <a16:creationId xmlns:a16="http://schemas.microsoft.com/office/drawing/2014/main" id="{110196DE-1910-F473-F14B-36BA871CF150}"/>
              </a:ext>
            </a:extLst>
          </p:cNvPr>
          <p:cNvSpPr txBox="1"/>
          <p:nvPr/>
        </p:nvSpPr>
        <p:spPr>
          <a:xfrm>
            <a:off x="7840218" y="583283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52" name="TextBox 251">
            <a:extLst>
              <a:ext uri="{FF2B5EF4-FFF2-40B4-BE49-F238E27FC236}">
                <a16:creationId xmlns:a16="http://schemas.microsoft.com/office/drawing/2014/main" id="{BA224AF2-4DCA-0DE1-B099-1AFAFB24470B}"/>
              </a:ext>
            </a:extLst>
          </p:cNvPr>
          <p:cNvSpPr txBox="1"/>
          <p:nvPr/>
        </p:nvSpPr>
        <p:spPr>
          <a:xfrm>
            <a:off x="6440183" y="44943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53" name="TextBox 252">
            <a:extLst>
              <a:ext uri="{FF2B5EF4-FFF2-40B4-BE49-F238E27FC236}">
                <a16:creationId xmlns:a16="http://schemas.microsoft.com/office/drawing/2014/main" id="{5B086FF2-9B3A-DA73-5BDC-0E87B66AC092}"/>
              </a:ext>
            </a:extLst>
          </p:cNvPr>
          <p:cNvSpPr txBox="1"/>
          <p:nvPr/>
        </p:nvSpPr>
        <p:spPr>
          <a:xfrm>
            <a:off x="7839786" y="449436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4" name="TextBox 253">
            <a:extLst>
              <a:ext uri="{FF2B5EF4-FFF2-40B4-BE49-F238E27FC236}">
                <a16:creationId xmlns:a16="http://schemas.microsoft.com/office/drawing/2014/main" id="{4BFDE95B-A002-AEF5-F1AC-1ECA0E053CF2}"/>
              </a:ext>
            </a:extLst>
          </p:cNvPr>
          <p:cNvSpPr txBox="1"/>
          <p:nvPr/>
        </p:nvSpPr>
        <p:spPr>
          <a:xfrm>
            <a:off x="8515602" y="584606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56" name="Rectangle 255">
            <a:extLst>
              <a:ext uri="{FF2B5EF4-FFF2-40B4-BE49-F238E27FC236}">
                <a16:creationId xmlns:a16="http://schemas.microsoft.com/office/drawing/2014/main" id="{2B742E71-7317-5CB4-0DCB-00C44D46D9AA}"/>
              </a:ext>
            </a:extLst>
          </p:cNvPr>
          <p:cNvSpPr/>
          <p:nvPr/>
        </p:nvSpPr>
        <p:spPr>
          <a:xfrm>
            <a:off x="5683358" y="5874644"/>
            <a:ext cx="463017" cy="43873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7" name="TextBox 256">
            <a:extLst>
              <a:ext uri="{FF2B5EF4-FFF2-40B4-BE49-F238E27FC236}">
                <a16:creationId xmlns:a16="http://schemas.microsoft.com/office/drawing/2014/main" id="{450C6E93-9ADB-FF8C-83C5-93A81F3A0DA5}"/>
              </a:ext>
            </a:extLst>
          </p:cNvPr>
          <p:cNvSpPr txBox="1"/>
          <p:nvPr/>
        </p:nvSpPr>
        <p:spPr>
          <a:xfrm>
            <a:off x="5777460" y="582523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8" name="Rectangle 257">
            <a:extLst>
              <a:ext uri="{FF2B5EF4-FFF2-40B4-BE49-F238E27FC236}">
                <a16:creationId xmlns:a16="http://schemas.microsoft.com/office/drawing/2014/main" id="{428B6A53-9B88-0083-107D-3990498B6CAA}"/>
              </a:ext>
            </a:extLst>
          </p:cNvPr>
          <p:cNvSpPr/>
          <p:nvPr/>
        </p:nvSpPr>
        <p:spPr>
          <a:xfrm>
            <a:off x="5859231" y="4495990"/>
            <a:ext cx="250078"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9" name="TextBox 258">
            <a:extLst>
              <a:ext uri="{FF2B5EF4-FFF2-40B4-BE49-F238E27FC236}">
                <a16:creationId xmlns:a16="http://schemas.microsoft.com/office/drawing/2014/main" id="{D303BABD-70F8-5DAF-09E7-B41F813AF242}"/>
              </a:ext>
            </a:extLst>
          </p:cNvPr>
          <p:cNvSpPr txBox="1"/>
          <p:nvPr/>
        </p:nvSpPr>
        <p:spPr>
          <a:xfrm>
            <a:off x="5772021" y="449564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60" name="Rectangle 259">
            <a:extLst>
              <a:ext uri="{FF2B5EF4-FFF2-40B4-BE49-F238E27FC236}">
                <a16:creationId xmlns:a16="http://schemas.microsoft.com/office/drawing/2014/main" id="{F2A6B3C4-FEBC-00D2-A002-D84C4C5B858E}"/>
              </a:ext>
            </a:extLst>
          </p:cNvPr>
          <p:cNvSpPr/>
          <p:nvPr/>
        </p:nvSpPr>
        <p:spPr>
          <a:xfrm>
            <a:off x="5715384" y="5172343"/>
            <a:ext cx="541795" cy="4842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1" name="Rectangle 260">
            <a:extLst>
              <a:ext uri="{FF2B5EF4-FFF2-40B4-BE49-F238E27FC236}">
                <a16:creationId xmlns:a16="http://schemas.microsoft.com/office/drawing/2014/main" id="{62E4E071-8535-BA35-6D2A-10F53E468759}"/>
              </a:ext>
            </a:extLst>
          </p:cNvPr>
          <p:cNvSpPr/>
          <p:nvPr/>
        </p:nvSpPr>
        <p:spPr>
          <a:xfrm>
            <a:off x="7050930" y="5158858"/>
            <a:ext cx="541795" cy="53578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2" name="Rectangle 261">
            <a:extLst>
              <a:ext uri="{FF2B5EF4-FFF2-40B4-BE49-F238E27FC236}">
                <a16:creationId xmlns:a16="http://schemas.microsoft.com/office/drawing/2014/main" id="{AB09237B-8653-38E9-466E-5F582648ECD5}"/>
              </a:ext>
            </a:extLst>
          </p:cNvPr>
          <p:cNvSpPr/>
          <p:nvPr/>
        </p:nvSpPr>
        <p:spPr>
          <a:xfrm>
            <a:off x="6570479" y="81391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0" name="TextBox 159">
            <a:extLst>
              <a:ext uri="{FF2B5EF4-FFF2-40B4-BE49-F238E27FC236}">
                <a16:creationId xmlns:a16="http://schemas.microsoft.com/office/drawing/2014/main" id="{34E05BA3-A96A-3829-2820-71CC780071F3}"/>
              </a:ext>
            </a:extLst>
          </p:cNvPr>
          <p:cNvSpPr txBox="1"/>
          <p:nvPr/>
        </p:nvSpPr>
        <p:spPr>
          <a:xfrm>
            <a:off x="5778598" y="17390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00" name="TextBox 99">
            <a:extLst>
              <a:ext uri="{FF2B5EF4-FFF2-40B4-BE49-F238E27FC236}">
                <a16:creationId xmlns:a16="http://schemas.microsoft.com/office/drawing/2014/main" id="{FB671A5F-4509-9435-368F-4133812513FE}"/>
              </a:ext>
            </a:extLst>
          </p:cNvPr>
          <p:cNvSpPr txBox="1"/>
          <p:nvPr/>
        </p:nvSpPr>
        <p:spPr>
          <a:xfrm>
            <a:off x="6475978" y="311079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200" name="Rectangle 199">
            <a:extLst>
              <a:ext uri="{FF2B5EF4-FFF2-40B4-BE49-F238E27FC236}">
                <a16:creationId xmlns:a16="http://schemas.microsoft.com/office/drawing/2014/main" id="{F66DA9B4-649B-7B97-07C3-D20E78A4D6B5}"/>
              </a:ext>
            </a:extLst>
          </p:cNvPr>
          <p:cNvSpPr/>
          <p:nvPr/>
        </p:nvSpPr>
        <p:spPr>
          <a:xfrm>
            <a:off x="7738351" y="1733907"/>
            <a:ext cx="405080" cy="57885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1" name="Rectangle 200">
            <a:extLst>
              <a:ext uri="{FF2B5EF4-FFF2-40B4-BE49-F238E27FC236}">
                <a16:creationId xmlns:a16="http://schemas.microsoft.com/office/drawing/2014/main" id="{EC3F4FCC-3810-C9BF-995A-D8B7B5637663}"/>
              </a:ext>
            </a:extLst>
          </p:cNvPr>
          <p:cNvSpPr/>
          <p:nvPr/>
        </p:nvSpPr>
        <p:spPr>
          <a:xfrm>
            <a:off x="5908515" y="3429735"/>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0" name="Rectangle 209">
            <a:extLst>
              <a:ext uri="{FF2B5EF4-FFF2-40B4-BE49-F238E27FC236}">
                <a16:creationId xmlns:a16="http://schemas.microsoft.com/office/drawing/2014/main" id="{A3DA62EE-D6C6-7A6A-FDEE-57252E056EF2}"/>
              </a:ext>
            </a:extLst>
          </p:cNvPr>
          <p:cNvSpPr/>
          <p:nvPr/>
        </p:nvSpPr>
        <p:spPr>
          <a:xfrm>
            <a:off x="7738350" y="5152758"/>
            <a:ext cx="588151" cy="66422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1" name="TextBox 210">
            <a:extLst>
              <a:ext uri="{FF2B5EF4-FFF2-40B4-BE49-F238E27FC236}">
                <a16:creationId xmlns:a16="http://schemas.microsoft.com/office/drawing/2014/main" id="{61AE0495-7413-5E20-45C4-B132B7BBAF31}"/>
              </a:ext>
            </a:extLst>
          </p:cNvPr>
          <p:cNvSpPr txBox="1"/>
          <p:nvPr/>
        </p:nvSpPr>
        <p:spPr>
          <a:xfrm>
            <a:off x="7827292" y="520935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87" name="TextBox 86">
            <a:extLst>
              <a:ext uri="{FF2B5EF4-FFF2-40B4-BE49-F238E27FC236}">
                <a16:creationId xmlns:a16="http://schemas.microsoft.com/office/drawing/2014/main" id="{404D358F-EB5E-AF71-889E-B6D4B9B7EFAE}"/>
              </a:ext>
            </a:extLst>
          </p:cNvPr>
          <p:cNvSpPr txBox="1"/>
          <p:nvPr/>
        </p:nvSpPr>
        <p:spPr>
          <a:xfrm>
            <a:off x="5779830" y="31091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198" name="TextBox 197">
            <a:extLst>
              <a:ext uri="{FF2B5EF4-FFF2-40B4-BE49-F238E27FC236}">
                <a16:creationId xmlns:a16="http://schemas.microsoft.com/office/drawing/2014/main" id="{84FB9A89-C7E5-E215-0296-FE70D7CF311B}"/>
              </a:ext>
            </a:extLst>
          </p:cNvPr>
          <p:cNvSpPr txBox="1"/>
          <p:nvPr/>
        </p:nvSpPr>
        <p:spPr>
          <a:xfrm>
            <a:off x="5777460" y="52064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199" name="TextBox 198">
            <a:extLst>
              <a:ext uri="{FF2B5EF4-FFF2-40B4-BE49-F238E27FC236}">
                <a16:creationId xmlns:a16="http://schemas.microsoft.com/office/drawing/2014/main" id="{BF576340-9758-E914-796B-9C9CBEF8296F}"/>
              </a:ext>
            </a:extLst>
          </p:cNvPr>
          <p:cNvSpPr txBox="1"/>
          <p:nvPr/>
        </p:nvSpPr>
        <p:spPr>
          <a:xfrm>
            <a:off x="712600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13" name="Rectangle 212">
            <a:extLst>
              <a:ext uri="{FF2B5EF4-FFF2-40B4-BE49-F238E27FC236}">
                <a16:creationId xmlns:a16="http://schemas.microsoft.com/office/drawing/2014/main" id="{AD212BF5-0BF3-4A84-5982-6CA589262610}"/>
              </a:ext>
            </a:extLst>
          </p:cNvPr>
          <p:cNvSpPr/>
          <p:nvPr/>
        </p:nvSpPr>
        <p:spPr>
          <a:xfrm>
            <a:off x="8439998" y="1737052"/>
            <a:ext cx="355298" cy="36180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2" name="TextBox 211">
            <a:extLst>
              <a:ext uri="{FF2B5EF4-FFF2-40B4-BE49-F238E27FC236}">
                <a16:creationId xmlns:a16="http://schemas.microsoft.com/office/drawing/2014/main" id="{C22F714E-3D68-9067-1CAF-32581DB421BA}"/>
              </a:ext>
            </a:extLst>
          </p:cNvPr>
          <p:cNvSpPr txBox="1"/>
          <p:nvPr/>
        </p:nvSpPr>
        <p:spPr>
          <a:xfrm>
            <a:off x="8519339" y="174792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20" name="TextBox 219">
            <a:extLst>
              <a:ext uri="{FF2B5EF4-FFF2-40B4-BE49-F238E27FC236}">
                <a16:creationId xmlns:a16="http://schemas.microsoft.com/office/drawing/2014/main" id="{CBB8F5F4-5D50-1977-B31F-BC0E8E3FF743}"/>
              </a:ext>
            </a:extLst>
          </p:cNvPr>
          <p:cNvSpPr txBox="1"/>
          <p:nvPr/>
        </p:nvSpPr>
        <p:spPr>
          <a:xfrm>
            <a:off x="7151487" y="312778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21" name="TextBox 220">
            <a:extLst>
              <a:ext uri="{FF2B5EF4-FFF2-40B4-BE49-F238E27FC236}">
                <a16:creationId xmlns:a16="http://schemas.microsoft.com/office/drawing/2014/main" id="{F90850B2-5831-6050-5F65-9F9C60620F03}"/>
              </a:ext>
            </a:extLst>
          </p:cNvPr>
          <p:cNvSpPr txBox="1"/>
          <p:nvPr/>
        </p:nvSpPr>
        <p:spPr>
          <a:xfrm>
            <a:off x="7137365" y="104732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26" name="TextBox 225">
            <a:extLst>
              <a:ext uri="{FF2B5EF4-FFF2-40B4-BE49-F238E27FC236}">
                <a16:creationId xmlns:a16="http://schemas.microsoft.com/office/drawing/2014/main" id="{A189145F-9D74-1C32-12E8-73D5D652BDD2}"/>
              </a:ext>
            </a:extLst>
          </p:cNvPr>
          <p:cNvSpPr txBox="1"/>
          <p:nvPr/>
        </p:nvSpPr>
        <p:spPr>
          <a:xfrm>
            <a:off x="6464774" y="105138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27" name="TextBox 226">
            <a:extLst>
              <a:ext uri="{FF2B5EF4-FFF2-40B4-BE49-F238E27FC236}">
                <a16:creationId xmlns:a16="http://schemas.microsoft.com/office/drawing/2014/main" id="{58BB1A13-2D3F-FD12-38D9-9244BCBC1B4B}"/>
              </a:ext>
            </a:extLst>
          </p:cNvPr>
          <p:cNvSpPr txBox="1"/>
          <p:nvPr/>
        </p:nvSpPr>
        <p:spPr>
          <a:xfrm>
            <a:off x="8514020" y="38962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32" name="TextBox 231">
            <a:extLst>
              <a:ext uri="{FF2B5EF4-FFF2-40B4-BE49-F238E27FC236}">
                <a16:creationId xmlns:a16="http://schemas.microsoft.com/office/drawing/2014/main" id="{F993FE5D-2C3B-7BFE-5DE4-20D07607815F}"/>
              </a:ext>
            </a:extLst>
          </p:cNvPr>
          <p:cNvSpPr txBox="1"/>
          <p:nvPr/>
        </p:nvSpPr>
        <p:spPr>
          <a:xfrm>
            <a:off x="7833190" y="174429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38" name="Rectangle 237">
            <a:extLst>
              <a:ext uri="{FF2B5EF4-FFF2-40B4-BE49-F238E27FC236}">
                <a16:creationId xmlns:a16="http://schemas.microsoft.com/office/drawing/2014/main" id="{4E68F95B-1408-6B4D-0EB2-41D78C2C2181}"/>
              </a:ext>
            </a:extLst>
          </p:cNvPr>
          <p:cNvSpPr/>
          <p:nvPr/>
        </p:nvSpPr>
        <p:spPr>
          <a:xfrm>
            <a:off x="7759434" y="1051382"/>
            <a:ext cx="578352" cy="55760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5" name="Rectangle 254">
            <a:extLst>
              <a:ext uri="{FF2B5EF4-FFF2-40B4-BE49-F238E27FC236}">
                <a16:creationId xmlns:a16="http://schemas.microsoft.com/office/drawing/2014/main" id="{4225C43C-12A4-7D03-B35F-D5BAFF04D153}"/>
              </a:ext>
            </a:extLst>
          </p:cNvPr>
          <p:cNvSpPr/>
          <p:nvPr/>
        </p:nvSpPr>
        <p:spPr>
          <a:xfrm>
            <a:off x="7766450" y="1061194"/>
            <a:ext cx="430006"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3" name="Rectangle 262">
            <a:extLst>
              <a:ext uri="{FF2B5EF4-FFF2-40B4-BE49-F238E27FC236}">
                <a16:creationId xmlns:a16="http://schemas.microsoft.com/office/drawing/2014/main" id="{37F089C8-7A36-0777-3F47-C0821E9C8C13}"/>
              </a:ext>
            </a:extLst>
          </p:cNvPr>
          <p:cNvSpPr/>
          <p:nvPr/>
        </p:nvSpPr>
        <p:spPr>
          <a:xfrm>
            <a:off x="6349799" y="569142"/>
            <a:ext cx="23394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4" name="Rectangle 263">
            <a:extLst>
              <a:ext uri="{FF2B5EF4-FFF2-40B4-BE49-F238E27FC236}">
                <a16:creationId xmlns:a16="http://schemas.microsoft.com/office/drawing/2014/main" id="{EC3A4A11-BF4E-2EF2-FE93-68DF1B324983}"/>
              </a:ext>
            </a:extLst>
          </p:cNvPr>
          <p:cNvSpPr/>
          <p:nvPr/>
        </p:nvSpPr>
        <p:spPr>
          <a:xfrm>
            <a:off x="10012088" y="544978"/>
            <a:ext cx="401559" cy="44750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5" name="Rectangle 264">
            <a:extLst>
              <a:ext uri="{FF2B5EF4-FFF2-40B4-BE49-F238E27FC236}">
                <a16:creationId xmlns:a16="http://schemas.microsoft.com/office/drawing/2014/main" id="{3ED6127C-A87E-41B1-2518-36D78FEC0ABA}"/>
              </a:ext>
            </a:extLst>
          </p:cNvPr>
          <p:cNvSpPr/>
          <p:nvPr/>
        </p:nvSpPr>
        <p:spPr>
          <a:xfrm>
            <a:off x="10640477" y="561477"/>
            <a:ext cx="458708" cy="4129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6" name="Rectangle 265">
            <a:extLst>
              <a:ext uri="{FF2B5EF4-FFF2-40B4-BE49-F238E27FC236}">
                <a16:creationId xmlns:a16="http://schemas.microsoft.com/office/drawing/2014/main" id="{B5FDC98C-E603-A559-A098-D385C40BEF7F}"/>
              </a:ext>
            </a:extLst>
          </p:cNvPr>
          <p:cNvSpPr/>
          <p:nvPr/>
        </p:nvSpPr>
        <p:spPr>
          <a:xfrm>
            <a:off x="9782734" y="1938993"/>
            <a:ext cx="238025" cy="19878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7" name="Rectangle 266">
            <a:extLst>
              <a:ext uri="{FF2B5EF4-FFF2-40B4-BE49-F238E27FC236}">
                <a16:creationId xmlns:a16="http://schemas.microsoft.com/office/drawing/2014/main" id="{FAE23F9F-1080-D85F-5A28-CC61DC85AE9A}"/>
              </a:ext>
            </a:extLst>
          </p:cNvPr>
          <p:cNvSpPr/>
          <p:nvPr/>
        </p:nvSpPr>
        <p:spPr>
          <a:xfrm>
            <a:off x="9796348" y="1068335"/>
            <a:ext cx="429691" cy="41254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8" name="Rectangle 267">
            <a:extLst>
              <a:ext uri="{FF2B5EF4-FFF2-40B4-BE49-F238E27FC236}">
                <a16:creationId xmlns:a16="http://schemas.microsoft.com/office/drawing/2014/main" id="{2E20B9E5-0416-771F-AE96-4675BFA5BEC8}"/>
              </a:ext>
            </a:extLst>
          </p:cNvPr>
          <p:cNvSpPr/>
          <p:nvPr/>
        </p:nvSpPr>
        <p:spPr>
          <a:xfrm>
            <a:off x="8452913" y="3116277"/>
            <a:ext cx="586258" cy="61261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9" name="TextBox 268">
            <a:extLst>
              <a:ext uri="{FF2B5EF4-FFF2-40B4-BE49-F238E27FC236}">
                <a16:creationId xmlns:a16="http://schemas.microsoft.com/office/drawing/2014/main" id="{158A321C-5140-F746-466A-23E2A0E03B7F}"/>
              </a:ext>
            </a:extLst>
          </p:cNvPr>
          <p:cNvSpPr txBox="1"/>
          <p:nvPr/>
        </p:nvSpPr>
        <p:spPr>
          <a:xfrm>
            <a:off x="6482648" y="38629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70" name="TextBox 269">
            <a:extLst>
              <a:ext uri="{FF2B5EF4-FFF2-40B4-BE49-F238E27FC236}">
                <a16:creationId xmlns:a16="http://schemas.microsoft.com/office/drawing/2014/main" id="{0FEB61F8-68CF-601D-5A26-05EA6B8F101B}"/>
              </a:ext>
            </a:extLst>
          </p:cNvPr>
          <p:cNvSpPr txBox="1"/>
          <p:nvPr/>
        </p:nvSpPr>
        <p:spPr>
          <a:xfrm>
            <a:off x="7837969" y="105433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271" name="TextBox 270">
            <a:extLst>
              <a:ext uri="{FF2B5EF4-FFF2-40B4-BE49-F238E27FC236}">
                <a16:creationId xmlns:a16="http://schemas.microsoft.com/office/drawing/2014/main" id="{B7A647F3-584A-B946-729B-CB45C9058057}"/>
              </a:ext>
            </a:extLst>
          </p:cNvPr>
          <p:cNvSpPr txBox="1"/>
          <p:nvPr/>
        </p:nvSpPr>
        <p:spPr>
          <a:xfrm>
            <a:off x="8509145" y="310628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72" name="TextBox 271">
            <a:extLst>
              <a:ext uri="{FF2B5EF4-FFF2-40B4-BE49-F238E27FC236}">
                <a16:creationId xmlns:a16="http://schemas.microsoft.com/office/drawing/2014/main" id="{60C7AE52-41C5-0DAB-8B67-95B0DD8CB533}"/>
              </a:ext>
            </a:extLst>
          </p:cNvPr>
          <p:cNvSpPr txBox="1"/>
          <p:nvPr/>
        </p:nvSpPr>
        <p:spPr>
          <a:xfrm>
            <a:off x="9895907" y="105888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73" name="TextBox 272">
            <a:extLst>
              <a:ext uri="{FF2B5EF4-FFF2-40B4-BE49-F238E27FC236}">
                <a16:creationId xmlns:a16="http://schemas.microsoft.com/office/drawing/2014/main" id="{65B6FB5A-C24E-CF4D-0F95-6A43B2054467}"/>
              </a:ext>
            </a:extLst>
          </p:cNvPr>
          <p:cNvSpPr txBox="1"/>
          <p:nvPr/>
        </p:nvSpPr>
        <p:spPr>
          <a:xfrm>
            <a:off x="10586658" y="107203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74" name="TextBox 273">
            <a:extLst>
              <a:ext uri="{FF2B5EF4-FFF2-40B4-BE49-F238E27FC236}">
                <a16:creationId xmlns:a16="http://schemas.microsoft.com/office/drawing/2014/main" id="{329AF0BA-8F51-99F6-2768-9C9E9CE45173}"/>
              </a:ext>
            </a:extLst>
          </p:cNvPr>
          <p:cNvSpPr txBox="1"/>
          <p:nvPr/>
        </p:nvSpPr>
        <p:spPr>
          <a:xfrm>
            <a:off x="10585094" y="38118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75" name="Rectangle 274">
            <a:extLst>
              <a:ext uri="{FF2B5EF4-FFF2-40B4-BE49-F238E27FC236}">
                <a16:creationId xmlns:a16="http://schemas.microsoft.com/office/drawing/2014/main" id="{D3A9953B-AEB6-4935-30EF-13E4E13E20E1}"/>
              </a:ext>
            </a:extLst>
          </p:cNvPr>
          <p:cNvSpPr/>
          <p:nvPr/>
        </p:nvSpPr>
        <p:spPr>
          <a:xfrm>
            <a:off x="9856860" y="1744624"/>
            <a:ext cx="458708" cy="16823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78" name="Rectangle 277">
            <a:extLst>
              <a:ext uri="{FF2B5EF4-FFF2-40B4-BE49-F238E27FC236}">
                <a16:creationId xmlns:a16="http://schemas.microsoft.com/office/drawing/2014/main" id="{0A616CEB-FF2D-754B-70C3-32756D34518E}"/>
              </a:ext>
            </a:extLst>
          </p:cNvPr>
          <p:cNvSpPr/>
          <p:nvPr/>
        </p:nvSpPr>
        <p:spPr>
          <a:xfrm>
            <a:off x="7742078" y="3124642"/>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79" name="Rectangle 278">
            <a:extLst>
              <a:ext uri="{FF2B5EF4-FFF2-40B4-BE49-F238E27FC236}">
                <a16:creationId xmlns:a16="http://schemas.microsoft.com/office/drawing/2014/main" id="{F7A501B7-3559-736E-3D66-EA0013FD37E8}"/>
              </a:ext>
            </a:extLst>
          </p:cNvPr>
          <p:cNvSpPr/>
          <p:nvPr/>
        </p:nvSpPr>
        <p:spPr>
          <a:xfrm>
            <a:off x="7076788" y="2425461"/>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80" name="Rectangle 279">
            <a:extLst>
              <a:ext uri="{FF2B5EF4-FFF2-40B4-BE49-F238E27FC236}">
                <a16:creationId xmlns:a16="http://schemas.microsoft.com/office/drawing/2014/main" id="{1A6D8143-7158-A45A-5152-CBAA3DF17691}"/>
              </a:ext>
            </a:extLst>
          </p:cNvPr>
          <p:cNvSpPr/>
          <p:nvPr/>
        </p:nvSpPr>
        <p:spPr>
          <a:xfrm>
            <a:off x="5754348" y="2617949"/>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81" name="TextBox 280">
            <a:extLst>
              <a:ext uri="{FF2B5EF4-FFF2-40B4-BE49-F238E27FC236}">
                <a16:creationId xmlns:a16="http://schemas.microsoft.com/office/drawing/2014/main" id="{441598AD-528F-2938-37B5-ACC2EF9797E2}"/>
              </a:ext>
            </a:extLst>
          </p:cNvPr>
          <p:cNvSpPr txBox="1"/>
          <p:nvPr/>
        </p:nvSpPr>
        <p:spPr>
          <a:xfrm>
            <a:off x="1217357" y="9112236"/>
            <a:ext cx="3257815" cy="646331"/>
          </a:xfrm>
          <a:prstGeom prst="rect">
            <a:avLst/>
          </a:prstGeom>
          <a:noFill/>
        </p:spPr>
        <p:txBody>
          <a:bodyPr wrap="none" rtlCol="0">
            <a:spAutoFit/>
          </a:bodyPr>
          <a:lstStyle/>
          <a:p>
            <a:r>
              <a:rPr lang="en-US" i="1" dirty="0">
                <a:effectLst/>
                <a:latin typeface="Open Sans" panose="020B0606030504020204" pitchFamily="34" charset="0"/>
                <a:ea typeface="Open Sans" panose="020B0606030504020204" pitchFamily="34" charset="0"/>
                <a:cs typeface="Open Sans" panose="020B0606030504020204" pitchFamily="34" charset="0"/>
              </a:rPr>
              <a:t>CIS 1166 Final Project</a:t>
            </a:r>
          </a:p>
          <a:p>
            <a:r>
              <a:rPr lang="en-US" i="1" dirty="0">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effectLst/>
                <a:latin typeface="Open Sans" panose="020B0606030504020204" pitchFamily="34" charset="0"/>
                <a:ea typeface="Open Sans" panose="020B0606030504020204" pitchFamily="34" charset="0"/>
                <a:cs typeface="Open Sans" panose="020B0606030504020204" pitchFamily="34" charset="0"/>
              </a:rPr>
              <a:t>Setiadi</a:t>
            </a:r>
            <a:r>
              <a:rPr lang="en-US" i="1" dirty="0">
                <a:latin typeface="Open Sans" panose="020B0606030504020204" pitchFamily="34" charset="0"/>
                <a:ea typeface="Open Sans" panose="020B0606030504020204" pitchFamily="34" charset="0"/>
                <a:cs typeface="Open Sans" panose="020B0606030504020204" pitchFamily="34" charset="0"/>
              </a:rPr>
              <a:t> - </a:t>
            </a:r>
            <a:r>
              <a:rPr lang="en-US" i="1" dirty="0" err="1">
                <a:effectLst/>
                <a:latin typeface="Open Sans" panose="020B0606030504020204" pitchFamily="34" charset="0"/>
                <a:ea typeface="Open Sans" panose="020B0606030504020204" pitchFamily="34" charset="0"/>
                <a:cs typeface="Open Sans" panose="020B0606030504020204" pitchFamily="34" charset="0"/>
              </a:rPr>
              <a:t>Zijian</a:t>
            </a:r>
            <a:r>
              <a:rPr lang="en-US" i="1" dirty="0">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sp>
        <p:nvSpPr>
          <p:cNvPr id="282" name="Title 1">
            <a:extLst>
              <a:ext uri="{FF2B5EF4-FFF2-40B4-BE49-F238E27FC236}">
                <a16:creationId xmlns:a16="http://schemas.microsoft.com/office/drawing/2014/main" id="{F5AF4357-BFF7-D884-990B-A5A03C05275E}"/>
              </a:ext>
            </a:extLst>
          </p:cNvPr>
          <p:cNvSpPr>
            <a:spLocks noGrp="1"/>
          </p:cNvSpPr>
          <p:nvPr>
            <p:ph type="ctrTitle"/>
          </p:nvPr>
        </p:nvSpPr>
        <p:spPr>
          <a:xfrm>
            <a:off x="745318" y="6662830"/>
            <a:ext cx="4077767" cy="2423914"/>
          </a:xfrm>
        </p:spPr>
        <p:txBody>
          <a:bodyPr>
            <a:noAutofit/>
          </a:bodyPr>
          <a:lstStyle/>
          <a:p>
            <a:pPr>
              <a:tabLst>
                <a:tab pos="395288" algn="l"/>
              </a:tabLst>
            </a:pPr>
            <a:r>
              <a:rPr lang="en-US" sz="5400" b="1" dirty="0">
                <a:solidFill>
                  <a:srgbClr val="272727"/>
                </a:solidFill>
                <a:effectLst/>
                <a:latin typeface="Playfair Display Black" pitchFamily="2" charset="77"/>
              </a:rPr>
              <a:t>SUDOKU</a:t>
            </a:r>
            <a:br>
              <a:rPr lang="en-US" sz="2400" b="1" dirty="0">
                <a:solidFill>
                  <a:srgbClr val="272727"/>
                </a:solidFill>
                <a:effectLst/>
                <a:latin typeface="Playfair Display Black" pitchFamily="2" charset="77"/>
              </a:rPr>
            </a:br>
            <a:r>
              <a:rPr lang="en-US" sz="4800" b="1" i="1" dirty="0">
                <a:solidFill>
                  <a:srgbClr val="272727"/>
                </a:solidFill>
                <a:effectLst/>
                <a:latin typeface="Playfair Display Black" pitchFamily="2" charset="77"/>
              </a:rPr>
              <a:t>Techniques</a:t>
            </a:r>
            <a:endParaRPr lang="en-TW" sz="4800" b="1" i="1" dirty="0">
              <a:latin typeface="Playfair Display Black" pitchFamily="2" charset="77"/>
            </a:endParaRPr>
          </a:p>
        </p:txBody>
      </p:sp>
    </p:spTree>
    <p:extLst>
      <p:ext uri="{BB962C8B-B14F-4D97-AF65-F5344CB8AC3E}">
        <p14:creationId xmlns:p14="http://schemas.microsoft.com/office/powerpoint/2010/main" val="299788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rgbClr val="FFFDF8"/>
          </a:bgClr>
        </a:patt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EB64218-7366-3D4C-5E45-2919519DA0BD}"/>
              </a:ext>
            </a:extLst>
          </p:cNvPr>
          <p:cNvSpPr txBox="1"/>
          <p:nvPr/>
        </p:nvSpPr>
        <p:spPr>
          <a:xfrm>
            <a:off x="1217357" y="3738056"/>
            <a:ext cx="3257815" cy="646331"/>
          </a:xfrm>
          <a:prstGeom prst="rect">
            <a:avLst/>
          </a:prstGeom>
          <a:noFill/>
        </p:spPr>
        <p:txBody>
          <a:bodyPr wrap="none" rtlCol="0">
            <a:spAutoFit/>
          </a:bodyPr>
          <a:lstStyle/>
          <a:p>
            <a:r>
              <a:rPr lang="en-US" i="1" dirty="0">
                <a:effectLst/>
                <a:latin typeface="Open Sans" panose="020B0606030504020204" pitchFamily="34" charset="0"/>
                <a:ea typeface="Open Sans" panose="020B0606030504020204" pitchFamily="34" charset="0"/>
                <a:cs typeface="Open Sans" panose="020B0606030504020204" pitchFamily="34" charset="0"/>
              </a:rPr>
              <a:t>CIS 1166 Final Project</a:t>
            </a:r>
          </a:p>
          <a:p>
            <a:r>
              <a:rPr lang="en-US" i="1" dirty="0">
                <a:effectLst/>
                <a:latin typeface="Open Sans" panose="020B0606030504020204" pitchFamily="34" charset="0"/>
                <a:ea typeface="Open Sans" panose="020B0606030504020204" pitchFamily="34" charset="0"/>
                <a:cs typeface="Open Sans" panose="020B0606030504020204" pitchFamily="34" charset="0"/>
              </a:rPr>
              <a:t>Matthew </a:t>
            </a:r>
            <a:r>
              <a:rPr lang="en-US" i="1" dirty="0" err="1">
                <a:effectLst/>
                <a:latin typeface="Open Sans" panose="020B0606030504020204" pitchFamily="34" charset="0"/>
                <a:ea typeface="Open Sans" panose="020B0606030504020204" pitchFamily="34" charset="0"/>
                <a:cs typeface="Open Sans" panose="020B0606030504020204" pitchFamily="34" charset="0"/>
              </a:rPr>
              <a:t>Setiadi</a:t>
            </a:r>
            <a:r>
              <a:rPr lang="en-US" i="1" dirty="0">
                <a:latin typeface="Open Sans" panose="020B0606030504020204" pitchFamily="34" charset="0"/>
                <a:ea typeface="Open Sans" panose="020B0606030504020204" pitchFamily="34" charset="0"/>
                <a:cs typeface="Open Sans" panose="020B0606030504020204" pitchFamily="34" charset="0"/>
              </a:rPr>
              <a:t> - </a:t>
            </a:r>
            <a:r>
              <a:rPr lang="en-US" i="1" dirty="0" err="1">
                <a:effectLst/>
                <a:latin typeface="Open Sans" panose="020B0606030504020204" pitchFamily="34" charset="0"/>
                <a:ea typeface="Open Sans" panose="020B0606030504020204" pitchFamily="34" charset="0"/>
                <a:cs typeface="Open Sans" panose="020B0606030504020204" pitchFamily="34" charset="0"/>
              </a:rPr>
              <a:t>Zijian</a:t>
            </a:r>
            <a:r>
              <a:rPr lang="en-US" i="1" dirty="0">
                <a:effectLst/>
                <a:latin typeface="Open Sans" panose="020B0606030504020204" pitchFamily="34" charset="0"/>
                <a:ea typeface="Open Sans" panose="020B0606030504020204" pitchFamily="34" charset="0"/>
                <a:cs typeface="Open Sans" panose="020B0606030504020204" pitchFamily="34" charset="0"/>
              </a:rPr>
              <a:t> Zhang</a:t>
            </a:r>
            <a:endParaRPr lang="en-TW" i="1"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a:extLst>
              <a:ext uri="{FF2B5EF4-FFF2-40B4-BE49-F238E27FC236}">
                <a16:creationId xmlns:a16="http://schemas.microsoft.com/office/drawing/2014/main" id="{A6F231A6-EDEF-8FD7-9D1A-B01993EAD9D2}"/>
              </a:ext>
            </a:extLst>
          </p:cNvPr>
          <p:cNvPicPr>
            <a:picLocks noChangeAspect="1"/>
          </p:cNvPicPr>
          <p:nvPr/>
        </p:nvPicPr>
        <p:blipFill>
          <a:blip r:embed="rId2"/>
          <a:stretch>
            <a:fillRect/>
          </a:stretch>
        </p:blipFill>
        <p:spPr>
          <a:xfrm>
            <a:off x="-12989201" y="1652120"/>
            <a:ext cx="4566905" cy="4564800"/>
          </a:xfrm>
          <a:prstGeom prst="rect">
            <a:avLst/>
          </a:prstGeom>
        </p:spPr>
      </p:pic>
      <p:sp>
        <p:nvSpPr>
          <p:cNvPr id="64" name="Rectangle 63">
            <a:extLst>
              <a:ext uri="{FF2B5EF4-FFF2-40B4-BE49-F238E27FC236}">
                <a16:creationId xmlns:a16="http://schemas.microsoft.com/office/drawing/2014/main" id="{3AAA888B-AAA8-CCF7-BBDF-A555695AD39D}"/>
              </a:ext>
            </a:extLst>
          </p:cNvPr>
          <p:cNvSpPr/>
          <p:nvPr/>
        </p:nvSpPr>
        <p:spPr>
          <a:xfrm>
            <a:off x="-11358422" y="1781056"/>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1" name="Rectangle 70">
            <a:extLst>
              <a:ext uri="{FF2B5EF4-FFF2-40B4-BE49-F238E27FC236}">
                <a16:creationId xmlns:a16="http://schemas.microsoft.com/office/drawing/2014/main" id="{BD20D51A-C172-2E29-D79C-0454F933DD3D}"/>
              </a:ext>
            </a:extLst>
          </p:cNvPr>
          <p:cNvSpPr/>
          <p:nvPr/>
        </p:nvSpPr>
        <p:spPr>
          <a:xfrm>
            <a:off x="-8884479" y="1777588"/>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3" name="Rectangle 72">
            <a:extLst>
              <a:ext uri="{FF2B5EF4-FFF2-40B4-BE49-F238E27FC236}">
                <a16:creationId xmlns:a16="http://schemas.microsoft.com/office/drawing/2014/main" id="{AD83AD48-7940-077E-DABE-CED04CDDC39D}"/>
              </a:ext>
            </a:extLst>
          </p:cNvPr>
          <p:cNvSpPr/>
          <p:nvPr/>
        </p:nvSpPr>
        <p:spPr>
          <a:xfrm>
            <a:off x="-9886470" y="1754310"/>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3" name="TextBox 102">
            <a:extLst>
              <a:ext uri="{FF2B5EF4-FFF2-40B4-BE49-F238E27FC236}">
                <a16:creationId xmlns:a16="http://schemas.microsoft.com/office/drawing/2014/main" id="{5ACC7E1D-45CB-13A2-2FF2-041045EA2B89}"/>
              </a:ext>
            </a:extLst>
          </p:cNvPr>
          <p:cNvSpPr txBox="1"/>
          <p:nvPr/>
        </p:nvSpPr>
        <p:spPr>
          <a:xfrm>
            <a:off x="-6903607" y="464952"/>
            <a:ext cx="6385034" cy="923330"/>
          </a:xfrm>
          <a:prstGeom prst="rect">
            <a:avLst/>
          </a:prstGeom>
          <a:noFill/>
        </p:spPr>
        <p:txBody>
          <a:bodyPr wrap="square" rtlCol="0">
            <a:spAutoFit/>
          </a:bodyPr>
          <a:lstStyle/>
          <a:p>
            <a:r>
              <a:rPr lang="en-TW" sz="5400" b="1" dirty="0">
                <a:latin typeface="Playfair Display Black" pitchFamily="2" charset="77"/>
              </a:rPr>
              <a:t>Rules of Sudoku !</a:t>
            </a:r>
          </a:p>
        </p:txBody>
      </p:sp>
      <p:sp>
        <p:nvSpPr>
          <p:cNvPr id="105" name="TextBox 104">
            <a:extLst>
              <a:ext uri="{FF2B5EF4-FFF2-40B4-BE49-F238E27FC236}">
                <a16:creationId xmlns:a16="http://schemas.microsoft.com/office/drawing/2014/main" id="{B401A35C-67DF-E662-80F6-B11FC14CE90D}"/>
              </a:ext>
            </a:extLst>
          </p:cNvPr>
          <p:cNvSpPr txBox="1"/>
          <p:nvPr/>
        </p:nvSpPr>
        <p:spPr>
          <a:xfrm>
            <a:off x="-7578478" y="1902316"/>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row must contain </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06" name="TextBox 105">
            <a:extLst>
              <a:ext uri="{FF2B5EF4-FFF2-40B4-BE49-F238E27FC236}">
                <a16:creationId xmlns:a16="http://schemas.microsoft.com/office/drawing/2014/main" id="{932DF16E-6CD0-DBA9-709B-105FC90C787D}"/>
              </a:ext>
            </a:extLst>
          </p:cNvPr>
          <p:cNvSpPr txBox="1"/>
          <p:nvPr/>
        </p:nvSpPr>
        <p:spPr>
          <a:xfrm>
            <a:off x="-7568321" y="3318825"/>
            <a:ext cx="5829371" cy="103105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column must contain</a:t>
            </a:r>
          </a:p>
          <a:p>
            <a:pPr marL="280988">
              <a:spcAft>
                <a:spcPts val="600"/>
              </a:spcAft>
            </a:pPr>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114" name="TextBox 113">
            <a:extLst>
              <a:ext uri="{FF2B5EF4-FFF2-40B4-BE49-F238E27FC236}">
                <a16:creationId xmlns:a16="http://schemas.microsoft.com/office/drawing/2014/main" id="{BE9CFE62-AE2F-349D-6EB5-269F1E027DC0}"/>
              </a:ext>
            </a:extLst>
          </p:cNvPr>
          <p:cNvSpPr txBox="1"/>
          <p:nvPr/>
        </p:nvSpPr>
        <p:spPr>
          <a:xfrm>
            <a:off x="-7581666" y="4735334"/>
            <a:ext cx="5084597" cy="1031051"/>
          </a:xfrm>
          <a:prstGeom prst="rect">
            <a:avLst/>
          </a:prstGeom>
          <a:noFill/>
        </p:spPr>
        <p:txBody>
          <a:bodyPr wrap="none" rtlCol="0">
            <a:spAutoFit/>
          </a:bodyPr>
          <a:lstStyle/>
          <a:p>
            <a:pPr marL="285750" indent="-285750">
              <a:spcAft>
                <a:spcPts val="600"/>
              </a:spcAft>
              <a:buFont typeface="Arial" panose="020B0604020202020204" pitchFamily="34" charset="0"/>
              <a:buChar char="•"/>
            </a:pPr>
            <a:r>
              <a:rPr lang="en-US" sz="2800" dirty="0">
                <a:latin typeface="Open Sans" panose="020B0606030504020204" pitchFamily="34" charset="0"/>
                <a:ea typeface="Open Sans" panose="020B0606030504020204" pitchFamily="34" charset="0"/>
                <a:cs typeface="Open Sans" panose="020B0606030504020204" pitchFamily="34" charset="0"/>
              </a:rPr>
              <a:t>Each 3x3 box must contain</a:t>
            </a:r>
          </a:p>
          <a:p>
            <a:pPr marL="280988"/>
            <a:r>
              <a:rPr lang="en-US" sz="2800" dirty="0">
                <a:latin typeface="Open Sans" panose="020B0606030504020204" pitchFamily="34" charset="0"/>
                <a:ea typeface="Open Sans" panose="020B0606030504020204" pitchFamily="34" charset="0"/>
                <a:cs typeface="Open Sans" panose="020B0606030504020204" pitchFamily="34" charset="0"/>
              </a:rPr>
              <a:t>digits 1-9 without repetition</a:t>
            </a:r>
          </a:p>
        </p:txBody>
      </p:sp>
      <p:sp>
        <p:nvSpPr>
          <p:cNvPr id="7" name="TextBox 6">
            <a:extLst>
              <a:ext uri="{FF2B5EF4-FFF2-40B4-BE49-F238E27FC236}">
                <a16:creationId xmlns:a16="http://schemas.microsoft.com/office/drawing/2014/main" id="{6E672AF0-6824-947C-45A5-914C511E733A}"/>
              </a:ext>
            </a:extLst>
          </p:cNvPr>
          <p:cNvSpPr txBox="1"/>
          <p:nvPr/>
        </p:nvSpPr>
        <p:spPr>
          <a:xfrm>
            <a:off x="-12861788"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8" name="TextBox 7">
            <a:extLst>
              <a:ext uri="{FF2B5EF4-FFF2-40B4-BE49-F238E27FC236}">
                <a16:creationId xmlns:a16="http://schemas.microsoft.com/office/drawing/2014/main" id="{8E1E4D8C-9CE4-4A94-F3A9-F5EB8771D085}"/>
              </a:ext>
            </a:extLst>
          </p:cNvPr>
          <p:cNvSpPr txBox="1"/>
          <p:nvPr/>
        </p:nvSpPr>
        <p:spPr>
          <a:xfrm>
            <a:off x="-12378187" y="171525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9" name="TextBox 8">
            <a:extLst>
              <a:ext uri="{FF2B5EF4-FFF2-40B4-BE49-F238E27FC236}">
                <a16:creationId xmlns:a16="http://schemas.microsoft.com/office/drawing/2014/main" id="{75C79892-D731-AF02-A396-887B14F0CE61}"/>
              </a:ext>
            </a:extLst>
          </p:cNvPr>
          <p:cNvSpPr txBox="1"/>
          <p:nvPr/>
        </p:nvSpPr>
        <p:spPr>
          <a:xfrm>
            <a:off x="-11886216" y="171230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0" name="TextBox 9">
            <a:extLst>
              <a:ext uri="{FF2B5EF4-FFF2-40B4-BE49-F238E27FC236}">
                <a16:creationId xmlns:a16="http://schemas.microsoft.com/office/drawing/2014/main" id="{BA8C7209-E001-EDEA-F202-B2E9564D41A9}"/>
              </a:ext>
            </a:extLst>
          </p:cNvPr>
          <p:cNvSpPr txBox="1"/>
          <p:nvPr/>
        </p:nvSpPr>
        <p:spPr>
          <a:xfrm>
            <a:off x="-12379894" y="22099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1" name="TextBox 10">
            <a:extLst>
              <a:ext uri="{FF2B5EF4-FFF2-40B4-BE49-F238E27FC236}">
                <a16:creationId xmlns:a16="http://schemas.microsoft.com/office/drawing/2014/main" id="{5076EA74-CCFE-AADF-0C79-210D896B2454}"/>
              </a:ext>
            </a:extLst>
          </p:cNvPr>
          <p:cNvSpPr txBox="1"/>
          <p:nvPr/>
        </p:nvSpPr>
        <p:spPr>
          <a:xfrm>
            <a:off x="-12381601" y="270459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12" name="TextBox 11">
            <a:extLst>
              <a:ext uri="{FF2B5EF4-FFF2-40B4-BE49-F238E27FC236}">
                <a16:creationId xmlns:a16="http://schemas.microsoft.com/office/drawing/2014/main" id="{AE4C3582-42C3-F2BD-0CCD-42DBB1F2B1CC}"/>
              </a:ext>
            </a:extLst>
          </p:cNvPr>
          <p:cNvSpPr txBox="1"/>
          <p:nvPr/>
        </p:nvSpPr>
        <p:spPr>
          <a:xfrm>
            <a:off x="-12863495" y="2693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3" name="TextBox 12">
            <a:extLst>
              <a:ext uri="{FF2B5EF4-FFF2-40B4-BE49-F238E27FC236}">
                <a16:creationId xmlns:a16="http://schemas.microsoft.com/office/drawing/2014/main" id="{0DFA8B1F-D2D0-E3C2-1D65-E645F285265D}"/>
              </a:ext>
            </a:extLst>
          </p:cNvPr>
          <p:cNvSpPr txBox="1"/>
          <p:nvPr/>
        </p:nvSpPr>
        <p:spPr>
          <a:xfrm>
            <a:off x="-11378314" y="171229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4" name="TextBox 13">
            <a:extLst>
              <a:ext uri="{FF2B5EF4-FFF2-40B4-BE49-F238E27FC236}">
                <a16:creationId xmlns:a16="http://schemas.microsoft.com/office/drawing/2014/main" id="{818E5C02-429C-6031-376D-DDB1CE6B0E3B}"/>
              </a:ext>
            </a:extLst>
          </p:cNvPr>
          <p:cNvSpPr txBox="1"/>
          <p:nvPr/>
        </p:nvSpPr>
        <p:spPr>
          <a:xfrm>
            <a:off x="-10883843"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5" name="TextBox 14">
            <a:extLst>
              <a:ext uri="{FF2B5EF4-FFF2-40B4-BE49-F238E27FC236}">
                <a16:creationId xmlns:a16="http://schemas.microsoft.com/office/drawing/2014/main" id="{9F0B073B-93AC-4CA1-8F4F-E0BBB29556B2}"/>
              </a:ext>
            </a:extLst>
          </p:cNvPr>
          <p:cNvSpPr txBox="1"/>
          <p:nvPr/>
        </p:nvSpPr>
        <p:spPr>
          <a:xfrm>
            <a:off x="-10389372" y="270753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16" name="TextBox 15">
            <a:extLst>
              <a:ext uri="{FF2B5EF4-FFF2-40B4-BE49-F238E27FC236}">
                <a16:creationId xmlns:a16="http://schemas.microsoft.com/office/drawing/2014/main" id="{DACA89B8-D043-E7AC-BD20-556289EA54F6}"/>
              </a:ext>
            </a:extLst>
          </p:cNvPr>
          <p:cNvSpPr txBox="1"/>
          <p:nvPr/>
        </p:nvSpPr>
        <p:spPr>
          <a:xfrm>
            <a:off x="-989490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17" name="TextBox 16">
            <a:extLst>
              <a:ext uri="{FF2B5EF4-FFF2-40B4-BE49-F238E27FC236}">
                <a16:creationId xmlns:a16="http://schemas.microsoft.com/office/drawing/2014/main" id="{0C065D9F-1274-3B86-0EB2-ABD4F846B78C}"/>
              </a:ext>
            </a:extLst>
          </p:cNvPr>
          <p:cNvSpPr txBox="1"/>
          <p:nvPr/>
        </p:nvSpPr>
        <p:spPr>
          <a:xfrm>
            <a:off x="-9400430"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18" name="TextBox 17">
            <a:extLst>
              <a:ext uri="{FF2B5EF4-FFF2-40B4-BE49-F238E27FC236}">
                <a16:creationId xmlns:a16="http://schemas.microsoft.com/office/drawing/2014/main" id="{4FA1B5E8-7DF2-8F39-5CB9-65E53F8FFD2A}"/>
              </a:ext>
            </a:extLst>
          </p:cNvPr>
          <p:cNvSpPr txBox="1"/>
          <p:nvPr/>
        </p:nvSpPr>
        <p:spPr>
          <a:xfrm>
            <a:off x="-12380884" y="32101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19" name="TextBox 18">
            <a:extLst>
              <a:ext uri="{FF2B5EF4-FFF2-40B4-BE49-F238E27FC236}">
                <a16:creationId xmlns:a16="http://schemas.microsoft.com/office/drawing/2014/main" id="{982936E8-D9E4-FDAA-6260-3B4FB9B8EC16}"/>
              </a:ext>
            </a:extLst>
          </p:cNvPr>
          <p:cNvSpPr txBox="1"/>
          <p:nvPr/>
        </p:nvSpPr>
        <p:spPr>
          <a:xfrm>
            <a:off x="-11886321" y="37032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0" name="TextBox 19">
            <a:extLst>
              <a:ext uri="{FF2B5EF4-FFF2-40B4-BE49-F238E27FC236}">
                <a16:creationId xmlns:a16="http://schemas.microsoft.com/office/drawing/2014/main" id="{4916299F-928F-18E6-5F0F-C0B84728EE5F}"/>
              </a:ext>
            </a:extLst>
          </p:cNvPr>
          <p:cNvSpPr txBox="1"/>
          <p:nvPr/>
        </p:nvSpPr>
        <p:spPr>
          <a:xfrm>
            <a:off x="-10883843"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1" name="TextBox 20">
            <a:extLst>
              <a:ext uri="{FF2B5EF4-FFF2-40B4-BE49-F238E27FC236}">
                <a16:creationId xmlns:a16="http://schemas.microsoft.com/office/drawing/2014/main" id="{5F93353A-4B2E-8C8C-230D-2E1788BFC6D6}"/>
              </a:ext>
            </a:extLst>
          </p:cNvPr>
          <p:cNvSpPr txBox="1"/>
          <p:nvPr/>
        </p:nvSpPr>
        <p:spPr>
          <a:xfrm>
            <a:off x="-9881365" y="568974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2" name="TextBox 21">
            <a:extLst>
              <a:ext uri="{FF2B5EF4-FFF2-40B4-BE49-F238E27FC236}">
                <a16:creationId xmlns:a16="http://schemas.microsoft.com/office/drawing/2014/main" id="{D5347C0F-7AFC-20E4-0EFE-5D6ACB125001}"/>
              </a:ext>
            </a:extLst>
          </p:cNvPr>
          <p:cNvSpPr txBox="1"/>
          <p:nvPr/>
        </p:nvSpPr>
        <p:spPr>
          <a:xfrm>
            <a:off x="-9398093" y="567940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71E8FDE9-D701-CFE2-A811-2DBE57FF5318}"/>
              </a:ext>
            </a:extLst>
          </p:cNvPr>
          <p:cNvSpPr txBox="1"/>
          <p:nvPr/>
        </p:nvSpPr>
        <p:spPr>
          <a:xfrm>
            <a:off x="-12874391" y="320515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24" name="TextBox 23">
            <a:extLst>
              <a:ext uri="{FF2B5EF4-FFF2-40B4-BE49-F238E27FC236}">
                <a16:creationId xmlns:a16="http://schemas.microsoft.com/office/drawing/2014/main" id="{0147C4CA-AAE2-D788-AB4E-5723153E781B}"/>
              </a:ext>
            </a:extLst>
          </p:cNvPr>
          <p:cNvSpPr txBox="1"/>
          <p:nvPr/>
        </p:nvSpPr>
        <p:spPr>
          <a:xfrm>
            <a:off x="-12885287" y="371722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25" name="TextBox 24">
            <a:extLst>
              <a:ext uri="{FF2B5EF4-FFF2-40B4-BE49-F238E27FC236}">
                <a16:creationId xmlns:a16="http://schemas.microsoft.com/office/drawing/2014/main" id="{6AB5A87B-F65E-8ABD-317B-499BAAC7D246}"/>
              </a:ext>
            </a:extLst>
          </p:cNvPr>
          <p:cNvSpPr txBox="1"/>
          <p:nvPr/>
        </p:nvSpPr>
        <p:spPr>
          <a:xfrm>
            <a:off x="-12883657" y="420424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26" name="TextBox 25">
            <a:extLst>
              <a:ext uri="{FF2B5EF4-FFF2-40B4-BE49-F238E27FC236}">
                <a16:creationId xmlns:a16="http://schemas.microsoft.com/office/drawing/2014/main" id="{7F2EC350-B52A-49A0-F3F3-B26EC6310CA4}"/>
              </a:ext>
            </a:extLst>
          </p:cNvPr>
          <p:cNvSpPr txBox="1"/>
          <p:nvPr/>
        </p:nvSpPr>
        <p:spPr>
          <a:xfrm>
            <a:off x="-12882027" y="470378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27" name="TextBox 26">
            <a:extLst>
              <a:ext uri="{FF2B5EF4-FFF2-40B4-BE49-F238E27FC236}">
                <a16:creationId xmlns:a16="http://schemas.microsoft.com/office/drawing/2014/main" id="{D8A567EE-E53D-F744-1B90-5D7598CA9588}"/>
              </a:ext>
            </a:extLst>
          </p:cNvPr>
          <p:cNvSpPr txBox="1"/>
          <p:nvPr/>
        </p:nvSpPr>
        <p:spPr>
          <a:xfrm>
            <a:off x="-12880397" y="51907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28" name="TextBox 27">
            <a:extLst>
              <a:ext uri="{FF2B5EF4-FFF2-40B4-BE49-F238E27FC236}">
                <a16:creationId xmlns:a16="http://schemas.microsoft.com/office/drawing/2014/main" id="{AD3FF90F-AE66-968B-6295-257B5BA43A6A}"/>
              </a:ext>
            </a:extLst>
          </p:cNvPr>
          <p:cNvSpPr txBox="1"/>
          <p:nvPr/>
        </p:nvSpPr>
        <p:spPr>
          <a:xfrm>
            <a:off x="-12878767" y="56903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29" name="TextBox 28">
            <a:extLst>
              <a:ext uri="{FF2B5EF4-FFF2-40B4-BE49-F238E27FC236}">
                <a16:creationId xmlns:a16="http://schemas.microsoft.com/office/drawing/2014/main" id="{32B903A7-45E9-14CD-1663-8A2B1012C862}"/>
              </a:ext>
            </a:extLst>
          </p:cNvPr>
          <p:cNvSpPr txBox="1"/>
          <p:nvPr/>
        </p:nvSpPr>
        <p:spPr>
          <a:xfrm>
            <a:off x="-12378292" y="37133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30" name="TextBox 29">
            <a:extLst>
              <a:ext uri="{FF2B5EF4-FFF2-40B4-BE49-F238E27FC236}">
                <a16:creationId xmlns:a16="http://schemas.microsoft.com/office/drawing/2014/main" id="{13AC3386-B767-E624-C861-FF7DD7B104A2}"/>
              </a:ext>
            </a:extLst>
          </p:cNvPr>
          <p:cNvSpPr txBox="1"/>
          <p:nvPr/>
        </p:nvSpPr>
        <p:spPr>
          <a:xfrm>
            <a:off x="-12375700" y="419146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1" name="TextBox 30">
            <a:extLst>
              <a:ext uri="{FF2B5EF4-FFF2-40B4-BE49-F238E27FC236}">
                <a16:creationId xmlns:a16="http://schemas.microsoft.com/office/drawing/2014/main" id="{3496344A-A554-C4E9-2380-11828BC2E6DC}"/>
              </a:ext>
            </a:extLst>
          </p:cNvPr>
          <p:cNvSpPr txBox="1"/>
          <p:nvPr/>
        </p:nvSpPr>
        <p:spPr>
          <a:xfrm>
            <a:off x="-12368932" y="51711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32" name="TextBox 31">
            <a:extLst>
              <a:ext uri="{FF2B5EF4-FFF2-40B4-BE49-F238E27FC236}">
                <a16:creationId xmlns:a16="http://schemas.microsoft.com/office/drawing/2014/main" id="{7ACD7DA8-62A9-4C67-69D9-2FEC0F646760}"/>
              </a:ext>
            </a:extLst>
          </p:cNvPr>
          <p:cNvSpPr txBox="1"/>
          <p:nvPr/>
        </p:nvSpPr>
        <p:spPr>
          <a:xfrm>
            <a:off x="-12379894" y="5686865"/>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33" name="TextBox 32">
            <a:extLst>
              <a:ext uri="{FF2B5EF4-FFF2-40B4-BE49-F238E27FC236}">
                <a16:creationId xmlns:a16="http://schemas.microsoft.com/office/drawing/2014/main" id="{EEF7D8C7-12B7-B346-2372-E21DFBD9D765}"/>
              </a:ext>
            </a:extLst>
          </p:cNvPr>
          <p:cNvSpPr txBox="1"/>
          <p:nvPr/>
        </p:nvSpPr>
        <p:spPr>
          <a:xfrm>
            <a:off x="-11889555" y="420125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4" name="TextBox 33">
            <a:extLst>
              <a:ext uri="{FF2B5EF4-FFF2-40B4-BE49-F238E27FC236}">
                <a16:creationId xmlns:a16="http://schemas.microsoft.com/office/drawing/2014/main" id="{2B30A6A4-C835-DD38-3B07-AB29158BB4E0}"/>
              </a:ext>
            </a:extLst>
          </p:cNvPr>
          <p:cNvSpPr txBox="1"/>
          <p:nvPr/>
        </p:nvSpPr>
        <p:spPr>
          <a:xfrm>
            <a:off x="-11887121" y="51927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64B44DA5-4AD3-6620-4690-C1CB0178691D}"/>
              </a:ext>
            </a:extLst>
          </p:cNvPr>
          <p:cNvSpPr txBox="1"/>
          <p:nvPr/>
        </p:nvSpPr>
        <p:spPr>
          <a:xfrm>
            <a:off x="-11378314" y="26847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36" name="TextBox 35">
            <a:extLst>
              <a:ext uri="{FF2B5EF4-FFF2-40B4-BE49-F238E27FC236}">
                <a16:creationId xmlns:a16="http://schemas.microsoft.com/office/drawing/2014/main" id="{2A043293-636D-0DA8-EA59-EA0CE9153080}"/>
              </a:ext>
            </a:extLst>
          </p:cNvPr>
          <p:cNvSpPr txBox="1"/>
          <p:nvPr/>
        </p:nvSpPr>
        <p:spPr>
          <a:xfrm>
            <a:off x="-11378314"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37" name="TextBox 36">
            <a:extLst>
              <a:ext uri="{FF2B5EF4-FFF2-40B4-BE49-F238E27FC236}">
                <a16:creationId xmlns:a16="http://schemas.microsoft.com/office/drawing/2014/main" id="{24E7F76D-8E05-D552-5065-CBC00A564506}"/>
              </a:ext>
            </a:extLst>
          </p:cNvPr>
          <p:cNvSpPr txBox="1"/>
          <p:nvPr/>
        </p:nvSpPr>
        <p:spPr>
          <a:xfrm>
            <a:off x="-11378314" y="46964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38" name="TextBox 37">
            <a:extLst>
              <a:ext uri="{FF2B5EF4-FFF2-40B4-BE49-F238E27FC236}">
                <a16:creationId xmlns:a16="http://schemas.microsoft.com/office/drawing/2014/main" id="{DCE6462A-55D9-CA60-8075-154A4515E168}"/>
              </a:ext>
            </a:extLst>
          </p:cNvPr>
          <p:cNvSpPr txBox="1"/>
          <p:nvPr/>
        </p:nvSpPr>
        <p:spPr>
          <a:xfrm>
            <a:off x="-10874293" y="320832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39" name="TextBox 38">
            <a:extLst>
              <a:ext uri="{FF2B5EF4-FFF2-40B4-BE49-F238E27FC236}">
                <a16:creationId xmlns:a16="http://schemas.microsoft.com/office/drawing/2014/main" id="{B6208697-D8D8-124E-DC91-20719BC224F1}"/>
              </a:ext>
            </a:extLst>
          </p:cNvPr>
          <p:cNvSpPr txBox="1"/>
          <p:nvPr/>
        </p:nvSpPr>
        <p:spPr>
          <a:xfrm>
            <a:off x="-10883843"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0" name="TextBox 39">
            <a:extLst>
              <a:ext uri="{FF2B5EF4-FFF2-40B4-BE49-F238E27FC236}">
                <a16:creationId xmlns:a16="http://schemas.microsoft.com/office/drawing/2014/main" id="{970E4C1D-9C2A-88C8-E79D-4DD527BE46B1}"/>
              </a:ext>
            </a:extLst>
          </p:cNvPr>
          <p:cNvSpPr txBox="1"/>
          <p:nvPr/>
        </p:nvSpPr>
        <p:spPr>
          <a:xfrm>
            <a:off x="-10877901" y="419804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41" name="TextBox 40">
            <a:extLst>
              <a:ext uri="{FF2B5EF4-FFF2-40B4-BE49-F238E27FC236}">
                <a16:creationId xmlns:a16="http://schemas.microsoft.com/office/drawing/2014/main" id="{4D4636AE-0933-2B04-C1E9-86B5FE1203B2}"/>
              </a:ext>
            </a:extLst>
          </p:cNvPr>
          <p:cNvSpPr txBox="1"/>
          <p:nvPr/>
        </p:nvSpPr>
        <p:spPr>
          <a:xfrm>
            <a:off x="-10874293" y="51949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42" name="TextBox 41">
            <a:extLst>
              <a:ext uri="{FF2B5EF4-FFF2-40B4-BE49-F238E27FC236}">
                <a16:creationId xmlns:a16="http://schemas.microsoft.com/office/drawing/2014/main" id="{4BD8A721-6DDC-3977-E6C0-7511514029B2}"/>
              </a:ext>
            </a:extLst>
          </p:cNvPr>
          <p:cNvSpPr txBox="1"/>
          <p:nvPr/>
        </p:nvSpPr>
        <p:spPr>
          <a:xfrm>
            <a:off x="-10385149" y="320515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3" name="TextBox 42">
            <a:extLst>
              <a:ext uri="{FF2B5EF4-FFF2-40B4-BE49-F238E27FC236}">
                <a16:creationId xmlns:a16="http://schemas.microsoft.com/office/drawing/2014/main" id="{12A3F4C0-C3CC-9CF1-7E81-42466C642BFC}"/>
              </a:ext>
            </a:extLst>
          </p:cNvPr>
          <p:cNvSpPr txBox="1"/>
          <p:nvPr/>
        </p:nvSpPr>
        <p:spPr>
          <a:xfrm>
            <a:off x="-9881365" y="37027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44" name="TextBox 43">
            <a:extLst>
              <a:ext uri="{FF2B5EF4-FFF2-40B4-BE49-F238E27FC236}">
                <a16:creationId xmlns:a16="http://schemas.microsoft.com/office/drawing/2014/main" id="{543A3BDE-DE69-5387-B4B8-6927950C76B5}"/>
              </a:ext>
            </a:extLst>
          </p:cNvPr>
          <p:cNvSpPr txBox="1"/>
          <p:nvPr/>
        </p:nvSpPr>
        <p:spPr>
          <a:xfrm>
            <a:off x="-10379412" y="36998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45" name="TextBox 44">
            <a:extLst>
              <a:ext uri="{FF2B5EF4-FFF2-40B4-BE49-F238E27FC236}">
                <a16:creationId xmlns:a16="http://schemas.microsoft.com/office/drawing/2014/main" id="{CD97C265-6A54-1C52-9AC3-1CC1F5D1B322}"/>
              </a:ext>
            </a:extLst>
          </p:cNvPr>
          <p:cNvSpPr txBox="1"/>
          <p:nvPr/>
        </p:nvSpPr>
        <p:spPr>
          <a:xfrm>
            <a:off x="-10385454" y="5195720"/>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46" name="TextBox 45">
            <a:extLst>
              <a:ext uri="{FF2B5EF4-FFF2-40B4-BE49-F238E27FC236}">
                <a16:creationId xmlns:a16="http://schemas.microsoft.com/office/drawing/2014/main" id="{C275E28E-54E7-ABED-FB3A-13E02109828A}"/>
              </a:ext>
            </a:extLst>
          </p:cNvPr>
          <p:cNvSpPr txBox="1"/>
          <p:nvPr/>
        </p:nvSpPr>
        <p:spPr>
          <a:xfrm>
            <a:off x="-9879510" y="170095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47" name="TextBox 46">
            <a:extLst>
              <a:ext uri="{FF2B5EF4-FFF2-40B4-BE49-F238E27FC236}">
                <a16:creationId xmlns:a16="http://schemas.microsoft.com/office/drawing/2014/main" id="{7755CF37-6176-FC6C-49B5-3E47361AFA66}"/>
              </a:ext>
            </a:extLst>
          </p:cNvPr>
          <p:cNvSpPr txBox="1"/>
          <p:nvPr/>
        </p:nvSpPr>
        <p:spPr>
          <a:xfrm>
            <a:off x="-10394372" y="1712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48" name="TextBox 47">
            <a:extLst>
              <a:ext uri="{FF2B5EF4-FFF2-40B4-BE49-F238E27FC236}">
                <a16:creationId xmlns:a16="http://schemas.microsoft.com/office/drawing/2014/main" id="{4EAB17D7-AD25-98B6-0E1A-05431721C86D}"/>
              </a:ext>
            </a:extLst>
          </p:cNvPr>
          <p:cNvSpPr txBox="1"/>
          <p:nvPr/>
        </p:nvSpPr>
        <p:spPr>
          <a:xfrm>
            <a:off x="-9878393" y="219562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2</a:t>
            </a:r>
          </a:p>
        </p:txBody>
      </p:sp>
      <p:sp>
        <p:nvSpPr>
          <p:cNvPr id="49" name="TextBox 48">
            <a:extLst>
              <a:ext uri="{FF2B5EF4-FFF2-40B4-BE49-F238E27FC236}">
                <a16:creationId xmlns:a16="http://schemas.microsoft.com/office/drawing/2014/main" id="{1BD267D9-946F-3E12-C640-39A4942F496D}"/>
              </a:ext>
            </a:extLst>
          </p:cNvPr>
          <p:cNvSpPr txBox="1"/>
          <p:nvPr/>
        </p:nvSpPr>
        <p:spPr>
          <a:xfrm>
            <a:off x="-9879510" y="268662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0" name="TextBox 49">
            <a:extLst>
              <a:ext uri="{FF2B5EF4-FFF2-40B4-BE49-F238E27FC236}">
                <a16:creationId xmlns:a16="http://schemas.microsoft.com/office/drawing/2014/main" id="{17EDD999-C740-EB13-8CE9-FE38DAB3FB79}"/>
              </a:ext>
            </a:extLst>
          </p:cNvPr>
          <p:cNvSpPr txBox="1"/>
          <p:nvPr/>
        </p:nvSpPr>
        <p:spPr>
          <a:xfrm>
            <a:off x="-9879510" y="4683238"/>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51" name="TextBox 50">
            <a:extLst>
              <a:ext uri="{FF2B5EF4-FFF2-40B4-BE49-F238E27FC236}">
                <a16:creationId xmlns:a16="http://schemas.microsoft.com/office/drawing/2014/main" id="{8D08CF8F-AC3F-A1C5-624A-38713D74CE9B}"/>
              </a:ext>
            </a:extLst>
          </p:cNvPr>
          <p:cNvSpPr txBox="1"/>
          <p:nvPr/>
        </p:nvSpPr>
        <p:spPr>
          <a:xfrm>
            <a:off x="-9400430" y="469109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2" name="TextBox 51">
            <a:extLst>
              <a:ext uri="{FF2B5EF4-FFF2-40B4-BE49-F238E27FC236}">
                <a16:creationId xmlns:a16="http://schemas.microsoft.com/office/drawing/2014/main" id="{53F3F8A3-4863-B215-9057-9D58D29084C4}"/>
              </a:ext>
            </a:extLst>
          </p:cNvPr>
          <p:cNvSpPr txBox="1"/>
          <p:nvPr/>
        </p:nvSpPr>
        <p:spPr>
          <a:xfrm>
            <a:off x="-9392178" y="518808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5</a:t>
            </a:r>
          </a:p>
        </p:txBody>
      </p:sp>
      <p:sp>
        <p:nvSpPr>
          <p:cNvPr id="53" name="TextBox 52">
            <a:extLst>
              <a:ext uri="{FF2B5EF4-FFF2-40B4-BE49-F238E27FC236}">
                <a16:creationId xmlns:a16="http://schemas.microsoft.com/office/drawing/2014/main" id="{E333D1E8-CCF1-A35C-366E-B8B370CC7125}"/>
              </a:ext>
            </a:extLst>
          </p:cNvPr>
          <p:cNvSpPr txBox="1"/>
          <p:nvPr/>
        </p:nvSpPr>
        <p:spPr>
          <a:xfrm>
            <a:off x="-8903339" y="519817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4" name="TextBox 53">
            <a:extLst>
              <a:ext uri="{FF2B5EF4-FFF2-40B4-BE49-F238E27FC236}">
                <a16:creationId xmlns:a16="http://schemas.microsoft.com/office/drawing/2014/main" id="{F7C880E1-D910-78E1-9199-C38CC689EAB4}"/>
              </a:ext>
            </a:extLst>
          </p:cNvPr>
          <p:cNvSpPr txBox="1"/>
          <p:nvPr/>
        </p:nvSpPr>
        <p:spPr>
          <a:xfrm>
            <a:off x="-8893036" y="5686897"/>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55" name="TextBox 54">
            <a:extLst>
              <a:ext uri="{FF2B5EF4-FFF2-40B4-BE49-F238E27FC236}">
                <a16:creationId xmlns:a16="http://schemas.microsoft.com/office/drawing/2014/main" id="{3AF2CF22-1F70-8F87-D177-B705DC4C445F}"/>
              </a:ext>
            </a:extLst>
          </p:cNvPr>
          <p:cNvSpPr txBox="1"/>
          <p:nvPr/>
        </p:nvSpPr>
        <p:spPr>
          <a:xfrm>
            <a:off x="-9392155" y="171209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56" name="TextBox 55">
            <a:extLst>
              <a:ext uri="{FF2B5EF4-FFF2-40B4-BE49-F238E27FC236}">
                <a16:creationId xmlns:a16="http://schemas.microsoft.com/office/drawing/2014/main" id="{9CFF2CA2-53E9-184C-5E5B-B06337812417}"/>
              </a:ext>
            </a:extLst>
          </p:cNvPr>
          <p:cNvSpPr txBox="1"/>
          <p:nvPr/>
        </p:nvSpPr>
        <p:spPr>
          <a:xfrm>
            <a:off x="-8904800" y="1723232"/>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7</a:t>
            </a:r>
          </a:p>
        </p:txBody>
      </p:sp>
      <p:sp>
        <p:nvSpPr>
          <p:cNvPr id="57" name="TextBox 56">
            <a:extLst>
              <a:ext uri="{FF2B5EF4-FFF2-40B4-BE49-F238E27FC236}">
                <a16:creationId xmlns:a16="http://schemas.microsoft.com/office/drawing/2014/main" id="{6FDF3AE6-5760-1AB1-1C63-78335053A6A2}"/>
              </a:ext>
            </a:extLst>
          </p:cNvPr>
          <p:cNvSpPr txBox="1"/>
          <p:nvPr/>
        </p:nvSpPr>
        <p:spPr>
          <a:xfrm>
            <a:off x="-9392178" y="2209919"/>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58" name="TextBox 57">
            <a:extLst>
              <a:ext uri="{FF2B5EF4-FFF2-40B4-BE49-F238E27FC236}">
                <a16:creationId xmlns:a16="http://schemas.microsoft.com/office/drawing/2014/main" id="{775EB2F5-1292-7AA5-9451-6D4445C54E38}"/>
              </a:ext>
            </a:extLst>
          </p:cNvPr>
          <p:cNvSpPr txBox="1"/>
          <p:nvPr/>
        </p:nvSpPr>
        <p:spPr>
          <a:xfrm>
            <a:off x="-9392201" y="2697586"/>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6</a:t>
            </a:r>
          </a:p>
        </p:txBody>
      </p:sp>
      <p:sp>
        <p:nvSpPr>
          <p:cNvPr id="59" name="TextBox 58">
            <a:extLst>
              <a:ext uri="{FF2B5EF4-FFF2-40B4-BE49-F238E27FC236}">
                <a16:creationId xmlns:a16="http://schemas.microsoft.com/office/drawing/2014/main" id="{7BE7DADB-0FAC-AA9C-5F81-D83B52920DA1}"/>
              </a:ext>
            </a:extLst>
          </p:cNvPr>
          <p:cNvSpPr txBox="1"/>
          <p:nvPr/>
        </p:nvSpPr>
        <p:spPr>
          <a:xfrm>
            <a:off x="-9392224" y="321522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8</a:t>
            </a:r>
          </a:p>
        </p:txBody>
      </p:sp>
      <p:sp>
        <p:nvSpPr>
          <p:cNvPr id="60" name="TextBox 59">
            <a:extLst>
              <a:ext uri="{FF2B5EF4-FFF2-40B4-BE49-F238E27FC236}">
                <a16:creationId xmlns:a16="http://schemas.microsoft.com/office/drawing/2014/main" id="{E0710973-8B8A-3E97-C18D-471DB1C389AD}"/>
              </a:ext>
            </a:extLst>
          </p:cNvPr>
          <p:cNvSpPr txBox="1"/>
          <p:nvPr/>
        </p:nvSpPr>
        <p:spPr>
          <a:xfrm>
            <a:off x="-9392224" y="4180621"/>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3</a:t>
            </a:r>
          </a:p>
        </p:txBody>
      </p:sp>
      <p:sp>
        <p:nvSpPr>
          <p:cNvPr id="61" name="TextBox 60">
            <a:extLst>
              <a:ext uri="{FF2B5EF4-FFF2-40B4-BE49-F238E27FC236}">
                <a16:creationId xmlns:a16="http://schemas.microsoft.com/office/drawing/2014/main" id="{656F288F-7BA5-3A33-9154-CF029690CE6F}"/>
              </a:ext>
            </a:extLst>
          </p:cNvPr>
          <p:cNvSpPr txBox="1"/>
          <p:nvPr/>
        </p:nvSpPr>
        <p:spPr>
          <a:xfrm>
            <a:off x="-8904800" y="2696633"/>
            <a:ext cx="356188" cy="461665"/>
          </a:xfrm>
          <a:prstGeom prst="rect">
            <a:avLst/>
          </a:prstGeom>
          <a:noFill/>
        </p:spPr>
        <p:txBody>
          <a:bodyPr wrap="none" rtlCol="0">
            <a:spAutoFit/>
          </a:bodyPr>
          <a:lstStyle/>
          <a:p>
            <a:r>
              <a:rPr lang="en-TW" sz="2400" dirty="0">
                <a:solidFill>
                  <a:srgbClr val="FF0000"/>
                </a:solidFill>
                <a:latin typeface="Arial" panose="020B0604020202020204" pitchFamily="34" charset="0"/>
                <a:cs typeface="Arial" panose="020B0604020202020204" pitchFamily="34" charset="0"/>
              </a:rPr>
              <a:t>1</a:t>
            </a:r>
          </a:p>
        </p:txBody>
      </p:sp>
      <p:sp>
        <p:nvSpPr>
          <p:cNvPr id="62" name="TextBox 61">
            <a:extLst>
              <a:ext uri="{FF2B5EF4-FFF2-40B4-BE49-F238E27FC236}">
                <a16:creationId xmlns:a16="http://schemas.microsoft.com/office/drawing/2014/main" id="{C3BFF342-1A3D-1983-6187-46D99140F4CF}"/>
              </a:ext>
            </a:extLst>
          </p:cNvPr>
          <p:cNvSpPr txBox="1"/>
          <p:nvPr/>
        </p:nvSpPr>
        <p:spPr>
          <a:xfrm>
            <a:off x="-8904800" y="3215222"/>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9</a:t>
            </a:r>
          </a:p>
        </p:txBody>
      </p:sp>
      <p:sp>
        <p:nvSpPr>
          <p:cNvPr id="63" name="TextBox 62">
            <a:extLst>
              <a:ext uri="{FF2B5EF4-FFF2-40B4-BE49-F238E27FC236}">
                <a16:creationId xmlns:a16="http://schemas.microsoft.com/office/drawing/2014/main" id="{3F0BF61F-45ED-E38C-E6DB-20C21196E1B4}"/>
              </a:ext>
            </a:extLst>
          </p:cNvPr>
          <p:cNvSpPr txBox="1"/>
          <p:nvPr/>
        </p:nvSpPr>
        <p:spPr>
          <a:xfrm>
            <a:off x="-8903823" y="3695575"/>
            <a:ext cx="356188" cy="461665"/>
          </a:xfrm>
          <a:prstGeom prst="rect">
            <a:avLst/>
          </a:prstGeom>
          <a:noFill/>
        </p:spPr>
        <p:txBody>
          <a:bodyPr wrap="square" rtlCol="0">
            <a:spAutoFit/>
          </a:bodyPr>
          <a:lstStyle/>
          <a:p>
            <a:r>
              <a:rPr lang="en-TW" sz="2400" dirty="0">
                <a:solidFill>
                  <a:srgbClr val="FF0000"/>
                </a:solidFill>
                <a:latin typeface="Arial" panose="020B0604020202020204" pitchFamily="34" charset="0"/>
                <a:cs typeface="Arial" panose="020B0604020202020204" pitchFamily="34" charset="0"/>
              </a:rPr>
              <a:t>4</a:t>
            </a:r>
          </a:p>
        </p:txBody>
      </p:sp>
      <p:sp>
        <p:nvSpPr>
          <p:cNvPr id="4" name="TextBox 3">
            <a:extLst>
              <a:ext uri="{FF2B5EF4-FFF2-40B4-BE49-F238E27FC236}">
                <a16:creationId xmlns:a16="http://schemas.microsoft.com/office/drawing/2014/main" id="{BB6B58F8-3C65-5CE8-6BBE-7C573C266AFD}"/>
              </a:ext>
            </a:extLst>
          </p:cNvPr>
          <p:cNvSpPr txBox="1"/>
          <p:nvPr/>
        </p:nvSpPr>
        <p:spPr>
          <a:xfrm>
            <a:off x="-11424401" y="466225"/>
            <a:ext cx="6385034" cy="923330"/>
          </a:xfrm>
          <a:prstGeom prst="rect">
            <a:avLst/>
          </a:prstGeom>
          <a:noFill/>
        </p:spPr>
        <p:txBody>
          <a:bodyPr wrap="square" rtlCol="0">
            <a:spAutoFit/>
          </a:bodyPr>
          <a:lstStyle/>
          <a:p>
            <a:r>
              <a:rPr lang="en-TW" sz="5400" b="1" dirty="0">
                <a:latin typeface="Playfair Display Black" pitchFamily="2" charset="77"/>
              </a:rPr>
              <a:t>What is Sudoku ?</a:t>
            </a:r>
          </a:p>
        </p:txBody>
      </p:sp>
      <p:grpSp>
        <p:nvGrpSpPr>
          <p:cNvPr id="77" name="Group 76">
            <a:extLst>
              <a:ext uri="{FF2B5EF4-FFF2-40B4-BE49-F238E27FC236}">
                <a16:creationId xmlns:a16="http://schemas.microsoft.com/office/drawing/2014/main" id="{FABC43FD-1FE0-93A4-B94E-53915A7FB319}"/>
              </a:ext>
            </a:extLst>
          </p:cNvPr>
          <p:cNvGrpSpPr/>
          <p:nvPr/>
        </p:nvGrpSpPr>
        <p:grpSpPr>
          <a:xfrm>
            <a:off x="-12951543" y="1700029"/>
            <a:ext cx="4488444" cy="4457832"/>
            <a:chOff x="941387" y="1700029"/>
            <a:chExt cx="4488444" cy="4457832"/>
          </a:xfrm>
        </p:grpSpPr>
        <p:sp>
          <p:nvSpPr>
            <p:cNvPr id="66" name="Rectangle 65">
              <a:extLst>
                <a:ext uri="{FF2B5EF4-FFF2-40B4-BE49-F238E27FC236}">
                  <a16:creationId xmlns:a16="http://schemas.microsoft.com/office/drawing/2014/main" id="{4958298E-CC24-FE09-543A-84BA422E5CF1}"/>
                </a:ext>
              </a:extLst>
            </p:cNvPr>
            <p:cNvSpPr/>
            <p:nvPr/>
          </p:nvSpPr>
          <p:spPr>
            <a:xfrm>
              <a:off x="941387" y="3198081"/>
              <a:ext cx="1512863" cy="1480351"/>
            </a:xfrm>
            <a:prstGeom prst="rect">
              <a:avLst/>
            </a:prstGeom>
            <a:solidFill>
              <a:schemeClr val="accent1">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7" name="Rectangle 66">
              <a:extLst>
                <a:ext uri="{FF2B5EF4-FFF2-40B4-BE49-F238E27FC236}">
                  <a16:creationId xmlns:a16="http://schemas.microsoft.com/office/drawing/2014/main" id="{1A00E183-8A8E-20A3-FD4B-332A178160A0}"/>
                </a:ext>
              </a:extLst>
            </p:cNvPr>
            <p:cNvSpPr/>
            <p:nvPr/>
          </p:nvSpPr>
          <p:spPr>
            <a:xfrm>
              <a:off x="964367" y="4678433"/>
              <a:ext cx="1452439" cy="1470098"/>
            </a:xfrm>
            <a:prstGeom prst="rect">
              <a:avLst/>
            </a:prstGeom>
            <a:solidFill>
              <a:srgbClr val="FFC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8" name="Rectangle 67">
              <a:extLst>
                <a:ext uri="{FF2B5EF4-FFF2-40B4-BE49-F238E27FC236}">
                  <a16:creationId xmlns:a16="http://schemas.microsoft.com/office/drawing/2014/main" id="{CFCC18F1-0873-5601-A45E-8993BCAAACD0}"/>
                </a:ext>
              </a:extLst>
            </p:cNvPr>
            <p:cNvSpPr/>
            <p:nvPr/>
          </p:nvSpPr>
          <p:spPr>
            <a:xfrm>
              <a:off x="964367" y="1709360"/>
              <a:ext cx="1485376" cy="1462883"/>
            </a:xfrm>
            <a:prstGeom prst="rect">
              <a:avLst/>
            </a:prstGeom>
            <a:solidFill>
              <a:srgbClr val="92D05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69" name="Rectangle 68">
              <a:extLst>
                <a:ext uri="{FF2B5EF4-FFF2-40B4-BE49-F238E27FC236}">
                  <a16:creationId xmlns:a16="http://schemas.microsoft.com/office/drawing/2014/main" id="{99079AC3-9F4E-1C70-3F57-485572DEAD4B}"/>
                </a:ext>
              </a:extLst>
            </p:cNvPr>
            <p:cNvSpPr/>
            <p:nvPr/>
          </p:nvSpPr>
          <p:spPr>
            <a:xfrm>
              <a:off x="2434471" y="4696458"/>
              <a:ext cx="1493041" cy="1461403"/>
            </a:xfrm>
            <a:prstGeom prst="rect">
              <a:avLst/>
            </a:prstGeom>
            <a:solidFill>
              <a:srgbClr val="FF00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0" name="Rectangle 69">
              <a:extLst>
                <a:ext uri="{FF2B5EF4-FFF2-40B4-BE49-F238E27FC236}">
                  <a16:creationId xmlns:a16="http://schemas.microsoft.com/office/drawing/2014/main" id="{ADD543E5-11AA-BA71-740B-5AFFF66D833B}"/>
                </a:ext>
              </a:extLst>
            </p:cNvPr>
            <p:cNvSpPr/>
            <p:nvPr/>
          </p:nvSpPr>
          <p:spPr>
            <a:xfrm>
              <a:off x="2459996" y="3165880"/>
              <a:ext cx="1466057" cy="1487253"/>
            </a:xfrm>
            <a:prstGeom prst="rect">
              <a:avLst/>
            </a:prstGeom>
            <a:solidFill>
              <a:schemeClr val="bg2">
                <a:lumMod val="75000"/>
                <a:alpha val="37157"/>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2" name="Rectangle 71">
              <a:extLst>
                <a:ext uri="{FF2B5EF4-FFF2-40B4-BE49-F238E27FC236}">
                  <a16:creationId xmlns:a16="http://schemas.microsoft.com/office/drawing/2014/main" id="{E8ACB81D-A728-7767-CD23-9B7A02AA6967}"/>
                </a:ext>
              </a:extLst>
            </p:cNvPr>
            <p:cNvSpPr/>
            <p:nvPr/>
          </p:nvSpPr>
          <p:spPr>
            <a:xfrm>
              <a:off x="2443223" y="1700029"/>
              <a:ext cx="1481131" cy="1471518"/>
            </a:xfrm>
            <a:prstGeom prst="rect">
              <a:avLst/>
            </a:prstGeom>
            <a:solidFill>
              <a:srgbClr val="FFFF0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4" name="Rectangle 73">
              <a:extLst>
                <a:ext uri="{FF2B5EF4-FFF2-40B4-BE49-F238E27FC236}">
                  <a16:creationId xmlns:a16="http://schemas.microsoft.com/office/drawing/2014/main" id="{875AF4C5-CF23-000A-2A99-62872059A335}"/>
                </a:ext>
              </a:extLst>
            </p:cNvPr>
            <p:cNvSpPr/>
            <p:nvPr/>
          </p:nvSpPr>
          <p:spPr>
            <a:xfrm>
              <a:off x="3936721" y="1703758"/>
              <a:ext cx="1493109" cy="1494947"/>
            </a:xfrm>
            <a:prstGeom prst="rect">
              <a:avLst/>
            </a:prstGeom>
            <a:solidFill>
              <a:srgbClr val="00B0F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5" name="Rectangle 74">
              <a:extLst>
                <a:ext uri="{FF2B5EF4-FFF2-40B4-BE49-F238E27FC236}">
                  <a16:creationId xmlns:a16="http://schemas.microsoft.com/office/drawing/2014/main" id="{96FE7B73-9099-B11D-410E-147CACE92742}"/>
                </a:ext>
              </a:extLst>
            </p:cNvPr>
            <p:cNvSpPr/>
            <p:nvPr/>
          </p:nvSpPr>
          <p:spPr>
            <a:xfrm>
              <a:off x="3945177" y="3201511"/>
              <a:ext cx="1484653" cy="1494947"/>
            </a:xfrm>
            <a:prstGeom prst="rect">
              <a:avLst/>
            </a:prstGeom>
            <a:solidFill>
              <a:srgbClr val="7030A0">
                <a:alpha val="37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76" name="Rectangle 75">
              <a:extLst>
                <a:ext uri="{FF2B5EF4-FFF2-40B4-BE49-F238E27FC236}">
                  <a16:creationId xmlns:a16="http://schemas.microsoft.com/office/drawing/2014/main" id="{F222D3C0-E23B-D4E9-F9AB-88E09C92F39C}"/>
                </a:ext>
              </a:extLst>
            </p:cNvPr>
            <p:cNvSpPr/>
            <p:nvPr/>
          </p:nvSpPr>
          <p:spPr>
            <a:xfrm>
              <a:off x="3924354" y="4665906"/>
              <a:ext cx="1505477" cy="1491955"/>
            </a:xfrm>
            <a:prstGeom prst="rect">
              <a:avLst/>
            </a:prstGeom>
            <a:solidFill>
              <a:srgbClr val="AB7942">
                <a:alpha val="3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a:p>
          </p:txBody>
        </p:sp>
      </p:grpSp>
      <p:sp>
        <p:nvSpPr>
          <p:cNvPr id="79" name="TextBox 78">
            <a:extLst>
              <a:ext uri="{FF2B5EF4-FFF2-40B4-BE49-F238E27FC236}">
                <a16:creationId xmlns:a16="http://schemas.microsoft.com/office/drawing/2014/main" id="{3C7A2FCB-C7C6-4399-55FE-5B7A0540AA58}"/>
              </a:ext>
            </a:extLst>
          </p:cNvPr>
          <p:cNvSpPr txBox="1"/>
          <p:nvPr/>
        </p:nvSpPr>
        <p:spPr>
          <a:xfrm>
            <a:off x="319009" y="-1112096"/>
            <a:ext cx="4520111" cy="1107996"/>
          </a:xfrm>
          <a:prstGeom prst="rect">
            <a:avLst/>
          </a:prstGeom>
          <a:noFill/>
        </p:spPr>
        <p:txBody>
          <a:bodyPr wrap="square" rtlCol="0">
            <a:spAutoFit/>
          </a:bodyPr>
          <a:lstStyle/>
          <a:p>
            <a:r>
              <a:rPr lang="en-US" sz="6600" b="1" dirty="0">
                <a:latin typeface="Playfair Display Black" pitchFamily="2" charset="77"/>
              </a:rPr>
              <a:t>Thank You</a:t>
            </a:r>
            <a:endParaRPr lang="en-TW" sz="6600" b="1" i="1" dirty="0">
              <a:latin typeface="Playfair Display SemiBold" pitchFamily="2" charset="77"/>
            </a:endParaRPr>
          </a:p>
        </p:txBody>
      </p:sp>
      <p:pic>
        <p:nvPicPr>
          <p:cNvPr id="91" name="Picture 90" descr="A grid of sudoku with numbers&#10;&#10;Description automatically generated">
            <a:extLst>
              <a:ext uri="{FF2B5EF4-FFF2-40B4-BE49-F238E27FC236}">
                <a16:creationId xmlns:a16="http://schemas.microsoft.com/office/drawing/2014/main" id="{9F32EC4D-AE41-EB44-68D9-BE28B9FBADCF}"/>
              </a:ext>
            </a:extLst>
          </p:cNvPr>
          <p:cNvPicPr>
            <a:picLocks noChangeAspect="1"/>
          </p:cNvPicPr>
          <p:nvPr/>
        </p:nvPicPr>
        <p:blipFill>
          <a:blip r:embed="rId3"/>
          <a:stretch>
            <a:fillRect/>
          </a:stretch>
        </p:blipFill>
        <p:spPr>
          <a:xfrm>
            <a:off x="5625736" y="313155"/>
            <a:ext cx="6224125" cy="6235200"/>
          </a:xfrm>
          <a:prstGeom prst="rect">
            <a:avLst/>
          </a:prstGeom>
        </p:spPr>
      </p:pic>
      <p:sp>
        <p:nvSpPr>
          <p:cNvPr id="2" name="Rectangle 1">
            <a:extLst>
              <a:ext uri="{FF2B5EF4-FFF2-40B4-BE49-F238E27FC236}">
                <a16:creationId xmlns:a16="http://schemas.microsoft.com/office/drawing/2014/main" id="{E3FE5B55-6493-10F5-003F-5763663EA830}"/>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3" name="Rectangle 2">
            <a:extLst>
              <a:ext uri="{FF2B5EF4-FFF2-40B4-BE49-F238E27FC236}">
                <a16:creationId xmlns:a16="http://schemas.microsoft.com/office/drawing/2014/main" id="{1EEE9B2B-53CA-1DEE-4B75-3BF98FC909FB}"/>
              </a:ext>
            </a:extLst>
          </p:cNvPr>
          <p:cNvSpPr/>
          <p:nvPr/>
        </p:nvSpPr>
        <p:spPr>
          <a:xfrm>
            <a:off x="11143321" y="4628395"/>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78" name="TextBox 77">
            <a:extLst>
              <a:ext uri="{FF2B5EF4-FFF2-40B4-BE49-F238E27FC236}">
                <a16:creationId xmlns:a16="http://schemas.microsoft.com/office/drawing/2014/main" id="{F9C5709E-3969-F3CC-62B3-0A1E66DC929F}"/>
              </a:ext>
            </a:extLst>
          </p:cNvPr>
          <p:cNvSpPr txBox="1"/>
          <p:nvPr/>
        </p:nvSpPr>
        <p:spPr>
          <a:xfrm>
            <a:off x="11258513" y="3800759"/>
            <a:ext cx="412292" cy="584775"/>
          </a:xfrm>
          <a:prstGeom prst="rect">
            <a:avLst/>
          </a:prstGeom>
          <a:noFill/>
        </p:spPr>
        <p:txBody>
          <a:bodyPr wrap="none" rtlCol="0">
            <a:spAutoFit/>
          </a:bodyPr>
          <a:lstStyle/>
          <a:p>
            <a:r>
              <a:rPr lang="en-TW" sz="3200" dirty="0">
                <a:solidFill>
                  <a:srgbClr val="FF0000"/>
                </a:solidFill>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100B759B-A693-410B-FE89-144F0B68151D}"/>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100B759B-A693-410B-FE89-144F0B68151D}"/>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E4802758-D44C-CB13-C882-A972BACDC616}"/>
                  </a:ext>
                </a:extLst>
              </p:cNvPr>
              <p:cNvSpPr txBox="1"/>
              <p:nvPr/>
            </p:nvSpPr>
            <p:spPr>
              <a:xfrm>
                <a:off x="11143898" y="238708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3" name="TextBox 82">
                <a:extLst>
                  <a:ext uri="{FF2B5EF4-FFF2-40B4-BE49-F238E27FC236}">
                    <a16:creationId xmlns:a16="http://schemas.microsoft.com/office/drawing/2014/main" id="{E4802758-D44C-CB13-C882-A972BACDC616}"/>
                  </a:ext>
                </a:extLst>
              </p:cNvPr>
              <p:cNvSpPr txBox="1">
                <a:spLocks noRot="1" noChangeAspect="1" noMove="1" noResize="1" noEditPoints="1" noAdjustHandles="1" noChangeArrowheads="1" noChangeShapeType="1" noTextEdit="1"/>
              </p:cNvSpPr>
              <p:nvPr/>
            </p:nvSpPr>
            <p:spPr>
              <a:xfrm>
                <a:off x="11143898" y="2387087"/>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F2F4CAF-3D0F-6C7A-EF06-8A53FB2E4C22}"/>
                  </a:ext>
                </a:extLst>
              </p:cNvPr>
              <p:cNvSpPr txBox="1"/>
              <p:nvPr/>
            </p:nvSpPr>
            <p:spPr>
              <a:xfrm>
                <a:off x="11143897" y="99329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7F2F4CAF-3D0F-6C7A-EF06-8A53FB2E4C22}"/>
                  </a:ext>
                </a:extLst>
              </p:cNvPr>
              <p:cNvSpPr txBox="1">
                <a:spLocks noRot="1" noChangeAspect="1" noMove="1" noResize="1" noEditPoints="1" noAdjustHandles="1" noChangeArrowheads="1" noChangeShapeType="1" noTextEdit="1"/>
              </p:cNvSpPr>
              <p:nvPr/>
            </p:nvSpPr>
            <p:spPr>
              <a:xfrm>
                <a:off x="11143897" y="993293"/>
                <a:ext cx="229229" cy="276999"/>
              </a:xfrm>
              <a:prstGeom prst="rect">
                <a:avLst/>
              </a:prstGeom>
              <a:blipFill>
                <a:blip r:embed="rId6"/>
                <a:stretch>
                  <a:fillRect l="-15789" r="-15789" b="-9091"/>
                </a:stretch>
              </a:blipFill>
            </p:spPr>
            <p:txBody>
              <a:bodyPr/>
              <a:lstStyle/>
              <a:p>
                <a:r>
                  <a:rPr lang="en-TW">
                    <a:noFill/>
                  </a:rPr>
                  <a:t> </a:t>
                </a:r>
              </a:p>
            </p:txBody>
          </p:sp>
        </mc:Fallback>
      </mc:AlternateContent>
      <p:sp>
        <p:nvSpPr>
          <p:cNvPr id="89" name="Rectangle 88">
            <a:extLst>
              <a:ext uri="{FF2B5EF4-FFF2-40B4-BE49-F238E27FC236}">
                <a16:creationId xmlns:a16="http://schemas.microsoft.com/office/drawing/2014/main" id="{18865112-1A66-BFCB-D446-9DC00A8735A8}"/>
              </a:ext>
            </a:extLst>
          </p:cNvPr>
          <p:cNvSpPr/>
          <p:nvPr/>
        </p:nvSpPr>
        <p:spPr>
          <a:xfrm>
            <a:off x="11150352" y="3780881"/>
            <a:ext cx="26538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0" name="TextBox 89">
            <a:extLst>
              <a:ext uri="{FF2B5EF4-FFF2-40B4-BE49-F238E27FC236}">
                <a16:creationId xmlns:a16="http://schemas.microsoft.com/office/drawing/2014/main" id="{EE4C9D7C-BC38-E120-D82C-14B6546116A1}"/>
              </a:ext>
            </a:extLst>
          </p:cNvPr>
          <p:cNvSpPr txBox="1"/>
          <p:nvPr/>
        </p:nvSpPr>
        <p:spPr>
          <a:xfrm>
            <a:off x="11258513" y="380075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82AEBA4F-E6A8-2454-0E2C-3BBC522933E4}"/>
                  </a:ext>
                </a:extLst>
              </p:cNvPr>
              <p:cNvSpPr txBox="1"/>
              <p:nvPr/>
            </p:nvSpPr>
            <p:spPr>
              <a:xfrm>
                <a:off x="8404020" y="37176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2" name="TextBox 91">
                <a:extLst>
                  <a:ext uri="{FF2B5EF4-FFF2-40B4-BE49-F238E27FC236}">
                    <a16:creationId xmlns:a16="http://schemas.microsoft.com/office/drawing/2014/main" id="{82AEBA4F-E6A8-2454-0E2C-3BBC522933E4}"/>
                  </a:ext>
                </a:extLst>
              </p:cNvPr>
              <p:cNvSpPr txBox="1">
                <a:spLocks noRot="1" noChangeAspect="1" noMove="1" noResize="1" noEditPoints="1" noAdjustHandles="1" noChangeArrowheads="1" noChangeShapeType="1" noTextEdit="1"/>
              </p:cNvSpPr>
              <p:nvPr/>
            </p:nvSpPr>
            <p:spPr>
              <a:xfrm>
                <a:off x="8404020" y="3717651"/>
                <a:ext cx="229229" cy="276999"/>
              </a:xfrm>
              <a:prstGeom prst="rect">
                <a:avLst/>
              </a:prstGeom>
              <a:blipFill>
                <a:blip r:embed="rId4"/>
                <a:stretch>
                  <a:fillRect l="-10526" r="-15789" b="-4348"/>
                </a:stretch>
              </a:blipFill>
            </p:spPr>
            <p:txBody>
              <a:bodyPr/>
              <a:lstStyle/>
              <a:p>
                <a:r>
                  <a:rPr lang="en-TW">
                    <a:noFill/>
                  </a:rPr>
                  <a:t> </a:t>
                </a:r>
              </a:p>
            </p:txBody>
          </p:sp>
        </mc:Fallback>
      </mc:AlternateContent>
      <p:sp>
        <p:nvSpPr>
          <p:cNvPr id="95" name="Rectangle 94">
            <a:extLst>
              <a:ext uri="{FF2B5EF4-FFF2-40B4-BE49-F238E27FC236}">
                <a16:creationId xmlns:a16="http://schemas.microsoft.com/office/drawing/2014/main" id="{5071A249-3281-26A1-F4FE-2ED36DF28D20}"/>
              </a:ext>
            </a:extLst>
          </p:cNvPr>
          <p:cNvSpPr/>
          <p:nvPr/>
        </p:nvSpPr>
        <p:spPr>
          <a:xfrm>
            <a:off x="8428432" y="3787441"/>
            <a:ext cx="551120" cy="5980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6" name="TextBox 95">
            <a:extLst>
              <a:ext uri="{FF2B5EF4-FFF2-40B4-BE49-F238E27FC236}">
                <a16:creationId xmlns:a16="http://schemas.microsoft.com/office/drawing/2014/main" id="{A44C1489-95D5-F449-BC11-E4E1BD349CC4}"/>
              </a:ext>
            </a:extLst>
          </p:cNvPr>
          <p:cNvSpPr txBox="1"/>
          <p:nvPr/>
        </p:nvSpPr>
        <p:spPr>
          <a:xfrm>
            <a:off x="8515602" y="379961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E3662F1-01E3-A789-9ED8-594921BC981E}"/>
                  </a:ext>
                </a:extLst>
              </p:cNvPr>
              <p:cNvSpPr txBox="1"/>
              <p:nvPr/>
            </p:nvSpPr>
            <p:spPr>
              <a:xfrm>
                <a:off x="10448954" y="30273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97" name="TextBox 96">
                <a:extLst>
                  <a:ext uri="{FF2B5EF4-FFF2-40B4-BE49-F238E27FC236}">
                    <a16:creationId xmlns:a16="http://schemas.microsoft.com/office/drawing/2014/main" id="{7E3662F1-01E3-A789-9ED8-594921BC981E}"/>
                  </a:ext>
                </a:extLst>
              </p:cNvPr>
              <p:cNvSpPr txBox="1">
                <a:spLocks noRot="1" noChangeAspect="1" noMove="1" noResize="1" noEditPoints="1" noAdjustHandles="1" noChangeArrowheads="1" noChangeShapeType="1" noTextEdit="1"/>
              </p:cNvSpPr>
              <p:nvPr/>
            </p:nvSpPr>
            <p:spPr>
              <a:xfrm>
                <a:off x="10448954" y="3027380"/>
                <a:ext cx="229229" cy="276999"/>
              </a:xfrm>
              <a:prstGeom prst="rect">
                <a:avLst/>
              </a:prstGeom>
              <a:blipFill>
                <a:blip r:embed="rId7"/>
                <a:stretch>
                  <a:fillRect l="-15789" r="-15789" b="-4348"/>
                </a:stretch>
              </a:blipFill>
            </p:spPr>
            <p:txBody>
              <a:bodyPr/>
              <a:lstStyle/>
              <a:p>
                <a:r>
                  <a:rPr lang="en-TW">
                    <a:noFill/>
                  </a:rPr>
                  <a:t> </a:t>
                </a:r>
              </a:p>
            </p:txBody>
          </p:sp>
        </mc:Fallback>
      </mc:AlternateContent>
      <p:sp>
        <p:nvSpPr>
          <p:cNvPr id="98" name="Rectangle 97">
            <a:extLst>
              <a:ext uri="{FF2B5EF4-FFF2-40B4-BE49-F238E27FC236}">
                <a16:creationId xmlns:a16="http://schemas.microsoft.com/office/drawing/2014/main" id="{38DF0AFA-1CCF-B301-F5C9-B6E32E1A3758}"/>
              </a:ext>
            </a:extLst>
          </p:cNvPr>
          <p:cNvSpPr/>
          <p:nvPr/>
        </p:nvSpPr>
        <p:spPr>
          <a:xfrm>
            <a:off x="11150352" y="2417841"/>
            <a:ext cx="578352" cy="51552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9" name="TextBox 98">
            <a:extLst>
              <a:ext uri="{FF2B5EF4-FFF2-40B4-BE49-F238E27FC236}">
                <a16:creationId xmlns:a16="http://schemas.microsoft.com/office/drawing/2014/main" id="{BBB569B4-CDA9-BAE0-C4F1-9882BFE2B3EC}"/>
              </a:ext>
            </a:extLst>
          </p:cNvPr>
          <p:cNvSpPr txBox="1"/>
          <p:nvPr/>
        </p:nvSpPr>
        <p:spPr>
          <a:xfrm>
            <a:off x="11258511" y="241784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1B53812-E359-E8E7-FF47-28191CBD97F2}"/>
                  </a:ext>
                </a:extLst>
              </p:cNvPr>
              <p:cNvSpPr txBox="1"/>
              <p:nvPr/>
            </p:nvSpPr>
            <p:spPr>
              <a:xfrm>
                <a:off x="8621431" y="622255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91B53812-E359-E8E7-FF47-28191CBD97F2}"/>
                  </a:ext>
                </a:extLst>
              </p:cNvPr>
              <p:cNvSpPr txBox="1">
                <a:spLocks noRot="1" noChangeAspect="1" noMove="1" noResize="1" noEditPoints="1" noAdjustHandles="1" noChangeArrowheads="1" noChangeShapeType="1" noTextEdit="1"/>
              </p:cNvSpPr>
              <p:nvPr/>
            </p:nvSpPr>
            <p:spPr>
              <a:xfrm>
                <a:off x="8621431" y="6222555"/>
                <a:ext cx="229229" cy="276999"/>
              </a:xfrm>
              <a:prstGeom prst="rect">
                <a:avLst/>
              </a:prstGeom>
              <a:blipFill>
                <a:blip r:embed="rId8"/>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522877C-F372-0F5F-7B2D-7D8D673FBB0C}"/>
                  </a:ext>
                </a:extLst>
              </p:cNvPr>
              <p:cNvSpPr txBox="1"/>
              <p:nvPr/>
            </p:nvSpPr>
            <p:spPr>
              <a:xfrm>
                <a:off x="8617442" y="3507615"/>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4" name="TextBox 103">
                <a:extLst>
                  <a:ext uri="{FF2B5EF4-FFF2-40B4-BE49-F238E27FC236}">
                    <a16:creationId xmlns:a16="http://schemas.microsoft.com/office/drawing/2014/main" id="{A522877C-F372-0F5F-7B2D-7D8D673FBB0C}"/>
                  </a:ext>
                </a:extLst>
              </p:cNvPr>
              <p:cNvSpPr txBox="1">
                <a:spLocks noRot="1" noChangeAspect="1" noMove="1" noResize="1" noEditPoints="1" noAdjustHandles="1" noChangeArrowheads="1" noChangeShapeType="1" noTextEdit="1"/>
              </p:cNvSpPr>
              <p:nvPr/>
            </p:nvSpPr>
            <p:spPr>
              <a:xfrm>
                <a:off x="8617442" y="3507615"/>
                <a:ext cx="229229" cy="276999"/>
              </a:xfrm>
              <a:prstGeom prst="rect">
                <a:avLst/>
              </a:prstGeom>
              <a:blipFill>
                <a:blip r:embed="rId6"/>
                <a:stretch>
                  <a:fillRect l="-15789"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9667981-91D0-EA28-7A3B-301F50B7C7DE}"/>
                  </a:ext>
                </a:extLst>
              </p:cNvPr>
              <p:cNvSpPr txBox="1"/>
              <p:nvPr/>
            </p:nvSpPr>
            <p:spPr>
              <a:xfrm>
                <a:off x="7922075" y="3498251"/>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7" name="TextBox 106">
                <a:extLst>
                  <a:ext uri="{FF2B5EF4-FFF2-40B4-BE49-F238E27FC236}">
                    <a16:creationId xmlns:a16="http://schemas.microsoft.com/office/drawing/2014/main" id="{09667981-91D0-EA28-7A3B-301F50B7C7DE}"/>
                  </a:ext>
                </a:extLst>
              </p:cNvPr>
              <p:cNvSpPr txBox="1">
                <a:spLocks noRot="1" noChangeAspect="1" noMove="1" noResize="1" noEditPoints="1" noAdjustHandles="1" noChangeArrowheads="1" noChangeShapeType="1" noTextEdit="1"/>
              </p:cNvSpPr>
              <p:nvPr/>
            </p:nvSpPr>
            <p:spPr>
              <a:xfrm>
                <a:off x="7922075" y="3498251"/>
                <a:ext cx="229229" cy="276999"/>
              </a:xfrm>
              <a:prstGeom prst="rect">
                <a:avLst/>
              </a:prstGeom>
              <a:blipFill>
                <a:blip r:embed="rId9"/>
                <a:stretch>
                  <a:fillRect l="-16667" r="-16667"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2187D0E1-CEE4-FE33-DBCB-6656218B0B79}"/>
                  </a:ext>
                </a:extLst>
              </p:cNvPr>
              <p:cNvSpPr txBox="1"/>
              <p:nvPr/>
            </p:nvSpPr>
            <p:spPr>
              <a:xfrm>
                <a:off x="9282893" y="3501863"/>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8" name="TextBox 107">
                <a:extLst>
                  <a:ext uri="{FF2B5EF4-FFF2-40B4-BE49-F238E27FC236}">
                    <a16:creationId xmlns:a16="http://schemas.microsoft.com/office/drawing/2014/main" id="{2187D0E1-CEE4-FE33-DBCB-6656218B0B79}"/>
                  </a:ext>
                </a:extLst>
              </p:cNvPr>
              <p:cNvSpPr txBox="1">
                <a:spLocks noRot="1" noChangeAspect="1" noMove="1" noResize="1" noEditPoints="1" noAdjustHandles="1" noChangeArrowheads="1" noChangeShapeType="1" noTextEdit="1"/>
              </p:cNvSpPr>
              <p:nvPr/>
            </p:nvSpPr>
            <p:spPr>
              <a:xfrm>
                <a:off x="9282893" y="3501863"/>
                <a:ext cx="229229" cy="276999"/>
              </a:xfrm>
              <a:prstGeom prst="rect">
                <a:avLst/>
              </a:prstGeom>
              <a:blipFill>
                <a:blip r:embed="rId10"/>
                <a:stretch>
                  <a:fillRect l="-16667" r="-16667"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D169FB4-CC34-85E6-6EE8-1277F5C9D346}"/>
                  </a:ext>
                </a:extLst>
              </p:cNvPr>
              <p:cNvSpPr txBox="1"/>
              <p:nvPr/>
            </p:nvSpPr>
            <p:spPr>
              <a:xfrm>
                <a:off x="10914668" y="329050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09" name="TextBox 108">
                <a:extLst>
                  <a:ext uri="{FF2B5EF4-FFF2-40B4-BE49-F238E27FC236}">
                    <a16:creationId xmlns:a16="http://schemas.microsoft.com/office/drawing/2014/main" id="{6D169FB4-CC34-85E6-6EE8-1277F5C9D346}"/>
                  </a:ext>
                </a:extLst>
              </p:cNvPr>
              <p:cNvSpPr txBox="1">
                <a:spLocks noRot="1" noChangeAspect="1" noMove="1" noResize="1" noEditPoints="1" noAdjustHandles="1" noChangeArrowheads="1" noChangeShapeType="1" noTextEdit="1"/>
              </p:cNvSpPr>
              <p:nvPr/>
            </p:nvSpPr>
            <p:spPr>
              <a:xfrm>
                <a:off x="10914668" y="3290500"/>
                <a:ext cx="229229" cy="276999"/>
              </a:xfrm>
              <a:prstGeom prst="rect">
                <a:avLst/>
              </a:prstGeom>
              <a:blipFill>
                <a:blip r:embed="rId6"/>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97E75E19-E5EF-2F26-B1F9-B9C37040423B}"/>
                  </a:ext>
                </a:extLst>
              </p:cNvPr>
              <p:cNvSpPr txBox="1"/>
              <p:nvPr/>
            </p:nvSpPr>
            <p:spPr>
              <a:xfrm>
                <a:off x="10218414" y="324003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0" name="TextBox 109">
                <a:extLst>
                  <a:ext uri="{FF2B5EF4-FFF2-40B4-BE49-F238E27FC236}">
                    <a16:creationId xmlns:a16="http://schemas.microsoft.com/office/drawing/2014/main" id="{97E75E19-E5EF-2F26-B1F9-B9C37040423B}"/>
                  </a:ext>
                </a:extLst>
              </p:cNvPr>
              <p:cNvSpPr txBox="1">
                <a:spLocks noRot="1" noChangeAspect="1" noMove="1" noResize="1" noEditPoints="1" noAdjustHandles="1" noChangeArrowheads="1" noChangeShapeType="1" noTextEdit="1"/>
              </p:cNvSpPr>
              <p:nvPr/>
            </p:nvSpPr>
            <p:spPr>
              <a:xfrm>
                <a:off x="10218414" y="3240034"/>
                <a:ext cx="229229" cy="276999"/>
              </a:xfrm>
              <a:prstGeom prst="rect">
                <a:avLst/>
              </a:prstGeom>
              <a:blipFill>
                <a:blip r:embed="rId11"/>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C7583D12-FE17-75D2-45B2-16F6A7E9926C}"/>
                  </a:ext>
                </a:extLst>
              </p:cNvPr>
              <p:cNvSpPr txBox="1"/>
              <p:nvPr/>
            </p:nvSpPr>
            <p:spPr>
              <a:xfrm>
                <a:off x="8169811" y="256609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1" name="TextBox 110">
                <a:extLst>
                  <a:ext uri="{FF2B5EF4-FFF2-40B4-BE49-F238E27FC236}">
                    <a16:creationId xmlns:a16="http://schemas.microsoft.com/office/drawing/2014/main" id="{C7583D12-FE17-75D2-45B2-16F6A7E9926C}"/>
                  </a:ext>
                </a:extLst>
              </p:cNvPr>
              <p:cNvSpPr txBox="1">
                <a:spLocks noRot="1" noChangeAspect="1" noMove="1" noResize="1" noEditPoints="1" noAdjustHandles="1" noChangeArrowheads="1" noChangeShapeType="1" noTextEdit="1"/>
              </p:cNvSpPr>
              <p:nvPr/>
            </p:nvSpPr>
            <p:spPr>
              <a:xfrm>
                <a:off x="8169811" y="2566090"/>
                <a:ext cx="229229" cy="276999"/>
              </a:xfrm>
              <a:prstGeom prst="rect">
                <a:avLst/>
              </a:prstGeom>
              <a:blipFill>
                <a:blip r:embed="rId12"/>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4CBBED66-3425-B0CB-9C40-C07331A09BEE}"/>
                  </a:ext>
                </a:extLst>
              </p:cNvPr>
              <p:cNvSpPr txBox="1"/>
              <p:nvPr/>
            </p:nvSpPr>
            <p:spPr>
              <a:xfrm>
                <a:off x="11558909" y="1194329"/>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2" name="TextBox 111">
                <a:extLst>
                  <a:ext uri="{FF2B5EF4-FFF2-40B4-BE49-F238E27FC236}">
                    <a16:creationId xmlns:a16="http://schemas.microsoft.com/office/drawing/2014/main" id="{4CBBED66-3425-B0CB-9C40-C07331A09BEE}"/>
                  </a:ext>
                </a:extLst>
              </p:cNvPr>
              <p:cNvSpPr txBox="1">
                <a:spLocks noRot="1" noChangeAspect="1" noMove="1" noResize="1" noEditPoints="1" noAdjustHandles="1" noChangeArrowheads="1" noChangeShapeType="1" noTextEdit="1"/>
              </p:cNvSpPr>
              <p:nvPr/>
            </p:nvSpPr>
            <p:spPr>
              <a:xfrm>
                <a:off x="11558909" y="1194329"/>
                <a:ext cx="229229" cy="276999"/>
              </a:xfrm>
              <a:prstGeom prst="rect">
                <a:avLst/>
              </a:prstGeom>
              <a:blipFill>
                <a:blip r:embed="rId9"/>
                <a:stretch>
                  <a:fillRect l="-15789" r="-10526"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F1ABE89-83CF-7674-1D65-FCCD979B9214}"/>
                  </a:ext>
                </a:extLst>
              </p:cNvPr>
              <p:cNvSpPr txBox="1"/>
              <p:nvPr/>
            </p:nvSpPr>
            <p:spPr>
              <a:xfrm>
                <a:off x="8633249" y="2083047"/>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3F1ABE89-83CF-7674-1D65-FCCD979B9214}"/>
                  </a:ext>
                </a:extLst>
              </p:cNvPr>
              <p:cNvSpPr txBox="1">
                <a:spLocks noRot="1" noChangeAspect="1" noMove="1" noResize="1" noEditPoints="1" noAdjustHandles="1" noChangeArrowheads="1" noChangeShapeType="1" noTextEdit="1"/>
              </p:cNvSpPr>
              <p:nvPr/>
            </p:nvSpPr>
            <p:spPr>
              <a:xfrm>
                <a:off x="8633249" y="2083047"/>
                <a:ext cx="229229" cy="276999"/>
              </a:xfrm>
              <a:prstGeom prst="rect">
                <a:avLst/>
              </a:prstGeom>
              <a:blipFill>
                <a:blip r:embed="rId9"/>
                <a:stretch>
                  <a:fillRect l="-10526"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F656D15-EBA3-D76B-5215-773059734BF1}"/>
                  </a:ext>
                </a:extLst>
              </p:cNvPr>
              <p:cNvSpPr txBox="1"/>
              <p:nvPr/>
            </p:nvSpPr>
            <p:spPr>
              <a:xfrm>
                <a:off x="8614902" y="75290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16" name="TextBox 115">
                <a:extLst>
                  <a:ext uri="{FF2B5EF4-FFF2-40B4-BE49-F238E27FC236}">
                    <a16:creationId xmlns:a16="http://schemas.microsoft.com/office/drawing/2014/main" id="{5F656D15-EBA3-D76B-5215-773059734BF1}"/>
                  </a:ext>
                </a:extLst>
              </p:cNvPr>
              <p:cNvSpPr txBox="1">
                <a:spLocks noRot="1" noChangeAspect="1" noMove="1" noResize="1" noEditPoints="1" noAdjustHandles="1" noChangeArrowheads="1" noChangeShapeType="1" noTextEdit="1"/>
              </p:cNvSpPr>
              <p:nvPr/>
            </p:nvSpPr>
            <p:spPr>
              <a:xfrm>
                <a:off x="8614902" y="752904"/>
                <a:ext cx="229229" cy="276999"/>
              </a:xfrm>
              <a:prstGeom prst="rect">
                <a:avLst/>
              </a:prstGeom>
              <a:blipFill>
                <a:blip r:embed="rId12"/>
                <a:stretch>
                  <a:fillRect l="-15789" r="-10526" b="-4348"/>
                </a:stretch>
              </a:blipFill>
            </p:spPr>
            <p:txBody>
              <a:bodyPr/>
              <a:lstStyle/>
              <a:p>
                <a:r>
                  <a:rPr lang="en-TW">
                    <a:noFill/>
                  </a:rPr>
                  <a:t> </a:t>
                </a:r>
              </a:p>
            </p:txBody>
          </p:sp>
        </mc:Fallback>
      </mc:AlternateContent>
      <p:sp>
        <p:nvSpPr>
          <p:cNvPr id="86" name="Rectangle 85">
            <a:extLst>
              <a:ext uri="{FF2B5EF4-FFF2-40B4-BE49-F238E27FC236}">
                <a16:creationId xmlns:a16="http://schemas.microsoft.com/office/drawing/2014/main" id="{3235A31F-B4E2-563D-EABB-B509E827C7AD}"/>
              </a:ext>
            </a:extLst>
          </p:cNvPr>
          <p:cNvSpPr/>
          <p:nvPr/>
        </p:nvSpPr>
        <p:spPr>
          <a:xfrm>
            <a:off x="6390780" y="3787687"/>
            <a:ext cx="569886" cy="6055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5" name="TextBox 84">
            <a:extLst>
              <a:ext uri="{FF2B5EF4-FFF2-40B4-BE49-F238E27FC236}">
                <a16:creationId xmlns:a16="http://schemas.microsoft.com/office/drawing/2014/main" id="{64A4CD5D-65DB-9CF7-4961-7257AEE1F345}"/>
              </a:ext>
            </a:extLst>
          </p:cNvPr>
          <p:cNvSpPr txBox="1"/>
          <p:nvPr/>
        </p:nvSpPr>
        <p:spPr>
          <a:xfrm>
            <a:off x="6460194" y="379395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119" name="TextBox 118">
            <a:extLst>
              <a:ext uri="{FF2B5EF4-FFF2-40B4-BE49-F238E27FC236}">
                <a16:creationId xmlns:a16="http://schemas.microsoft.com/office/drawing/2014/main" id="{B406B642-8636-5788-1504-17EBCA5E5A99}"/>
              </a:ext>
            </a:extLst>
          </p:cNvPr>
          <p:cNvSpPr txBox="1"/>
          <p:nvPr/>
        </p:nvSpPr>
        <p:spPr>
          <a:xfrm>
            <a:off x="11258511" y="448945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81" name="Rectangle 80">
            <a:extLst>
              <a:ext uri="{FF2B5EF4-FFF2-40B4-BE49-F238E27FC236}">
                <a16:creationId xmlns:a16="http://schemas.microsoft.com/office/drawing/2014/main" id="{C71B9C27-304E-7231-3A1D-316C65ED057E}"/>
              </a:ext>
            </a:extLst>
          </p:cNvPr>
          <p:cNvSpPr/>
          <p:nvPr/>
        </p:nvSpPr>
        <p:spPr>
          <a:xfrm>
            <a:off x="5901412" y="409314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3" name="Rectangle 92">
            <a:extLst>
              <a:ext uri="{FF2B5EF4-FFF2-40B4-BE49-F238E27FC236}">
                <a16:creationId xmlns:a16="http://schemas.microsoft.com/office/drawing/2014/main" id="{1F5ED572-483D-80AB-92FC-5B90493AF5DB}"/>
              </a:ext>
            </a:extLst>
          </p:cNvPr>
          <p:cNvSpPr/>
          <p:nvPr/>
        </p:nvSpPr>
        <p:spPr>
          <a:xfrm>
            <a:off x="5684488" y="3780880"/>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3" name="Rectangle 112">
            <a:extLst>
              <a:ext uri="{FF2B5EF4-FFF2-40B4-BE49-F238E27FC236}">
                <a16:creationId xmlns:a16="http://schemas.microsoft.com/office/drawing/2014/main" id="{30C43888-E723-477E-AE7C-C0D6D7FE1309}"/>
              </a:ext>
            </a:extLst>
          </p:cNvPr>
          <p:cNvSpPr/>
          <p:nvPr/>
        </p:nvSpPr>
        <p:spPr>
          <a:xfrm>
            <a:off x="8621675" y="3428999"/>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7" name="Rectangle 116">
            <a:extLst>
              <a:ext uri="{FF2B5EF4-FFF2-40B4-BE49-F238E27FC236}">
                <a16:creationId xmlns:a16="http://schemas.microsoft.com/office/drawing/2014/main" id="{33710371-BA8D-06AA-2024-A2E3C8C043F8}"/>
              </a:ext>
            </a:extLst>
          </p:cNvPr>
          <p:cNvSpPr/>
          <p:nvPr/>
        </p:nvSpPr>
        <p:spPr>
          <a:xfrm>
            <a:off x="9276419" y="342954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18" name="Rectangle 117">
            <a:extLst>
              <a:ext uri="{FF2B5EF4-FFF2-40B4-BE49-F238E27FC236}">
                <a16:creationId xmlns:a16="http://schemas.microsoft.com/office/drawing/2014/main" id="{1E184D77-83DC-62AD-6EA3-6F8B0F087A6C}"/>
              </a:ext>
            </a:extLst>
          </p:cNvPr>
          <p:cNvSpPr/>
          <p:nvPr/>
        </p:nvSpPr>
        <p:spPr>
          <a:xfrm>
            <a:off x="8133531" y="2604894"/>
            <a:ext cx="229229" cy="23819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0" name="Rectangle 119">
            <a:extLst>
              <a:ext uri="{FF2B5EF4-FFF2-40B4-BE49-F238E27FC236}">
                <a16:creationId xmlns:a16="http://schemas.microsoft.com/office/drawing/2014/main" id="{CB0B11C7-51A7-183F-BEA7-4B7C86B64B53}"/>
              </a:ext>
            </a:extLst>
          </p:cNvPr>
          <p:cNvSpPr/>
          <p:nvPr/>
        </p:nvSpPr>
        <p:spPr>
          <a:xfrm>
            <a:off x="10172880" y="322104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1" name="Rectangle 120">
            <a:extLst>
              <a:ext uri="{FF2B5EF4-FFF2-40B4-BE49-F238E27FC236}">
                <a16:creationId xmlns:a16="http://schemas.microsoft.com/office/drawing/2014/main" id="{91FB87A1-957B-BCAF-0AC3-FF63127A895B}"/>
              </a:ext>
            </a:extLst>
          </p:cNvPr>
          <p:cNvSpPr/>
          <p:nvPr/>
        </p:nvSpPr>
        <p:spPr>
          <a:xfrm>
            <a:off x="10488240" y="3105247"/>
            <a:ext cx="585283" cy="58337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2" name="Rectangle 121">
            <a:extLst>
              <a:ext uri="{FF2B5EF4-FFF2-40B4-BE49-F238E27FC236}">
                <a16:creationId xmlns:a16="http://schemas.microsoft.com/office/drawing/2014/main" id="{184F1BBE-EEAB-21C3-5E31-365EDB3C3115}"/>
              </a:ext>
            </a:extLst>
          </p:cNvPr>
          <p:cNvSpPr/>
          <p:nvPr/>
        </p:nvSpPr>
        <p:spPr>
          <a:xfrm>
            <a:off x="10774619" y="3233251"/>
            <a:ext cx="346798" cy="47931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3" name="Rectangle 122">
            <a:extLst>
              <a:ext uri="{FF2B5EF4-FFF2-40B4-BE49-F238E27FC236}">
                <a16:creationId xmlns:a16="http://schemas.microsoft.com/office/drawing/2014/main" id="{CF1A017D-4F16-D794-8ED1-A8C5C3C45B6E}"/>
              </a:ext>
            </a:extLst>
          </p:cNvPr>
          <p:cNvSpPr/>
          <p:nvPr/>
        </p:nvSpPr>
        <p:spPr>
          <a:xfrm>
            <a:off x="8614419" y="2106883"/>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4" name="Rectangle 123">
            <a:extLst>
              <a:ext uri="{FF2B5EF4-FFF2-40B4-BE49-F238E27FC236}">
                <a16:creationId xmlns:a16="http://schemas.microsoft.com/office/drawing/2014/main" id="{6DD41C37-62A5-AAE3-BAE4-F904F0824C5A}"/>
              </a:ext>
            </a:extLst>
          </p:cNvPr>
          <p:cNvSpPr/>
          <p:nvPr/>
        </p:nvSpPr>
        <p:spPr>
          <a:xfrm>
            <a:off x="11537578" y="1156151"/>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5" name="Rectangle 124">
            <a:extLst>
              <a:ext uri="{FF2B5EF4-FFF2-40B4-BE49-F238E27FC236}">
                <a16:creationId xmlns:a16="http://schemas.microsoft.com/office/drawing/2014/main" id="{F3F9A45D-1C5F-DA0C-E9AE-E3307E0533E3}"/>
              </a:ext>
            </a:extLst>
          </p:cNvPr>
          <p:cNvSpPr/>
          <p:nvPr/>
        </p:nvSpPr>
        <p:spPr>
          <a:xfrm>
            <a:off x="11156446" y="1054593"/>
            <a:ext cx="276147" cy="204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6" name="Rectangle 125">
            <a:extLst>
              <a:ext uri="{FF2B5EF4-FFF2-40B4-BE49-F238E27FC236}">
                <a16:creationId xmlns:a16="http://schemas.microsoft.com/office/drawing/2014/main" id="{CA4E3FBF-8A0E-B788-5DF0-8A16A15C7B39}"/>
              </a:ext>
            </a:extLst>
          </p:cNvPr>
          <p:cNvSpPr/>
          <p:nvPr/>
        </p:nvSpPr>
        <p:spPr>
          <a:xfrm>
            <a:off x="8579962" y="826333"/>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8" name="Rectangle 127">
            <a:extLst>
              <a:ext uri="{FF2B5EF4-FFF2-40B4-BE49-F238E27FC236}">
                <a16:creationId xmlns:a16="http://schemas.microsoft.com/office/drawing/2014/main" id="{74989F2F-2443-4307-8897-231EF8F90AAC}"/>
              </a:ext>
            </a:extLst>
          </p:cNvPr>
          <p:cNvSpPr/>
          <p:nvPr/>
        </p:nvSpPr>
        <p:spPr>
          <a:xfrm>
            <a:off x="8422303" y="5848685"/>
            <a:ext cx="602004" cy="6145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9" name="Rectangle 128">
            <a:extLst>
              <a:ext uri="{FF2B5EF4-FFF2-40B4-BE49-F238E27FC236}">
                <a16:creationId xmlns:a16="http://schemas.microsoft.com/office/drawing/2014/main" id="{43323056-C4FA-9FE3-2C04-620A9EED9242}"/>
              </a:ext>
            </a:extLst>
          </p:cNvPr>
          <p:cNvSpPr/>
          <p:nvPr/>
        </p:nvSpPr>
        <p:spPr>
          <a:xfrm>
            <a:off x="5882578" y="3800707"/>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0" name="Rectangle 129">
            <a:extLst>
              <a:ext uri="{FF2B5EF4-FFF2-40B4-BE49-F238E27FC236}">
                <a16:creationId xmlns:a16="http://schemas.microsoft.com/office/drawing/2014/main" id="{ADBC809A-DCA2-8D3B-F6A7-E5A0840338FF}"/>
              </a:ext>
            </a:extLst>
          </p:cNvPr>
          <p:cNvSpPr/>
          <p:nvPr/>
        </p:nvSpPr>
        <p:spPr>
          <a:xfrm>
            <a:off x="9793305" y="4582604"/>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1" name="Rectangle 130">
            <a:extLst>
              <a:ext uri="{FF2B5EF4-FFF2-40B4-BE49-F238E27FC236}">
                <a16:creationId xmlns:a16="http://schemas.microsoft.com/office/drawing/2014/main" id="{6D5E8CDF-E327-0DD3-30A0-876DC7D23A99}"/>
              </a:ext>
            </a:extLst>
          </p:cNvPr>
          <p:cNvSpPr/>
          <p:nvPr/>
        </p:nvSpPr>
        <p:spPr>
          <a:xfrm>
            <a:off x="11176155" y="1160988"/>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2" name="Rectangle 131">
            <a:extLst>
              <a:ext uri="{FF2B5EF4-FFF2-40B4-BE49-F238E27FC236}">
                <a16:creationId xmlns:a16="http://schemas.microsoft.com/office/drawing/2014/main" id="{5BF0D9A5-3120-C931-B3F2-8814A6A804A4}"/>
              </a:ext>
            </a:extLst>
          </p:cNvPr>
          <p:cNvSpPr/>
          <p:nvPr/>
        </p:nvSpPr>
        <p:spPr>
          <a:xfrm>
            <a:off x="8428432" y="4663376"/>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3" name="Rectangle 132">
            <a:extLst>
              <a:ext uri="{FF2B5EF4-FFF2-40B4-BE49-F238E27FC236}">
                <a16:creationId xmlns:a16="http://schemas.microsoft.com/office/drawing/2014/main" id="{CE052783-5125-68D1-4943-6D36323FC535}"/>
              </a:ext>
            </a:extLst>
          </p:cNvPr>
          <p:cNvSpPr/>
          <p:nvPr/>
        </p:nvSpPr>
        <p:spPr>
          <a:xfrm>
            <a:off x="7738350" y="4681722"/>
            <a:ext cx="248059"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4" name="Rectangle 133">
            <a:extLst>
              <a:ext uri="{FF2B5EF4-FFF2-40B4-BE49-F238E27FC236}">
                <a16:creationId xmlns:a16="http://schemas.microsoft.com/office/drawing/2014/main" id="{936C8367-8BFC-224B-D59E-D4F016A29445}"/>
              </a:ext>
            </a:extLst>
          </p:cNvPr>
          <p:cNvSpPr/>
          <p:nvPr/>
        </p:nvSpPr>
        <p:spPr>
          <a:xfrm>
            <a:off x="6336164" y="46910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5" name="Rectangle 134">
            <a:extLst>
              <a:ext uri="{FF2B5EF4-FFF2-40B4-BE49-F238E27FC236}">
                <a16:creationId xmlns:a16="http://schemas.microsoft.com/office/drawing/2014/main" id="{2516053C-9983-7CFF-A20B-4B7DD7ED3AF0}"/>
              </a:ext>
            </a:extLst>
          </p:cNvPr>
          <p:cNvSpPr/>
          <p:nvPr/>
        </p:nvSpPr>
        <p:spPr>
          <a:xfrm>
            <a:off x="5724940" y="4681722"/>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6" name="Rectangle 135">
            <a:extLst>
              <a:ext uri="{FF2B5EF4-FFF2-40B4-BE49-F238E27FC236}">
                <a16:creationId xmlns:a16="http://schemas.microsoft.com/office/drawing/2014/main" id="{553221FE-2A70-7116-5732-8F67FBC73E8C}"/>
              </a:ext>
            </a:extLst>
          </p:cNvPr>
          <p:cNvSpPr/>
          <p:nvPr/>
        </p:nvSpPr>
        <p:spPr>
          <a:xfrm>
            <a:off x="6584223" y="400693"/>
            <a:ext cx="176961" cy="53825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7" name="Rectangle 136">
            <a:extLst>
              <a:ext uri="{FF2B5EF4-FFF2-40B4-BE49-F238E27FC236}">
                <a16:creationId xmlns:a16="http://schemas.microsoft.com/office/drawing/2014/main" id="{5D9B3662-5A6D-7C52-7414-EAFEBFDCA42C}"/>
              </a:ext>
            </a:extLst>
          </p:cNvPr>
          <p:cNvSpPr/>
          <p:nvPr/>
        </p:nvSpPr>
        <p:spPr>
          <a:xfrm>
            <a:off x="6584223" y="1063950"/>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8" name="Rectangle 137">
            <a:extLst>
              <a:ext uri="{FF2B5EF4-FFF2-40B4-BE49-F238E27FC236}">
                <a16:creationId xmlns:a16="http://schemas.microsoft.com/office/drawing/2014/main" id="{2AA99920-7C49-7766-F447-318488A030FB}"/>
              </a:ext>
            </a:extLst>
          </p:cNvPr>
          <p:cNvSpPr/>
          <p:nvPr/>
        </p:nvSpPr>
        <p:spPr>
          <a:xfrm>
            <a:off x="6577859" y="4467128"/>
            <a:ext cx="176961" cy="2063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4" name="Oval 143">
            <a:extLst>
              <a:ext uri="{FF2B5EF4-FFF2-40B4-BE49-F238E27FC236}">
                <a16:creationId xmlns:a16="http://schemas.microsoft.com/office/drawing/2014/main" id="{4B19D91A-561C-0ACF-72E2-4F1A37BA7092}"/>
              </a:ext>
            </a:extLst>
          </p:cNvPr>
          <p:cNvSpPr/>
          <p:nvPr/>
        </p:nvSpPr>
        <p:spPr>
          <a:xfrm>
            <a:off x="12740545" y="3745432"/>
            <a:ext cx="205086" cy="205086"/>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W" dirty="0"/>
          </a:p>
        </p:txBody>
      </p:sp>
      <p:sp>
        <p:nvSpPr>
          <p:cNvPr id="146" name="Rectangle 145">
            <a:extLst>
              <a:ext uri="{FF2B5EF4-FFF2-40B4-BE49-F238E27FC236}">
                <a16:creationId xmlns:a16="http://schemas.microsoft.com/office/drawing/2014/main" id="{B585502D-0DB6-BDEF-683B-DB3D3CD5B9E7}"/>
              </a:ext>
            </a:extLst>
          </p:cNvPr>
          <p:cNvSpPr/>
          <p:nvPr/>
        </p:nvSpPr>
        <p:spPr>
          <a:xfrm>
            <a:off x="9793305" y="406912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94" name="TextBox 93">
            <a:extLst>
              <a:ext uri="{FF2B5EF4-FFF2-40B4-BE49-F238E27FC236}">
                <a16:creationId xmlns:a16="http://schemas.microsoft.com/office/drawing/2014/main" id="{A334F95F-E91F-5D02-F60C-5341BB3D5561}"/>
              </a:ext>
            </a:extLst>
          </p:cNvPr>
          <p:cNvSpPr txBox="1"/>
          <p:nvPr/>
        </p:nvSpPr>
        <p:spPr>
          <a:xfrm>
            <a:off x="9869236"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47" name="Rectangle 146">
            <a:extLst>
              <a:ext uri="{FF2B5EF4-FFF2-40B4-BE49-F238E27FC236}">
                <a16:creationId xmlns:a16="http://schemas.microsoft.com/office/drawing/2014/main" id="{DD8DCFC9-95F0-2CDF-F33A-FC262129ED73}"/>
              </a:ext>
            </a:extLst>
          </p:cNvPr>
          <p:cNvSpPr/>
          <p:nvPr/>
        </p:nvSpPr>
        <p:spPr>
          <a:xfrm>
            <a:off x="6045015" y="4112973"/>
            <a:ext cx="248059" cy="300330"/>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8" name="TextBox 87">
            <a:extLst>
              <a:ext uri="{FF2B5EF4-FFF2-40B4-BE49-F238E27FC236}">
                <a16:creationId xmlns:a16="http://schemas.microsoft.com/office/drawing/2014/main" id="{426C2770-030A-5A49-B6E2-58E48C1F432B}"/>
              </a:ext>
            </a:extLst>
          </p:cNvPr>
          <p:cNvSpPr txBox="1"/>
          <p:nvPr/>
        </p:nvSpPr>
        <p:spPr>
          <a:xfrm>
            <a:off x="5778598" y="378981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48" name="Rectangle 147">
            <a:extLst>
              <a:ext uri="{FF2B5EF4-FFF2-40B4-BE49-F238E27FC236}">
                <a16:creationId xmlns:a16="http://schemas.microsoft.com/office/drawing/2014/main" id="{144CC1F3-8D26-7D2B-495A-119A21799784}"/>
              </a:ext>
            </a:extLst>
          </p:cNvPr>
          <p:cNvSpPr/>
          <p:nvPr/>
        </p:nvSpPr>
        <p:spPr>
          <a:xfrm>
            <a:off x="11201944" y="1347935"/>
            <a:ext cx="57835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01" name="TextBox 100">
            <a:extLst>
              <a:ext uri="{FF2B5EF4-FFF2-40B4-BE49-F238E27FC236}">
                <a16:creationId xmlns:a16="http://schemas.microsoft.com/office/drawing/2014/main" id="{BA766BCA-0733-BE46-518D-C3EE44C5A4AB}"/>
              </a:ext>
            </a:extLst>
          </p:cNvPr>
          <p:cNvSpPr txBox="1"/>
          <p:nvPr/>
        </p:nvSpPr>
        <p:spPr>
          <a:xfrm>
            <a:off x="11270712" y="106256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49" name="Rectangle 148">
            <a:extLst>
              <a:ext uri="{FF2B5EF4-FFF2-40B4-BE49-F238E27FC236}">
                <a16:creationId xmlns:a16="http://schemas.microsoft.com/office/drawing/2014/main" id="{FF4B443D-3220-1104-7717-A12F9E36B178}"/>
              </a:ext>
            </a:extLst>
          </p:cNvPr>
          <p:cNvSpPr/>
          <p:nvPr/>
        </p:nvSpPr>
        <p:spPr>
          <a:xfrm>
            <a:off x="7078760" y="5852318"/>
            <a:ext cx="543937" cy="4271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82" name="TextBox 81">
            <a:extLst>
              <a:ext uri="{FF2B5EF4-FFF2-40B4-BE49-F238E27FC236}">
                <a16:creationId xmlns:a16="http://schemas.microsoft.com/office/drawing/2014/main" id="{DF556C0D-E802-9DD2-3BB5-5DD91FB018E9}"/>
              </a:ext>
            </a:extLst>
          </p:cNvPr>
          <p:cNvSpPr txBox="1"/>
          <p:nvPr/>
        </p:nvSpPr>
        <p:spPr>
          <a:xfrm>
            <a:off x="7145332" y="584868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50" name="Rectangle 149">
            <a:extLst>
              <a:ext uri="{FF2B5EF4-FFF2-40B4-BE49-F238E27FC236}">
                <a16:creationId xmlns:a16="http://schemas.microsoft.com/office/drawing/2014/main" id="{EEF89179-3B42-AE42-2AAA-0F420222F147}"/>
              </a:ext>
            </a:extLst>
          </p:cNvPr>
          <p:cNvSpPr/>
          <p:nvPr/>
        </p:nvSpPr>
        <p:spPr>
          <a:xfrm>
            <a:off x="7452938" y="241792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1" name="Rectangle 150">
            <a:extLst>
              <a:ext uri="{FF2B5EF4-FFF2-40B4-BE49-F238E27FC236}">
                <a16:creationId xmlns:a16="http://schemas.microsoft.com/office/drawing/2014/main" id="{11C77C46-20BB-4703-C9B5-CBDD9F0A6410}"/>
              </a:ext>
            </a:extLst>
          </p:cNvPr>
          <p:cNvSpPr/>
          <p:nvPr/>
        </p:nvSpPr>
        <p:spPr>
          <a:xfrm>
            <a:off x="6796256" y="449676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2" name="Rectangle 151">
            <a:extLst>
              <a:ext uri="{FF2B5EF4-FFF2-40B4-BE49-F238E27FC236}">
                <a16:creationId xmlns:a16="http://schemas.microsoft.com/office/drawing/2014/main" id="{AD25C7F6-F599-B8C9-EC81-BA27EEF6C90B}"/>
              </a:ext>
            </a:extLst>
          </p:cNvPr>
          <p:cNvSpPr/>
          <p:nvPr/>
        </p:nvSpPr>
        <p:spPr>
          <a:xfrm>
            <a:off x="6125341" y="3304379"/>
            <a:ext cx="15138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3" name="Rectangle 152">
            <a:extLst>
              <a:ext uri="{FF2B5EF4-FFF2-40B4-BE49-F238E27FC236}">
                <a16:creationId xmlns:a16="http://schemas.microsoft.com/office/drawing/2014/main" id="{683DFBBD-EEC7-60E4-9158-C8EC6B08E23F}"/>
              </a:ext>
            </a:extLst>
          </p:cNvPr>
          <p:cNvSpPr/>
          <p:nvPr/>
        </p:nvSpPr>
        <p:spPr>
          <a:xfrm>
            <a:off x="6095998" y="2604894"/>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4" name="Rectangle 153">
            <a:extLst>
              <a:ext uri="{FF2B5EF4-FFF2-40B4-BE49-F238E27FC236}">
                <a16:creationId xmlns:a16="http://schemas.microsoft.com/office/drawing/2014/main" id="{334D774B-9B6E-A0E5-BEFB-DB7A2985374D}"/>
              </a:ext>
            </a:extLst>
          </p:cNvPr>
          <p:cNvSpPr/>
          <p:nvPr/>
        </p:nvSpPr>
        <p:spPr>
          <a:xfrm>
            <a:off x="7156442" y="2560749"/>
            <a:ext cx="481745" cy="47617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5" name="Rectangle 154">
            <a:extLst>
              <a:ext uri="{FF2B5EF4-FFF2-40B4-BE49-F238E27FC236}">
                <a16:creationId xmlns:a16="http://schemas.microsoft.com/office/drawing/2014/main" id="{3B9F0AC3-A050-264C-415B-65613CC77A10}"/>
              </a:ext>
            </a:extLst>
          </p:cNvPr>
          <p:cNvSpPr/>
          <p:nvPr/>
        </p:nvSpPr>
        <p:spPr>
          <a:xfrm>
            <a:off x="7469725" y="3326127"/>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6" name="Rectangle 155">
            <a:extLst>
              <a:ext uri="{FF2B5EF4-FFF2-40B4-BE49-F238E27FC236}">
                <a16:creationId xmlns:a16="http://schemas.microsoft.com/office/drawing/2014/main" id="{C3A6DED7-419F-546C-5D92-7B5BBE9EAEC7}"/>
              </a:ext>
            </a:extLst>
          </p:cNvPr>
          <p:cNvSpPr/>
          <p:nvPr/>
        </p:nvSpPr>
        <p:spPr>
          <a:xfrm>
            <a:off x="9801137" y="3127789"/>
            <a:ext cx="572533" cy="59855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7" name="Rectangle 156">
            <a:extLst>
              <a:ext uri="{FF2B5EF4-FFF2-40B4-BE49-F238E27FC236}">
                <a16:creationId xmlns:a16="http://schemas.microsoft.com/office/drawing/2014/main" id="{E8E50947-A5E2-7C30-0BB4-13B8AE941246}"/>
              </a:ext>
            </a:extLst>
          </p:cNvPr>
          <p:cNvSpPr/>
          <p:nvPr/>
        </p:nvSpPr>
        <p:spPr>
          <a:xfrm>
            <a:off x="10470105" y="3290500"/>
            <a:ext cx="169760"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58" name="Rectangle 157">
            <a:extLst>
              <a:ext uri="{FF2B5EF4-FFF2-40B4-BE49-F238E27FC236}">
                <a16:creationId xmlns:a16="http://schemas.microsoft.com/office/drawing/2014/main" id="{A6A0FBBA-1FF1-D5A9-9486-0EF763B905EA}"/>
              </a:ext>
            </a:extLst>
          </p:cNvPr>
          <p:cNvSpPr/>
          <p:nvPr/>
        </p:nvSpPr>
        <p:spPr>
          <a:xfrm>
            <a:off x="10482417" y="1018124"/>
            <a:ext cx="591106" cy="65606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2" name="Rectangle 161">
            <a:extLst>
              <a:ext uri="{FF2B5EF4-FFF2-40B4-BE49-F238E27FC236}">
                <a16:creationId xmlns:a16="http://schemas.microsoft.com/office/drawing/2014/main" id="{8FCCEF29-344B-0892-6398-08FFD482388D}"/>
              </a:ext>
            </a:extLst>
          </p:cNvPr>
          <p:cNvSpPr/>
          <p:nvPr/>
        </p:nvSpPr>
        <p:spPr>
          <a:xfrm>
            <a:off x="10461066" y="1737052"/>
            <a:ext cx="412291" cy="57125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3" name="Rectangle 162">
            <a:extLst>
              <a:ext uri="{FF2B5EF4-FFF2-40B4-BE49-F238E27FC236}">
                <a16:creationId xmlns:a16="http://schemas.microsoft.com/office/drawing/2014/main" id="{6E3201D9-C564-DAAF-64FD-C36149B8340D}"/>
              </a:ext>
            </a:extLst>
          </p:cNvPr>
          <p:cNvSpPr/>
          <p:nvPr/>
        </p:nvSpPr>
        <p:spPr>
          <a:xfrm>
            <a:off x="10702567" y="809233"/>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4" name="Rectangle 163">
            <a:extLst>
              <a:ext uri="{FF2B5EF4-FFF2-40B4-BE49-F238E27FC236}">
                <a16:creationId xmlns:a16="http://schemas.microsoft.com/office/drawing/2014/main" id="{9D884523-BD5C-9046-FBAF-F9FEBE87E8AB}"/>
              </a:ext>
            </a:extLst>
          </p:cNvPr>
          <p:cNvSpPr/>
          <p:nvPr/>
        </p:nvSpPr>
        <p:spPr>
          <a:xfrm>
            <a:off x="7957029" y="150668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5" name="Rectangle 164">
            <a:extLst>
              <a:ext uri="{FF2B5EF4-FFF2-40B4-BE49-F238E27FC236}">
                <a16:creationId xmlns:a16="http://schemas.microsoft.com/office/drawing/2014/main" id="{E5E16E2B-BF1A-77F5-3400-DA4839002CDB}"/>
              </a:ext>
            </a:extLst>
          </p:cNvPr>
          <p:cNvSpPr/>
          <p:nvPr/>
        </p:nvSpPr>
        <p:spPr>
          <a:xfrm>
            <a:off x="6601865" y="1480882"/>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6" name="Rectangle 165">
            <a:extLst>
              <a:ext uri="{FF2B5EF4-FFF2-40B4-BE49-F238E27FC236}">
                <a16:creationId xmlns:a16="http://schemas.microsoft.com/office/drawing/2014/main" id="{8882D266-D70C-2794-0673-F96DE4399FAC}"/>
              </a:ext>
            </a:extLst>
          </p:cNvPr>
          <p:cNvSpPr/>
          <p:nvPr/>
        </p:nvSpPr>
        <p:spPr>
          <a:xfrm>
            <a:off x="6146375" y="214366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7" name="Rectangle 166">
            <a:extLst>
              <a:ext uri="{FF2B5EF4-FFF2-40B4-BE49-F238E27FC236}">
                <a16:creationId xmlns:a16="http://schemas.microsoft.com/office/drawing/2014/main" id="{D83D59EB-C544-027C-70B2-8B37CF6AF7A2}"/>
              </a:ext>
            </a:extLst>
          </p:cNvPr>
          <p:cNvSpPr/>
          <p:nvPr/>
        </p:nvSpPr>
        <p:spPr>
          <a:xfrm>
            <a:off x="9814226" y="49140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9" name="Rectangle 168">
            <a:extLst>
              <a:ext uri="{FF2B5EF4-FFF2-40B4-BE49-F238E27FC236}">
                <a16:creationId xmlns:a16="http://schemas.microsoft.com/office/drawing/2014/main" id="{6315C90B-A3F5-638A-A510-140A110AB543}"/>
              </a:ext>
            </a:extLst>
          </p:cNvPr>
          <p:cNvSpPr/>
          <p:nvPr/>
        </p:nvSpPr>
        <p:spPr>
          <a:xfrm>
            <a:off x="9821883" y="5351144"/>
            <a:ext cx="21948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39" name="Rectangle 138">
            <a:extLst>
              <a:ext uri="{FF2B5EF4-FFF2-40B4-BE49-F238E27FC236}">
                <a16:creationId xmlns:a16="http://schemas.microsoft.com/office/drawing/2014/main" id="{6D8175A6-AAC1-A2D5-1E86-F62636019F30}"/>
              </a:ext>
            </a:extLst>
          </p:cNvPr>
          <p:cNvSpPr/>
          <p:nvPr/>
        </p:nvSpPr>
        <p:spPr>
          <a:xfrm>
            <a:off x="9784628" y="5384480"/>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27" name="TextBox 126">
            <a:extLst>
              <a:ext uri="{FF2B5EF4-FFF2-40B4-BE49-F238E27FC236}">
                <a16:creationId xmlns:a16="http://schemas.microsoft.com/office/drawing/2014/main" id="{9FE650D3-DA06-F76A-189A-8CF922D238E6}"/>
              </a:ext>
            </a:extLst>
          </p:cNvPr>
          <p:cNvSpPr txBox="1"/>
          <p:nvPr/>
        </p:nvSpPr>
        <p:spPr>
          <a:xfrm>
            <a:off x="990956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140" name="Rectangle 139">
            <a:extLst>
              <a:ext uri="{FF2B5EF4-FFF2-40B4-BE49-F238E27FC236}">
                <a16:creationId xmlns:a16="http://schemas.microsoft.com/office/drawing/2014/main" id="{8A87874B-C33B-A49D-3E15-206F77BE4967}"/>
              </a:ext>
            </a:extLst>
          </p:cNvPr>
          <p:cNvSpPr/>
          <p:nvPr/>
        </p:nvSpPr>
        <p:spPr>
          <a:xfrm>
            <a:off x="10469525" y="4595682"/>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1" name="Rectangle 140">
            <a:extLst>
              <a:ext uri="{FF2B5EF4-FFF2-40B4-BE49-F238E27FC236}">
                <a16:creationId xmlns:a16="http://schemas.microsoft.com/office/drawing/2014/main" id="{384C9D44-EB3A-0FC6-EA19-D9123DE96056}"/>
              </a:ext>
            </a:extLst>
          </p:cNvPr>
          <p:cNvSpPr/>
          <p:nvPr/>
        </p:nvSpPr>
        <p:spPr>
          <a:xfrm>
            <a:off x="9776122" y="4674296"/>
            <a:ext cx="644817"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2" name="Rectangle 141">
            <a:extLst>
              <a:ext uri="{FF2B5EF4-FFF2-40B4-BE49-F238E27FC236}">
                <a16:creationId xmlns:a16="http://schemas.microsoft.com/office/drawing/2014/main" id="{6E0CBC6C-ADD9-F700-CCD8-1E12BA41AB60}"/>
              </a:ext>
            </a:extLst>
          </p:cNvPr>
          <p:cNvSpPr/>
          <p:nvPr/>
        </p:nvSpPr>
        <p:spPr>
          <a:xfrm>
            <a:off x="10228540" y="1223982"/>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3" name="Rectangle 142">
            <a:extLst>
              <a:ext uri="{FF2B5EF4-FFF2-40B4-BE49-F238E27FC236}">
                <a16:creationId xmlns:a16="http://schemas.microsoft.com/office/drawing/2014/main" id="{D948E267-C44A-78AE-0D20-5247F8EDFE04}"/>
              </a:ext>
            </a:extLst>
          </p:cNvPr>
          <p:cNvSpPr/>
          <p:nvPr/>
        </p:nvSpPr>
        <p:spPr>
          <a:xfrm>
            <a:off x="10242199" y="500091"/>
            <a:ext cx="15931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45" name="Rectangle 144">
            <a:extLst>
              <a:ext uri="{FF2B5EF4-FFF2-40B4-BE49-F238E27FC236}">
                <a16:creationId xmlns:a16="http://schemas.microsoft.com/office/drawing/2014/main" id="{B5215ADE-B38C-723D-D8A9-079B59668EA4}"/>
              </a:ext>
            </a:extLst>
          </p:cNvPr>
          <p:cNvSpPr/>
          <p:nvPr/>
        </p:nvSpPr>
        <p:spPr>
          <a:xfrm>
            <a:off x="6122231" y="5321798"/>
            <a:ext cx="183464"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87651AA-4ED0-1CF0-02C2-1259C859C2AE}"/>
                  </a:ext>
                </a:extLst>
              </p:cNvPr>
              <p:cNvSpPr txBox="1"/>
              <p:nvPr/>
            </p:nvSpPr>
            <p:spPr>
              <a:xfrm>
                <a:off x="5873408" y="1661994"/>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68" name="TextBox 167">
                <a:extLst>
                  <a:ext uri="{FF2B5EF4-FFF2-40B4-BE49-F238E27FC236}">
                    <a16:creationId xmlns:a16="http://schemas.microsoft.com/office/drawing/2014/main" id="{287651AA-4ED0-1CF0-02C2-1259C859C2AE}"/>
                  </a:ext>
                </a:extLst>
              </p:cNvPr>
              <p:cNvSpPr txBox="1">
                <a:spLocks noRot="1" noChangeAspect="1" noMove="1" noResize="1" noEditPoints="1" noAdjustHandles="1" noChangeArrowheads="1" noChangeShapeType="1" noTextEdit="1"/>
              </p:cNvSpPr>
              <p:nvPr/>
            </p:nvSpPr>
            <p:spPr>
              <a:xfrm>
                <a:off x="5873408" y="1661994"/>
                <a:ext cx="229229" cy="276999"/>
              </a:xfrm>
              <a:prstGeom prst="rect">
                <a:avLst/>
              </a:prstGeom>
              <a:blipFill>
                <a:blip r:embed="rId5"/>
                <a:stretch>
                  <a:fillRect l="-15789" r="-15789" b="-9091"/>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A7F16938-50D2-285D-E8DB-20F1D5C3714B}"/>
                  </a:ext>
                </a:extLst>
              </p:cNvPr>
              <p:cNvSpPr txBox="1"/>
              <p:nvPr/>
            </p:nvSpPr>
            <p:spPr>
              <a:xfrm>
                <a:off x="8147544" y="347647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78" name="TextBox 177">
                <a:extLst>
                  <a:ext uri="{FF2B5EF4-FFF2-40B4-BE49-F238E27FC236}">
                    <a16:creationId xmlns:a16="http://schemas.microsoft.com/office/drawing/2014/main" id="{A7F16938-50D2-285D-E8DB-20F1D5C3714B}"/>
                  </a:ext>
                </a:extLst>
              </p:cNvPr>
              <p:cNvSpPr txBox="1">
                <a:spLocks noRot="1" noChangeAspect="1" noMove="1" noResize="1" noEditPoints="1" noAdjustHandles="1" noChangeArrowheads="1" noChangeShapeType="1" noTextEdit="1"/>
              </p:cNvSpPr>
              <p:nvPr/>
            </p:nvSpPr>
            <p:spPr>
              <a:xfrm>
                <a:off x="8147544" y="3476478"/>
                <a:ext cx="229229" cy="276999"/>
              </a:xfrm>
              <a:prstGeom prst="rect">
                <a:avLst/>
              </a:prstGeom>
              <a:blipFill>
                <a:blip r:embed="rId13"/>
                <a:stretch>
                  <a:fillRect l="-15789" r="-15789"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5D1CEB76-1ECA-857F-1340-437372161196}"/>
                  </a:ext>
                </a:extLst>
              </p:cNvPr>
              <p:cNvSpPr txBox="1"/>
              <p:nvPr/>
            </p:nvSpPr>
            <p:spPr>
              <a:xfrm>
                <a:off x="5705408" y="3031765"/>
                <a:ext cx="19747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6" name="TextBox 185">
                <a:extLst>
                  <a:ext uri="{FF2B5EF4-FFF2-40B4-BE49-F238E27FC236}">
                    <a16:creationId xmlns:a16="http://schemas.microsoft.com/office/drawing/2014/main" id="{5D1CEB76-1ECA-857F-1340-437372161196}"/>
                  </a:ext>
                </a:extLst>
              </p:cNvPr>
              <p:cNvSpPr txBox="1">
                <a:spLocks noRot="1" noChangeAspect="1" noMove="1" noResize="1" noEditPoints="1" noAdjustHandles="1" noChangeArrowheads="1" noChangeShapeType="1" noTextEdit="1"/>
              </p:cNvSpPr>
              <p:nvPr/>
            </p:nvSpPr>
            <p:spPr>
              <a:xfrm>
                <a:off x="5705408" y="3031765"/>
                <a:ext cx="197478" cy="276999"/>
              </a:xfrm>
              <a:prstGeom prst="rect">
                <a:avLst/>
              </a:prstGeom>
              <a:blipFill>
                <a:blip r:embed="rId10"/>
                <a:stretch>
                  <a:fillRect l="-25000" r="-25000" b="-8696"/>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2580F439-8DA2-001C-1BED-BC32AB67889A}"/>
                  </a:ext>
                </a:extLst>
              </p:cNvPr>
              <p:cNvSpPr txBox="1"/>
              <p:nvPr/>
            </p:nvSpPr>
            <p:spPr>
              <a:xfrm>
                <a:off x="6348147" y="3058080"/>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7" name="TextBox 186">
                <a:extLst>
                  <a:ext uri="{FF2B5EF4-FFF2-40B4-BE49-F238E27FC236}">
                    <a16:creationId xmlns:a16="http://schemas.microsoft.com/office/drawing/2014/main" id="{2580F439-8DA2-001C-1BED-BC32AB67889A}"/>
                  </a:ext>
                </a:extLst>
              </p:cNvPr>
              <p:cNvSpPr txBox="1">
                <a:spLocks noRot="1" noChangeAspect="1" noMove="1" noResize="1" noEditPoints="1" noAdjustHandles="1" noChangeArrowheads="1" noChangeShapeType="1" noTextEdit="1"/>
              </p:cNvSpPr>
              <p:nvPr/>
            </p:nvSpPr>
            <p:spPr>
              <a:xfrm>
                <a:off x="6348147" y="3058080"/>
                <a:ext cx="229229" cy="276999"/>
              </a:xfrm>
              <a:prstGeom prst="rect">
                <a:avLst/>
              </a:prstGeom>
              <a:blipFill>
                <a:blip r:embed="rId4"/>
                <a:stretch>
                  <a:fillRect l="-10526" r="-15789" b="-4348"/>
                </a:stretch>
              </a:blipFill>
            </p:spPr>
            <p:txBody>
              <a:bodyPr/>
              <a:lstStyle/>
              <a:p>
                <a:r>
                  <a:rPr lang="en-TW">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E4D4F33-ED15-B6EB-C0FD-E065EF9FF5AB}"/>
                  </a:ext>
                </a:extLst>
              </p:cNvPr>
              <p:cNvSpPr txBox="1"/>
              <p:nvPr/>
            </p:nvSpPr>
            <p:spPr>
              <a:xfrm>
                <a:off x="7030717" y="3049128"/>
                <a:ext cx="2292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TW" b="1" i="1" smtClean="0">
                          <a:solidFill>
                            <a:srgbClr val="FF0000"/>
                          </a:solidFill>
                          <a:latin typeface="Cambria Math" panose="02040503050406030204" pitchFamily="18" charset="0"/>
                          <a:ea typeface="Cambria Math" panose="02040503050406030204" pitchFamily="18" charset="0"/>
                        </a:rPr>
                        <m:t>×</m:t>
                      </m:r>
                    </m:oMath>
                  </m:oMathPara>
                </a14:m>
                <a:endParaRPr lang="en-TW" b="1" dirty="0">
                  <a:solidFill>
                    <a:srgbClr val="FF0000"/>
                  </a:solidFill>
                  <a:latin typeface="Arial" panose="020B0604020202020204" pitchFamily="34" charset="0"/>
                  <a:cs typeface="Arial" panose="020B0604020202020204" pitchFamily="34" charset="0"/>
                </a:endParaRPr>
              </a:p>
            </p:txBody>
          </p:sp>
        </mc:Choice>
        <mc:Fallback xmlns="">
          <p:sp>
            <p:nvSpPr>
              <p:cNvPr id="188" name="TextBox 187">
                <a:extLst>
                  <a:ext uri="{FF2B5EF4-FFF2-40B4-BE49-F238E27FC236}">
                    <a16:creationId xmlns:a16="http://schemas.microsoft.com/office/drawing/2014/main" id="{0E4D4F33-ED15-B6EB-C0FD-E065EF9FF5AB}"/>
                  </a:ext>
                </a:extLst>
              </p:cNvPr>
              <p:cNvSpPr txBox="1">
                <a:spLocks noRot="1" noChangeAspect="1" noMove="1" noResize="1" noEditPoints="1" noAdjustHandles="1" noChangeArrowheads="1" noChangeShapeType="1" noTextEdit="1"/>
              </p:cNvSpPr>
              <p:nvPr/>
            </p:nvSpPr>
            <p:spPr>
              <a:xfrm>
                <a:off x="7030717" y="3049128"/>
                <a:ext cx="229229" cy="276999"/>
              </a:xfrm>
              <a:prstGeom prst="rect">
                <a:avLst/>
              </a:prstGeom>
              <a:blipFill>
                <a:blip r:embed="rId11"/>
                <a:stretch>
                  <a:fillRect l="-10526" r="-15789" b="-4348"/>
                </a:stretch>
              </a:blipFill>
            </p:spPr>
            <p:txBody>
              <a:bodyPr/>
              <a:lstStyle/>
              <a:p>
                <a:r>
                  <a:rPr lang="en-TW">
                    <a:noFill/>
                  </a:rPr>
                  <a:t> </a:t>
                </a:r>
              </a:p>
            </p:txBody>
          </p:sp>
        </mc:Fallback>
      </mc:AlternateContent>
      <p:sp>
        <p:nvSpPr>
          <p:cNvPr id="159" name="Rectangle 158">
            <a:extLst>
              <a:ext uri="{FF2B5EF4-FFF2-40B4-BE49-F238E27FC236}">
                <a16:creationId xmlns:a16="http://schemas.microsoft.com/office/drawing/2014/main" id="{04706051-1C3A-8277-B370-7AD04420CB80}"/>
              </a:ext>
            </a:extLst>
          </p:cNvPr>
          <p:cNvSpPr/>
          <p:nvPr/>
        </p:nvSpPr>
        <p:spPr>
          <a:xfrm>
            <a:off x="6385531" y="2408164"/>
            <a:ext cx="579826" cy="63537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0" name="Rectangle 169">
            <a:extLst>
              <a:ext uri="{FF2B5EF4-FFF2-40B4-BE49-F238E27FC236}">
                <a16:creationId xmlns:a16="http://schemas.microsoft.com/office/drawing/2014/main" id="{16DF678B-9127-858E-A0F3-ACF80ACFF36D}"/>
              </a:ext>
            </a:extLst>
          </p:cNvPr>
          <p:cNvSpPr/>
          <p:nvPr/>
        </p:nvSpPr>
        <p:spPr>
          <a:xfrm>
            <a:off x="7266420" y="327228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3" name="Rectangle 172">
            <a:extLst>
              <a:ext uri="{FF2B5EF4-FFF2-40B4-BE49-F238E27FC236}">
                <a16:creationId xmlns:a16="http://schemas.microsoft.com/office/drawing/2014/main" id="{1DF28DA1-8402-E1A0-AEC3-E65C1918758F}"/>
              </a:ext>
            </a:extLst>
          </p:cNvPr>
          <p:cNvSpPr/>
          <p:nvPr/>
        </p:nvSpPr>
        <p:spPr>
          <a:xfrm>
            <a:off x="5693052" y="3184652"/>
            <a:ext cx="530089" cy="54489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4" name="Rectangle 173">
            <a:extLst>
              <a:ext uri="{FF2B5EF4-FFF2-40B4-BE49-F238E27FC236}">
                <a16:creationId xmlns:a16="http://schemas.microsoft.com/office/drawing/2014/main" id="{B2D048EF-5C97-CED4-8269-151BECD65766}"/>
              </a:ext>
            </a:extLst>
          </p:cNvPr>
          <p:cNvSpPr/>
          <p:nvPr/>
        </p:nvSpPr>
        <p:spPr>
          <a:xfrm>
            <a:off x="6342772" y="3105247"/>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5" name="Rectangle 174">
            <a:extLst>
              <a:ext uri="{FF2B5EF4-FFF2-40B4-BE49-F238E27FC236}">
                <a16:creationId xmlns:a16="http://schemas.microsoft.com/office/drawing/2014/main" id="{F22A0ABD-B6EE-217E-0BDF-0B750E012804}"/>
              </a:ext>
            </a:extLst>
          </p:cNvPr>
          <p:cNvSpPr/>
          <p:nvPr/>
        </p:nvSpPr>
        <p:spPr>
          <a:xfrm>
            <a:off x="5690778" y="3098269"/>
            <a:ext cx="241451" cy="1852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0" name="Rectangle 179">
            <a:extLst>
              <a:ext uri="{FF2B5EF4-FFF2-40B4-BE49-F238E27FC236}">
                <a16:creationId xmlns:a16="http://schemas.microsoft.com/office/drawing/2014/main" id="{3E99A61C-49D3-3856-BCAD-C506CC1F7425}"/>
              </a:ext>
            </a:extLst>
          </p:cNvPr>
          <p:cNvSpPr/>
          <p:nvPr/>
        </p:nvSpPr>
        <p:spPr>
          <a:xfrm>
            <a:off x="7039646" y="3109137"/>
            <a:ext cx="412292" cy="58645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9" name="Rectangle 188">
            <a:extLst>
              <a:ext uri="{FF2B5EF4-FFF2-40B4-BE49-F238E27FC236}">
                <a16:creationId xmlns:a16="http://schemas.microsoft.com/office/drawing/2014/main" id="{43AA9078-C19F-38C1-F920-D520257E0D92}"/>
              </a:ext>
            </a:extLst>
          </p:cNvPr>
          <p:cNvSpPr/>
          <p:nvPr/>
        </p:nvSpPr>
        <p:spPr>
          <a:xfrm>
            <a:off x="7890847" y="3543755"/>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1" name="Rectangle 190">
            <a:extLst>
              <a:ext uri="{FF2B5EF4-FFF2-40B4-BE49-F238E27FC236}">
                <a16:creationId xmlns:a16="http://schemas.microsoft.com/office/drawing/2014/main" id="{B4338253-BD90-6078-74C4-8B4C217BF68E}"/>
              </a:ext>
            </a:extLst>
          </p:cNvPr>
          <p:cNvSpPr/>
          <p:nvPr/>
        </p:nvSpPr>
        <p:spPr>
          <a:xfrm>
            <a:off x="5715384" y="1733906"/>
            <a:ext cx="522257" cy="58274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5" name="TextBox 184">
            <a:extLst>
              <a:ext uri="{FF2B5EF4-FFF2-40B4-BE49-F238E27FC236}">
                <a16:creationId xmlns:a16="http://schemas.microsoft.com/office/drawing/2014/main" id="{C52E1DDF-EB40-1C06-AEFE-E4F35FE5EC28}"/>
              </a:ext>
            </a:extLst>
          </p:cNvPr>
          <p:cNvSpPr txBox="1"/>
          <p:nvPr/>
        </p:nvSpPr>
        <p:spPr>
          <a:xfrm>
            <a:off x="6458870" y="241814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90" name="Rectangle 189">
            <a:extLst>
              <a:ext uri="{FF2B5EF4-FFF2-40B4-BE49-F238E27FC236}">
                <a16:creationId xmlns:a16="http://schemas.microsoft.com/office/drawing/2014/main" id="{A1D128E5-DDF3-D7EF-808E-E669712F5526}"/>
              </a:ext>
            </a:extLst>
          </p:cNvPr>
          <p:cNvSpPr/>
          <p:nvPr/>
        </p:nvSpPr>
        <p:spPr>
          <a:xfrm>
            <a:off x="6796256" y="3117405"/>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2" name="Rectangle 191">
            <a:extLst>
              <a:ext uri="{FF2B5EF4-FFF2-40B4-BE49-F238E27FC236}">
                <a16:creationId xmlns:a16="http://schemas.microsoft.com/office/drawing/2014/main" id="{9629BD9F-09C9-B703-00AC-892E30A1CCDD}"/>
              </a:ext>
            </a:extLst>
          </p:cNvPr>
          <p:cNvSpPr/>
          <p:nvPr/>
        </p:nvSpPr>
        <p:spPr>
          <a:xfrm>
            <a:off x="7455747" y="309216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3" name="Rectangle 192">
            <a:extLst>
              <a:ext uri="{FF2B5EF4-FFF2-40B4-BE49-F238E27FC236}">
                <a16:creationId xmlns:a16="http://schemas.microsoft.com/office/drawing/2014/main" id="{D59E079D-7108-98C7-1387-A871E8CDD5EF}"/>
              </a:ext>
            </a:extLst>
          </p:cNvPr>
          <p:cNvSpPr/>
          <p:nvPr/>
        </p:nvSpPr>
        <p:spPr>
          <a:xfrm>
            <a:off x="8149966" y="2426454"/>
            <a:ext cx="187820" cy="1913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4" name="Rectangle 193">
            <a:extLst>
              <a:ext uri="{FF2B5EF4-FFF2-40B4-BE49-F238E27FC236}">
                <a16:creationId xmlns:a16="http://schemas.microsoft.com/office/drawing/2014/main" id="{1ED0058B-5061-42E1-E358-03B8667AA456}"/>
              </a:ext>
            </a:extLst>
          </p:cNvPr>
          <p:cNvSpPr/>
          <p:nvPr/>
        </p:nvSpPr>
        <p:spPr>
          <a:xfrm>
            <a:off x="6376929" y="3257088"/>
            <a:ext cx="425916" cy="46790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5" name="Rectangle 194">
            <a:extLst>
              <a:ext uri="{FF2B5EF4-FFF2-40B4-BE49-F238E27FC236}">
                <a16:creationId xmlns:a16="http://schemas.microsoft.com/office/drawing/2014/main" id="{1BF3F6A7-DEEC-B2FC-B98C-0BF1CCB34A99}"/>
              </a:ext>
            </a:extLst>
          </p:cNvPr>
          <p:cNvSpPr/>
          <p:nvPr/>
        </p:nvSpPr>
        <p:spPr>
          <a:xfrm>
            <a:off x="9447939" y="3105247"/>
            <a:ext cx="222220" cy="63582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6" name="Rectangle 195">
            <a:extLst>
              <a:ext uri="{FF2B5EF4-FFF2-40B4-BE49-F238E27FC236}">
                <a16:creationId xmlns:a16="http://schemas.microsoft.com/office/drawing/2014/main" id="{5E14EB5C-D9FA-709C-15FB-38F6180DE581}"/>
              </a:ext>
            </a:extLst>
          </p:cNvPr>
          <p:cNvSpPr/>
          <p:nvPr/>
        </p:nvSpPr>
        <p:spPr>
          <a:xfrm>
            <a:off x="7718392" y="2432747"/>
            <a:ext cx="619394" cy="62533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97" name="TextBox 196">
            <a:extLst>
              <a:ext uri="{FF2B5EF4-FFF2-40B4-BE49-F238E27FC236}">
                <a16:creationId xmlns:a16="http://schemas.microsoft.com/office/drawing/2014/main" id="{4902F524-9CF1-4848-AFF0-F9FF52A6EF99}"/>
              </a:ext>
            </a:extLst>
          </p:cNvPr>
          <p:cNvSpPr txBox="1"/>
          <p:nvPr/>
        </p:nvSpPr>
        <p:spPr>
          <a:xfrm>
            <a:off x="7832099" y="244126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171" name="Rectangle 170">
            <a:extLst>
              <a:ext uri="{FF2B5EF4-FFF2-40B4-BE49-F238E27FC236}">
                <a16:creationId xmlns:a16="http://schemas.microsoft.com/office/drawing/2014/main" id="{D8679C95-3A30-3F40-D623-1A323CD134A8}"/>
              </a:ext>
            </a:extLst>
          </p:cNvPr>
          <p:cNvSpPr/>
          <p:nvPr/>
        </p:nvSpPr>
        <p:spPr>
          <a:xfrm>
            <a:off x="10497195" y="4782138"/>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1" name="TextBox 160">
            <a:extLst>
              <a:ext uri="{FF2B5EF4-FFF2-40B4-BE49-F238E27FC236}">
                <a16:creationId xmlns:a16="http://schemas.microsoft.com/office/drawing/2014/main" id="{4C7C8432-158A-1459-DBDC-542221F0B31E}"/>
              </a:ext>
            </a:extLst>
          </p:cNvPr>
          <p:cNvSpPr txBox="1"/>
          <p:nvPr/>
        </p:nvSpPr>
        <p:spPr>
          <a:xfrm>
            <a:off x="10586730" y="449084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177" name="Rectangle 176">
            <a:extLst>
              <a:ext uri="{FF2B5EF4-FFF2-40B4-BE49-F238E27FC236}">
                <a16:creationId xmlns:a16="http://schemas.microsoft.com/office/drawing/2014/main" id="{A7B3742C-A49F-7ACE-EBAE-687ADD1D6CF1}"/>
              </a:ext>
            </a:extLst>
          </p:cNvPr>
          <p:cNvSpPr/>
          <p:nvPr/>
        </p:nvSpPr>
        <p:spPr>
          <a:xfrm>
            <a:off x="9886018" y="4481926"/>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2" name="TextBox 171">
            <a:extLst>
              <a:ext uri="{FF2B5EF4-FFF2-40B4-BE49-F238E27FC236}">
                <a16:creationId xmlns:a16="http://schemas.microsoft.com/office/drawing/2014/main" id="{D2D3D5C9-6A20-ECEC-F563-37279E99E4D7}"/>
              </a:ext>
            </a:extLst>
          </p:cNvPr>
          <p:cNvSpPr txBox="1"/>
          <p:nvPr/>
        </p:nvSpPr>
        <p:spPr>
          <a:xfrm>
            <a:off x="9895907" y="449258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179" name="Rectangle 178">
            <a:extLst>
              <a:ext uri="{FF2B5EF4-FFF2-40B4-BE49-F238E27FC236}">
                <a16:creationId xmlns:a16="http://schemas.microsoft.com/office/drawing/2014/main" id="{1B805C2A-FF84-1FC3-4282-FF281D59F564}"/>
              </a:ext>
            </a:extLst>
          </p:cNvPr>
          <p:cNvSpPr/>
          <p:nvPr/>
        </p:nvSpPr>
        <p:spPr>
          <a:xfrm>
            <a:off x="10493052" y="6138453"/>
            <a:ext cx="528792"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76" name="TextBox 175">
            <a:extLst>
              <a:ext uri="{FF2B5EF4-FFF2-40B4-BE49-F238E27FC236}">
                <a16:creationId xmlns:a16="http://schemas.microsoft.com/office/drawing/2014/main" id="{B1DB8FCA-814F-114B-5236-D36A53AFC846}"/>
              </a:ext>
            </a:extLst>
          </p:cNvPr>
          <p:cNvSpPr txBox="1"/>
          <p:nvPr/>
        </p:nvSpPr>
        <p:spPr>
          <a:xfrm>
            <a:off x="10586730" y="585232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81" name="Rectangle 180">
            <a:extLst>
              <a:ext uri="{FF2B5EF4-FFF2-40B4-BE49-F238E27FC236}">
                <a16:creationId xmlns:a16="http://schemas.microsoft.com/office/drawing/2014/main" id="{392327C1-FA7A-3E35-494F-E909888F59D8}"/>
              </a:ext>
            </a:extLst>
          </p:cNvPr>
          <p:cNvSpPr/>
          <p:nvPr/>
        </p:nvSpPr>
        <p:spPr>
          <a:xfrm>
            <a:off x="7925359" y="6117622"/>
            <a:ext cx="319032" cy="31583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2" name="Rectangle 181">
            <a:extLst>
              <a:ext uri="{FF2B5EF4-FFF2-40B4-BE49-F238E27FC236}">
                <a16:creationId xmlns:a16="http://schemas.microsoft.com/office/drawing/2014/main" id="{ED584754-EFFB-458D-0A32-E84102B33E23}"/>
              </a:ext>
            </a:extLst>
          </p:cNvPr>
          <p:cNvSpPr/>
          <p:nvPr/>
        </p:nvSpPr>
        <p:spPr>
          <a:xfrm>
            <a:off x="7739196" y="4478600"/>
            <a:ext cx="537475" cy="60207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3" name="Rectangle 182">
            <a:extLst>
              <a:ext uri="{FF2B5EF4-FFF2-40B4-BE49-F238E27FC236}">
                <a16:creationId xmlns:a16="http://schemas.microsoft.com/office/drawing/2014/main" id="{5D59A1A6-BAF9-3FF6-EEFE-945F994EDE6E}"/>
              </a:ext>
            </a:extLst>
          </p:cNvPr>
          <p:cNvSpPr/>
          <p:nvPr/>
        </p:nvSpPr>
        <p:spPr>
          <a:xfrm>
            <a:off x="9081886" y="4840992"/>
            <a:ext cx="248060" cy="27699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84" name="TextBox 183">
            <a:extLst>
              <a:ext uri="{FF2B5EF4-FFF2-40B4-BE49-F238E27FC236}">
                <a16:creationId xmlns:a16="http://schemas.microsoft.com/office/drawing/2014/main" id="{89FC8A6A-7207-52A1-5E6D-C530BB1217EE}"/>
              </a:ext>
            </a:extLst>
          </p:cNvPr>
          <p:cNvSpPr txBox="1"/>
          <p:nvPr/>
        </p:nvSpPr>
        <p:spPr>
          <a:xfrm>
            <a:off x="9183464" y="311080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202" name="Rectangle 201">
            <a:extLst>
              <a:ext uri="{FF2B5EF4-FFF2-40B4-BE49-F238E27FC236}">
                <a16:creationId xmlns:a16="http://schemas.microsoft.com/office/drawing/2014/main" id="{0BCC1E1B-A8E3-ADE9-7C6C-FD966DD68E0B}"/>
              </a:ext>
            </a:extLst>
          </p:cNvPr>
          <p:cNvSpPr/>
          <p:nvPr/>
        </p:nvSpPr>
        <p:spPr>
          <a:xfrm>
            <a:off x="9531664" y="1029903"/>
            <a:ext cx="17696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3" name="Rectangle 202">
            <a:extLst>
              <a:ext uri="{FF2B5EF4-FFF2-40B4-BE49-F238E27FC236}">
                <a16:creationId xmlns:a16="http://schemas.microsoft.com/office/drawing/2014/main" id="{CF23C6B5-6561-5917-A3AB-26E16DB25C84}"/>
              </a:ext>
            </a:extLst>
          </p:cNvPr>
          <p:cNvSpPr/>
          <p:nvPr/>
        </p:nvSpPr>
        <p:spPr>
          <a:xfrm>
            <a:off x="8089011" y="3101388"/>
            <a:ext cx="269265" cy="17089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4" name="Rectangle 203">
            <a:extLst>
              <a:ext uri="{FF2B5EF4-FFF2-40B4-BE49-F238E27FC236}">
                <a16:creationId xmlns:a16="http://schemas.microsoft.com/office/drawing/2014/main" id="{02AF9BA1-39DC-176F-0A92-97F435ED8753}"/>
              </a:ext>
            </a:extLst>
          </p:cNvPr>
          <p:cNvSpPr/>
          <p:nvPr/>
        </p:nvSpPr>
        <p:spPr>
          <a:xfrm>
            <a:off x="9323552" y="1473811"/>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6" name="Rectangle 205">
            <a:extLst>
              <a:ext uri="{FF2B5EF4-FFF2-40B4-BE49-F238E27FC236}">
                <a16:creationId xmlns:a16="http://schemas.microsoft.com/office/drawing/2014/main" id="{E36FE2D7-B7AC-43A1-D245-B7AC1C78622F}"/>
              </a:ext>
            </a:extLst>
          </p:cNvPr>
          <p:cNvSpPr/>
          <p:nvPr/>
        </p:nvSpPr>
        <p:spPr>
          <a:xfrm>
            <a:off x="9164233" y="1097984"/>
            <a:ext cx="505926" cy="54233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5" name="TextBox 204">
            <a:extLst>
              <a:ext uri="{FF2B5EF4-FFF2-40B4-BE49-F238E27FC236}">
                <a16:creationId xmlns:a16="http://schemas.microsoft.com/office/drawing/2014/main" id="{33719A79-E434-7A3A-7132-DB19870C3404}"/>
              </a:ext>
            </a:extLst>
          </p:cNvPr>
          <p:cNvSpPr txBox="1"/>
          <p:nvPr/>
        </p:nvSpPr>
        <p:spPr>
          <a:xfrm>
            <a:off x="9205916" y="105554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07" name="Rectangle 206">
            <a:extLst>
              <a:ext uri="{FF2B5EF4-FFF2-40B4-BE49-F238E27FC236}">
                <a16:creationId xmlns:a16="http://schemas.microsoft.com/office/drawing/2014/main" id="{B560A7CD-D423-2B05-E657-61316B544ACF}"/>
              </a:ext>
            </a:extLst>
          </p:cNvPr>
          <p:cNvSpPr/>
          <p:nvPr/>
        </p:nvSpPr>
        <p:spPr>
          <a:xfrm>
            <a:off x="10721121" y="126982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8" name="Rectangle 207">
            <a:extLst>
              <a:ext uri="{FF2B5EF4-FFF2-40B4-BE49-F238E27FC236}">
                <a16:creationId xmlns:a16="http://schemas.microsoft.com/office/drawing/2014/main" id="{BD1956A4-AE4D-450B-CC73-7A78D5BFB834}"/>
              </a:ext>
            </a:extLst>
          </p:cNvPr>
          <p:cNvSpPr/>
          <p:nvPr/>
        </p:nvSpPr>
        <p:spPr>
          <a:xfrm>
            <a:off x="10012088" y="1261170"/>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9" name="Rectangle 208">
            <a:extLst>
              <a:ext uri="{FF2B5EF4-FFF2-40B4-BE49-F238E27FC236}">
                <a16:creationId xmlns:a16="http://schemas.microsoft.com/office/drawing/2014/main" id="{BA77615D-29D7-D03F-0AA3-115D446492EB}"/>
              </a:ext>
            </a:extLst>
          </p:cNvPr>
          <p:cNvSpPr/>
          <p:nvPr/>
        </p:nvSpPr>
        <p:spPr>
          <a:xfrm>
            <a:off x="7030717" y="1057034"/>
            <a:ext cx="370771" cy="36255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4" name="Rectangle 213">
            <a:extLst>
              <a:ext uri="{FF2B5EF4-FFF2-40B4-BE49-F238E27FC236}">
                <a16:creationId xmlns:a16="http://schemas.microsoft.com/office/drawing/2014/main" id="{766505CA-6811-1FC3-49CB-72750672C564}"/>
              </a:ext>
            </a:extLst>
          </p:cNvPr>
          <p:cNvSpPr/>
          <p:nvPr/>
        </p:nvSpPr>
        <p:spPr>
          <a:xfrm>
            <a:off x="6370453" y="1047327"/>
            <a:ext cx="384368" cy="40863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5" name="Rectangle 214">
            <a:extLst>
              <a:ext uri="{FF2B5EF4-FFF2-40B4-BE49-F238E27FC236}">
                <a16:creationId xmlns:a16="http://schemas.microsoft.com/office/drawing/2014/main" id="{0AFBAEE6-7F8B-2A9C-A4E8-BB9C20EEA3B0}"/>
              </a:ext>
            </a:extLst>
          </p:cNvPr>
          <p:cNvSpPr/>
          <p:nvPr/>
        </p:nvSpPr>
        <p:spPr>
          <a:xfrm>
            <a:off x="9323552" y="193031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6" name="Rectangle 215">
            <a:extLst>
              <a:ext uri="{FF2B5EF4-FFF2-40B4-BE49-F238E27FC236}">
                <a16:creationId xmlns:a16="http://schemas.microsoft.com/office/drawing/2014/main" id="{2AF580F5-98EB-254B-2B51-D33F47C23472}"/>
              </a:ext>
            </a:extLst>
          </p:cNvPr>
          <p:cNvSpPr/>
          <p:nvPr/>
        </p:nvSpPr>
        <p:spPr>
          <a:xfrm>
            <a:off x="9339046" y="4727614"/>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7" name="Rectangle 216">
            <a:extLst>
              <a:ext uri="{FF2B5EF4-FFF2-40B4-BE49-F238E27FC236}">
                <a16:creationId xmlns:a16="http://schemas.microsoft.com/office/drawing/2014/main" id="{C3EF5645-A03F-DA63-7637-16CDBF7FE386}"/>
              </a:ext>
            </a:extLst>
          </p:cNvPr>
          <p:cNvSpPr/>
          <p:nvPr/>
        </p:nvSpPr>
        <p:spPr>
          <a:xfrm>
            <a:off x="9322056" y="5384307"/>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8" name="Rectangle 217">
            <a:extLst>
              <a:ext uri="{FF2B5EF4-FFF2-40B4-BE49-F238E27FC236}">
                <a16:creationId xmlns:a16="http://schemas.microsoft.com/office/drawing/2014/main" id="{2D7176F9-1BE1-DF40-91B2-C84216F15159}"/>
              </a:ext>
            </a:extLst>
          </p:cNvPr>
          <p:cNvSpPr/>
          <p:nvPr/>
        </p:nvSpPr>
        <p:spPr>
          <a:xfrm>
            <a:off x="8649373" y="1948775"/>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9" name="Rectangle 218">
            <a:extLst>
              <a:ext uri="{FF2B5EF4-FFF2-40B4-BE49-F238E27FC236}">
                <a16:creationId xmlns:a16="http://schemas.microsoft.com/office/drawing/2014/main" id="{7C4DD4FB-A9C1-28A8-22B1-9614B3418ED4}"/>
              </a:ext>
            </a:extLst>
          </p:cNvPr>
          <p:cNvSpPr/>
          <p:nvPr/>
        </p:nvSpPr>
        <p:spPr>
          <a:xfrm>
            <a:off x="8446560" y="542502"/>
            <a:ext cx="568535" cy="32159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2" name="Rectangle 221">
            <a:extLst>
              <a:ext uri="{FF2B5EF4-FFF2-40B4-BE49-F238E27FC236}">
                <a16:creationId xmlns:a16="http://schemas.microsoft.com/office/drawing/2014/main" id="{D2B33FC8-C282-59EC-9C55-C4592F026A53}"/>
              </a:ext>
            </a:extLst>
          </p:cNvPr>
          <p:cNvSpPr/>
          <p:nvPr/>
        </p:nvSpPr>
        <p:spPr>
          <a:xfrm>
            <a:off x="9297447" y="5529840"/>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3" name="Rectangle 222">
            <a:extLst>
              <a:ext uri="{FF2B5EF4-FFF2-40B4-BE49-F238E27FC236}">
                <a16:creationId xmlns:a16="http://schemas.microsoft.com/office/drawing/2014/main" id="{512D3BA0-E671-74C3-F357-40290739E3E0}"/>
              </a:ext>
            </a:extLst>
          </p:cNvPr>
          <p:cNvSpPr/>
          <p:nvPr/>
        </p:nvSpPr>
        <p:spPr>
          <a:xfrm>
            <a:off x="9452395" y="4850958"/>
            <a:ext cx="229229" cy="2297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4" name="TextBox 223">
            <a:extLst>
              <a:ext uri="{FF2B5EF4-FFF2-40B4-BE49-F238E27FC236}">
                <a16:creationId xmlns:a16="http://schemas.microsoft.com/office/drawing/2014/main" id="{6381C123-414C-FAFB-0F56-7D262E3CA9AA}"/>
              </a:ext>
            </a:extLst>
          </p:cNvPr>
          <p:cNvSpPr txBox="1"/>
          <p:nvPr/>
        </p:nvSpPr>
        <p:spPr>
          <a:xfrm>
            <a:off x="9183464" y="44807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25" name="TextBox 224">
            <a:extLst>
              <a:ext uri="{FF2B5EF4-FFF2-40B4-BE49-F238E27FC236}">
                <a16:creationId xmlns:a16="http://schemas.microsoft.com/office/drawing/2014/main" id="{795B0AFA-3E86-F7B7-7118-1E9A2244070B}"/>
              </a:ext>
            </a:extLst>
          </p:cNvPr>
          <p:cNvSpPr txBox="1"/>
          <p:nvPr/>
        </p:nvSpPr>
        <p:spPr>
          <a:xfrm>
            <a:off x="9191361" y="5158492"/>
            <a:ext cx="412292" cy="584775"/>
          </a:xfrm>
          <a:prstGeom prst="rect">
            <a:avLst/>
          </a:prstGeom>
          <a:noFill/>
        </p:spPr>
        <p:txBody>
          <a:bodyPr wrap="none" rtlCol="0">
            <a:spAutoFit/>
          </a:bodyPr>
          <a:lstStyle/>
          <a:p>
            <a:r>
              <a:rPr lang="en-TW" sz="3200">
                <a:latin typeface="Arial" panose="020B0604020202020204" pitchFamily="34" charset="0"/>
                <a:cs typeface="Arial" panose="020B0604020202020204" pitchFamily="34" charset="0"/>
              </a:rPr>
              <a:t>8</a:t>
            </a:r>
            <a:endParaRPr lang="en-TW" sz="3200" dirty="0">
              <a:latin typeface="Arial" panose="020B0604020202020204" pitchFamily="34" charset="0"/>
              <a:cs typeface="Arial" panose="020B0604020202020204" pitchFamily="34" charset="0"/>
            </a:endParaRPr>
          </a:p>
        </p:txBody>
      </p:sp>
      <p:sp>
        <p:nvSpPr>
          <p:cNvPr id="228" name="Rectangle 227">
            <a:extLst>
              <a:ext uri="{FF2B5EF4-FFF2-40B4-BE49-F238E27FC236}">
                <a16:creationId xmlns:a16="http://schemas.microsoft.com/office/drawing/2014/main" id="{C8860A68-4F1C-9DA5-E809-82C02EC64EAD}"/>
              </a:ext>
            </a:extLst>
          </p:cNvPr>
          <p:cNvSpPr/>
          <p:nvPr/>
        </p:nvSpPr>
        <p:spPr>
          <a:xfrm>
            <a:off x="8099275" y="4799893"/>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29" name="Rectangle 228">
            <a:extLst>
              <a:ext uri="{FF2B5EF4-FFF2-40B4-BE49-F238E27FC236}">
                <a16:creationId xmlns:a16="http://schemas.microsoft.com/office/drawing/2014/main" id="{91403988-2CF2-DD0B-A09B-915069F58805}"/>
              </a:ext>
            </a:extLst>
          </p:cNvPr>
          <p:cNvSpPr/>
          <p:nvPr/>
        </p:nvSpPr>
        <p:spPr>
          <a:xfrm>
            <a:off x="9129279" y="2027245"/>
            <a:ext cx="48892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0" name="TextBox 229">
            <a:extLst>
              <a:ext uri="{FF2B5EF4-FFF2-40B4-BE49-F238E27FC236}">
                <a16:creationId xmlns:a16="http://schemas.microsoft.com/office/drawing/2014/main" id="{1B5601BA-D55A-3553-2531-7CD21E7C3197}"/>
              </a:ext>
            </a:extLst>
          </p:cNvPr>
          <p:cNvSpPr txBox="1"/>
          <p:nvPr/>
        </p:nvSpPr>
        <p:spPr>
          <a:xfrm>
            <a:off x="9204247"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31" name="Rectangle 230">
            <a:extLst>
              <a:ext uri="{FF2B5EF4-FFF2-40B4-BE49-F238E27FC236}">
                <a16:creationId xmlns:a16="http://schemas.microsoft.com/office/drawing/2014/main" id="{4107C2FA-08B2-7D63-CFE9-EE416485CDBB}"/>
              </a:ext>
            </a:extLst>
          </p:cNvPr>
          <p:cNvSpPr/>
          <p:nvPr/>
        </p:nvSpPr>
        <p:spPr>
          <a:xfrm>
            <a:off x="7712934" y="2182214"/>
            <a:ext cx="229229" cy="14385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3" name="Rectangle 232">
            <a:extLst>
              <a:ext uri="{FF2B5EF4-FFF2-40B4-BE49-F238E27FC236}">
                <a16:creationId xmlns:a16="http://schemas.microsoft.com/office/drawing/2014/main" id="{14B33B9E-0993-FF86-51A4-725060ABE9BD}"/>
              </a:ext>
            </a:extLst>
          </p:cNvPr>
          <p:cNvSpPr/>
          <p:nvPr/>
        </p:nvSpPr>
        <p:spPr>
          <a:xfrm>
            <a:off x="7071889" y="400694"/>
            <a:ext cx="566297" cy="57994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4" name="TextBox 233">
            <a:extLst>
              <a:ext uri="{FF2B5EF4-FFF2-40B4-BE49-F238E27FC236}">
                <a16:creationId xmlns:a16="http://schemas.microsoft.com/office/drawing/2014/main" id="{BDA8A307-699D-600A-E0A1-98AE6F512079}"/>
              </a:ext>
            </a:extLst>
          </p:cNvPr>
          <p:cNvSpPr txBox="1"/>
          <p:nvPr/>
        </p:nvSpPr>
        <p:spPr>
          <a:xfrm>
            <a:off x="7145332" y="3996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35" name="Rectangle 234">
            <a:extLst>
              <a:ext uri="{FF2B5EF4-FFF2-40B4-BE49-F238E27FC236}">
                <a16:creationId xmlns:a16="http://schemas.microsoft.com/office/drawing/2014/main" id="{C8F335C3-4138-1526-F2AA-00497921C890}"/>
              </a:ext>
            </a:extLst>
          </p:cNvPr>
          <p:cNvSpPr/>
          <p:nvPr/>
        </p:nvSpPr>
        <p:spPr>
          <a:xfrm>
            <a:off x="7045756" y="1723232"/>
            <a:ext cx="566297" cy="5884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6" name="TextBox 235">
            <a:extLst>
              <a:ext uri="{FF2B5EF4-FFF2-40B4-BE49-F238E27FC236}">
                <a16:creationId xmlns:a16="http://schemas.microsoft.com/office/drawing/2014/main" id="{DF49BC09-9C00-6A89-5BD2-ACB18C4912F2}"/>
              </a:ext>
            </a:extLst>
          </p:cNvPr>
          <p:cNvSpPr txBox="1"/>
          <p:nvPr/>
        </p:nvSpPr>
        <p:spPr>
          <a:xfrm>
            <a:off x="7131829" y="17407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37" name="Rectangle 236">
            <a:extLst>
              <a:ext uri="{FF2B5EF4-FFF2-40B4-BE49-F238E27FC236}">
                <a16:creationId xmlns:a16="http://schemas.microsoft.com/office/drawing/2014/main" id="{AEC6FC8C-EBBB-5886-960E-8A1D817DA6B0}"/>
              </a:ext>
            </a:extLst>
          </p:cNvPr>
          <p:cNvSpPr/>
          <p:nvPr/>
        </p:nvSpPr>
        <p:spPr>
          <a:xfrm>
            <a:off x="8531610" y="419017"/>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39" name="Rectangle 238">
            <a:extLst>
              <a:ext uri="{FF2B5EF4-FFF2-40B4-BE49-F238E27FC236}">
                <a16:creationId xmlns:a16="http://schemas.microsoft.com/office/drawing/2014/main" id="{D8ED5100-5F5F-EAF2-9D4A-2D427DBAA0F3}"/>
              </a:ext>
            </a:extLst>
          </p:cNvPr>
          <p:cNvSpPr/>
          <p:nvPr/>
        </p:nvSpPr>
        <p:spPr>
          <a:xfrm>
            <a:off x="9772012" y="419017"/>
            <a:ext cx="416971" cy="49937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0" name="Rectangle 239">
            <a:extLst>
              <a:ext uri="{FF2B5EF4-FFF2-40B4-BE49-F238E27FC236}">
                <a16:creationId xmlns:a16="http://schemas.microsoft.com/office/drawing/2014/main" id="{04DD5F92-255E-CCE3-ABFB-B5206AF83DF0}"/>
              </a:ext>
            </a:extLst>
          </p:cNvPr>
          <p:cNvSpPr/>
          <p:nvPr/>
        </p:nvSpPr>
        <p:spPr>
          <a:xfrm>
            <a:off x="7912272" y="415730"/>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1" name="Rectangle 240">
            <a:extLst>
              <a:ext uri="{FF2B5EF4-FFF2-40B4-BE49-F238E27FC236}">
                <a16:creationId xmlns:a16="http://schemas.microsoft.com/office/drawing/2014/main" id="{3B0D5131-EEEA-300E-940B-36CA00755A5F}"/>
              </a:ext>
            </a:extLst>
          </p:cNvPr>
          <p:cNvSpPr/>
          <p:nvPr/>
        </p:nvSpPr>
        <p:spPr>
          <a:xfrm>
            <a:off x="7254089" y="106833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2" name="Rectangle 241">
            <a:extLst>
              <a:ext uri="{FF2B5EF4-FFF2-40B4-BE49-F238E27FC236}">
                <a16:creationId xmlns:a16="http://schemas.microsoft.com/office/drawing/2014/main" id="{3F6C1301-457E-D71C-A092-F5C83898146E}"/>
              </a:ext>
            </a:extLst>
          </p:cNvPr>
          <p:cNvSpPr/>
          <p:nvPr/>
        </p:nvSpPr>
        <p:spPr>
          <a:xfrm>
            <a:off x="10134881" y="2176406"/>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3" name="Rectangle 242">
            <a:extLst>
              <a:ext uri="{FF2B5EF4-FFF2-40B4-BE49-F238E27FC236}">
                <a16:creationId xmlns:a16="http://schemas.microsoft.com/office/drawing/2014/main" id="{F8EA2E08-39C7-520A-3EA2-F8B237708A7F}"/>
              </a:ext>
            </a:extLst>
          </p:cNvPr>
          <p:cNvSpPr/>
          <p:nvPr/>
        </p:nvSpPr>
        <p:spPr>
          <a:xfrm>
            <a:off x="10827615" y="2170145"/>
            <a:ext cx="263686" cy="1564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4" name="Rectangle 243">
            <a:extLst>
              <a:ext uri="{FF2B5EF4-FFF2-40B4-BE49-F238E27FC236}">
                <a16:creationId xmlns:a16="http://schemas.microsoft.com/office/drawing/2014/main" id="{C699844A-FC86-F507-31EC-1E785F2B27DB}"/>
              </a:ext>
            </a:extLst>
          </p:cNvPr>
          <p:cNvSpPr/>
          <p:nvPr/>
        </p:nvSpPr>
        <p:spPr>
          <a:xfrm>
            <a:off x="7724906" y="423661"/>
            <a:ext cx="619394" cy="55343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5" name="TextBox 244">
            <a:extLst>
              <a:ext uri="{FF2B5EF4-FFF2-40B4-BE49-F238E27FC236}">
                <a16:creationId xmlns:a16="http://schemas.microsoft.com/office/drawing/2014/main" id="{201E6257-18EC-A863-6F5F-ADE5009A4504}"/>
              </a:ext>
            </a:extLst>
          </p:cNvPr>
          <p:cNvSpPr txBox="1"/>
          <p:nvPr/>
        </p:nvSpPr>
        <p:spPr>
          <a:xfrm>
            <a:off x="7816188" y="39162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246" name="Rectangle 245">
            <a:extLst>
              <a:ext uri="{FF2B5EF4-FFF2-40B4-BE49-F238E27FC236}">
                <a16:creationId xmlns:a16="http://schemas.microsoft.com/office/drawing/2014/main" id="{820E42AB-8C41-5135-8233-82585BD4287E}"/>
              </a:ext>
            </a:extLst>
          </p:cNvPr>
          <p:cNvSpPr/>
          <p:nvPr/>
        </p:nvSpPr>
        <p:spPr>
          <a:xfrm>
            <a:off x="8422303" y="4496467"/>
            <a:ext cx="542248" cy="4251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7" name="TextBox 246">
            <a:extLst>
              <a:ext uri="{FF2B5EF4-FFF2-40B4-BE49-F238E27FC236}">
                <a16:creationId xmlns:a16="http://schemas.microsoft.com/office/drawing/2014/main" id="{C2A69587-58D1-FC98-0A17-E30F428555BC}"/>
              </a:ext>
            </a:extLst>
          </p:cNvPr>
          <p:cNvSpPr txBox="1"/>
          <p:nvPr/>
        </p:nvSpPr>
        <p:spPr>
          <a:xfrm>
            <a:off x="8532543" y="448423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48" name="Rectangle 247">
            <a:extLst>
              <a:ext uri="{FF2B5EF4-FFF2-40B4-BE49-F238E27FC236}">
                <a16:creationId xmlns:a16="http://schemas.microsoft.com/office/drawing/2014/main" id="{9177F8EB-3728-BC6B-36C3-512FF56BAA85}"/>
              </a:ext>
            </a:extLst>
          </p:cNvPr>
          <p:cNvSpPr/>
          <p:nvPr/>
        </p:nvSpPr>
        <p:spPr>
          <a:xfrm>
            <a:off x="6370452" y="4489456"/>
            <a:ext cx="458786" cy="44439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49" name="Rectangle 248">
            <a:extLst>
              <a:ext uri="{FF2B5EF4-FFF2-40B4-BE49-F238E27FC236}">
                <a16:creationId xmlns:a16="http://schemas.microsoft.com/office/drawing/2014/main" id="{0C4C4746-D243-C887-B50A-9CD5CFF0EE26}"/>
              </a:ext>
            </a:extLst>
          </p:cNvPr>
          <p:cNvSpPr/>
          <p:nvPr/>
        </p:nvSpPr>
        <p:spPr>
          <a:xfrm>
            <a:off x="5734158" y="4492587"/>
            <a:ext cx="541795" cy="57294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1" name="Rectangle 250">
            <a:extLst>
              <a:ext uri="{FF2B5EF4-FFF2-40B4-BE49-F238E27FC236}">
                <a16:creationId xmlns:a16="http://schemas.microsoft.com/office/drawing/2014/main" id="{FD95D967-A67E-1EEF-F03E-E54A8C69DB34}"/>
              </a:ext>
            </a:extLst>
          </p:cNvPr>
          <p:cNvSpPr/>
          <p:nvPr/>
        </p:nvSpPr>
        <p:spPr>
          <a:xfrm>
            <a:off x="7727488" y="5856466"/>
            <a:ext cx="543937" cy="57699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0" name="TextBox 249">
            <a:extLst>
              <a:ext uri="{FF2B5EF4-FFF2-40B4-BE49-F238E27FC236}">
                <a16:creationId xmlns:a16="http://schemas.microsoft.com/office/drawing/2014/main" id="{110196DE-1910-F473-F14B-36BA871CF150}"/>
              </a:ext>
            </a:extLst>
          </p:cNvPr>
          <p:cNvSpPr txBox="1"/>
          <p:nvPr/>
        </p:nvSpPr>
        <p:spPr>
          <a:xfrm>
            <a:off x="7840218" y="583283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52" name="TextBox 251">
            <a:extLst>
              <a:ext uri="{FF2B5EF4-FFF2-40B4-BE49-F238E27FC236}">
                <a16:creationId xmlns:a16="http://schemas.microsoft.com/office/drawing/2014/main" id="{BA224AF2-4DCA-0DE1-B099-1AFAFB24470B}"/>
              </a:ext>
            </a:extLst>
          </p:cNvPr>
          <p:cNvSpPr txBox="1"/>
          <p:nvPr/>
        </p:nvSpPr>
        <p:spPr>
          <a:xfrm>
            <a:off x="6440183" y="44943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53" name="TextBox 252">
            <a:extLst>
              <a:ext uri="{FF2B5EF4-FFF2-40B4-BE49-F238E27FC236}">
                <a16:creationId xmlns:a16="http://schemas.microsoft.com/office/drawing/2014/main" id="{5B086FF2-9B3A-DA73-5BDC-0E87B66AC092}"/>
              </a:ext>
            </a:extLst>
          </p:cNvPr>
          <p:cNvSpPr txBox="1"/>
          <p:nvPr/>
        </p:nvSpPr>
        <p:spPr>
          <a:xfrm>
            <a:off x="7839786" y="449436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4" name="TextBox 253">
            <a:extLst>
              <a:ext uri="{FF2B5EF4-FFF2-40B4-BE49-F238E27FC236}">
                <a16:creationId xmlns:a16="http://schemas.microsoft.com/office/drawing/2014/main" id="{4BFDE95B-A002-AEF5-F1AC-1ECA0E053CF2}"/>
              </a:ext>
            </a:extLst>
          </p:cNvPr>
          <p:cNvSpPr txBox="1"/>
          <p:nvPr/>
        </p:nvSpPr>
        <p:spPr>
          <a:xfrm>
            <a:off x="8515602" y="584606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56" name="Rectangle 255">
            <a:extLst>
              <a:ext uri="{FF2B5EF4-FFF2-40B4-BE49-F238E27FC236}">
                <a16:creationId xmlns:a16="http://schemas.microsoft.com/office/drawing/2014/main" id="{2B742E71-7317-5CB4-0DCB-00C44D46D9AA}"/>
              </a:ext>
            </a:extLst>
          </p:cNvPr>
          <p:cNvSpPr/>
          <p:nvPr/>
        </p:nvSpPr>
        <p:spPr>
          <a:xfrm>
            <a:off x="5683358" y="5874644"/>
            <a:ext cx="463017" cy="43873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7" name="TextBox 256">
            <a:extLst>
              <a:ext uri="{FF2B5EF4-FFF2-40B4-BE49-F238E27FC236}">
                <a16:creationId xmlns:a16="http://schemas.microsoft.com/office/drawing/2014/main" id="{450C6E93-9ADB-FF8C-83C5-93A81F3A0DA5}"/>
              </a:ext>
            </a:extLst>
          </p:cNvPr>
          <p:cNvSpPr txBox="1"/>
          <p:nvPr/>
        </p:nvSpPr>
        <p:spPr>
          <a:xfrm>
            <a:off x="5777460" y="582523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58" name="Rectangle 257">
            <a:extLst>
              <a:ext uri="{FF2B5EF4-FFF2-40B4-BE49-F238E27FC236}">
                <a16:creationId xmlns:a16="http://schemas.microsoft.com/office/drawing/2014/main" id="{428B6A53-9B88-0083-107D-3990498B6CAA}"/>
              </a:ext>
            </a:extLst>
          </p:cNvPr>
          <p:cNvSpPr/>
          <p:nvPr/>
        </p:nvSpPr>
        <p:spPr>
          <a:xfrm>
            <a:off x="5859231" y="4495990"/>
            <a:ext cx="250078"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9" name="TextBox 258">
            <a:extLst>
              <a:ext uri="{FF2B5EF4-FFF2-40B4-BE49-F238E27FC236}">
                <a16:creationId xmlns:a16="http://schemas.microsoft.com/office/drawing/2014/main" id="{D303BABD-70F8-5DAF-09E7-B41F813AF242}"/>
              </a:ext>
            </a:extLst>
          </p:cNvPr>
          <p:cNvSpPr txBox="1"/>
          <p:nvPr/>
        </p:nvSpPr>
        <p:spPr>
          <a:xfrm>
            <a:off x="5772021" y="449564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60" name="Rectangle 259">
            <a:extLst>
              <a:ext uri="{FF2B5EF4-FFF2-40B4-BE49-F238E27FC236}">
                <a16:creationId xmlns:a16="http://schemas.microsoft.com/office/drawing/2014/main" id="{F2A6B3C4-FEBC-00D2-A002-D84C4C5B858E}"/>
              </a:ext>
            </a:extLst>
          </p:cNvPr>
          <p:cNvSpPr/>
          <p:nvPr/>
        </p:nvSpPr>
        <p:spPr>
          <a:xfrm>
            <a:off x="5715384" y="5172343"/>
            <a:ext cx="541795" cy="4842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1" name="Rectangle 260">
            <a:extLst>
              <a:ext uri="{FF2B5EF4-FFF2-40B4-BE49-F238E27FC236}">
                <a16:creationId xmlns:a16="http://schemas.microsoft.com/office/drawing/2014/main" id="{62E4E071-8535-BA35-6D2A-10F53E468759}"/>
              </a:ext>
            </a:extLst>
          </p:cNvPr>
          <p:cNvSpPr/>
          <p:nvPr/>
        </p:nvSpPr>
        <p:spPr>
          <a:xfrm>
            <a:off x="7050930" y="5158858"/>
            <a:ext cx="541795" cy="535786"/>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2" name="Rectangle 261">
            <a:extLst>
              <a:ext uri="{FF2B5EF4-FFF2-40B4-BE49-F238E27FC236}">
                <a16:creationId xmlns:a16="http://schemas.microsoft.com/office/drawing/2014/main" id="{AB09237B-8653-38E9-466E-5F582648ECD5}"/>
              </a:ext>
            </a:extLst>
          </p:cNvPr>
          <p:cNvSpPr/>
          <p:nvPr/>
        </p:nvSpPr>
        <p:spPr>
          <a:xfrm>
            <a:off x="6570479" y="813919"/>
            <a:ext cx="159319" cy="17352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160" name="TextBox 159">
            <a:extLst>
              <a:ext uri="{FF2B5EF4-FFF2-40B4-BE49-F238E27FC236}">
                <a16:creationId xmlns:a16="http://schemas.microsoft.com/office/drawing/2014/main" id="{34E05BA3-A96A-3829-2820-71CC780071F3}"/>
              </a:ext>
            </a:extLst>
          </p:cNvPr>
          <p:cNvSpPr txBox="1"/>
          <p:nvPr/>
        </p:nvSpPr>
        <p:spPr>
          <a:xfrm>
            <a:off x="5778598" y="17390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100" name="TextBox 99">
            <a:extLst>
              <a:ext uri="{FF2B5EF4-FFF2-40B4-BE49-F238E27FC236}">
                <a16:creationId xmlns:a16="http://schemas.microsoft.com/office/drawing/2014/main" id="{FB671A5F-4509-9435-368F-4133812513FE}"/>
              </a:ext>
            </a:extLst>
          </p:cNvPr>
          <p:cNvSpPr txBox="1"/>
          <p:nvPr/>
        </p:nvSpPr>
        <p:spPr>
          <a:xfrm>
            <a:off x="6475978" y="311079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8</a:t>
            </a:r>
          </a:p>
        </p:txBody>
      </p:sp>
      <p:sp>
        <p:nvSpPr>
          <p:cNvPr id="200" name="Rectangle 199">
            <a:extLst>
              <a:ext uri="{FF2B5EF4-FFF2-40B4-BE49-F238E27FC236}">
                <a16:creationId xmlns:a16="http://schemas.microsoft.com/office/drawing/2014/main" id="{F66DA9B4-649B-7B97-07C3-D20E78A4D6B5}"/>
              </a:ext>
            </a:extLst>
          </p:cNvPr>
          <p:cNvSpPr/>
          <p:nvPr/>
        </p:nvSpPr>
        <p:spPr>
          <a:xfrm>
            <a:off x="7738351" y="1733907"/>
            <a:ext cx="405080" cy="57885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01" name="Rectangle 200">
            <a:extLst>
              <a:ext uri="{FF2B5EF4-FFF2-40B4-BE49-F238E27FC236}">
                <a16:creationId xmlns:a16="http://schemas.microsoft.com/office/drawing/2014/main" id="{EC3F4FCC-3810-C9BF-995A-D8B7B5637663}"/>
              </a:ext>
            </a:extLst>
          </p:cNvPr>
          <p:cNvSpPr/>
          <p:nvPr/>
        </p:nvSpPr>
        <p:spPr>
          <a:xfrm>
            <a:off x="5908515" y="3429735"/>
            <a:ext cx="248059"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0" name="Rectangle 209">
            <a:extLst>
              <a:ext uri="{FF2B5EF4-FFF2-40B4-BE49-F238E27FC236}">
                <a16:creationId xmlns:a16="http://schemas.microsoft.com/office/drawing/2014/main" id="{A3DA62EE-D6C6-7A6A-FDEE-57252E056EF2}"/>
              </a:ext>
            </a:extLst>
          </p:cNvPr>
          <p:cNvSpPr/>
          <p:nvPr/>
        </p:nvSpPr>
        <p:spPr>
          <a:xfrm>
            <a:off x="7738350" y="5152758"/>
            <a:ext cx="588151" cy="66422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1" name="TextBox 210">
            <a:extLst>
              <a:ext uri="{FF2B5EF4-FFF2-40B4-BE49-F238E27FC236}">
                <a16:creationId xmlns:a16="http://schemas.microsoft.com/office/drawing/2014/main" id="{61AE0495-7413-5E20-45C4-B132B7BBAF31}"/>
              </a:ext>
            </a:extLst>
          </p:cNvPr>
          <p:cNvSpPr txBox="1"/>
          <p:nvPr/>
        </p:nvSpPr>
        <p:spPr>
          <a:xfrm>
            <a:off x="7827292" y="520935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87" name="TextBox 86">
            <a:extLst>
              <a:ext uri="{FF2B5EF4-FFF2-40B4-BE49-F238E27FC236}">
                <a16:creationId xmlns:a16="http://schemas.microsoft.com/office/drawing/2014/main" id="{404D358F-EB5E-AF71-889E-B6D4B9B7EFAE}"/>
              </a:ext>
            </a:extLst>
          </p:cNvPr>
          <p:cNvSpPr txBox="1"/>
          <p:nvPr/>
        </p:nvSpPr>
        <p:spPr>
          <a:xfrm>
            <a:off x="5779830" y="310913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198" name="TextBox 197">
            <a:extLst>
              <a:ext uri="{FF2B5EF4-FFF2-40B4-BE49-F238E27FC236}">
                <a16:creationId xmlns:a16="http://schemas.microsoft.com/office/drawing/2014/main" id="{84FB9A89-C7E5-E215-0296-FE70D7CF311B}"/>
              </a:ext>
            </a:extLst>
          </p:cNvPr>
          <p:cNvSpPr txBox="1"/>
          <p:nvPr/>
        </p:nvSpPr>
        <p:spPr>
          <a:xfrm>
            <a:off x="5777460" y="518567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199" name="TextBox 198">
            <a:extLst>
              <a:ext uri="{FF2B5EF4-FFF2-40B4-BE49-F238E27FC236}">
                <a16:creationId xmlns:a16="http://schemas.microsoft.com/office/drawing/2014/main" id="{BF576340-9758-E914-796B-9C9CBEF8296F}"/>
              </a:ext>
            </a:extLst>
          </p:cNvPr>
          <p:cNvSpPr txBox="1"/>
          <p:nvPr/>
        </p:nvSpPr>
        <p:spPr>
          <a:xfrm>
            <a:off x="7126007" y="5194938"/>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13" name="Rectangle 212">
            <a:extLst>
              <a:ext uri="{FF2B5EF4-FFF2-40B4-BE49-F238E27FC236}">
                <a16:creationId xmlns:a16="http://schemas.microsoft.com/office/drawing/2014/main" id="{AD212BF5-0BF3-4A84-5982-6CA589262610}"/>
              </a:ext>
            </a:extLst>
          </p:cNvPr>
          <p:cNvSpPr/>
          <p:nvPr/>
        </p:nvSpPr>
        <p:spPr>
          <a:xfrm>
            <a:off x="8439998" y="1737052"/>
            <a:ext cx="355298" cy="361804"/>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12" name="TextBox 211">
            <a:extLst>
              <a:ext uri="{FF2B5EF4-FFF2-40B4-BE49-F238E27FC236}">
                <a16:creationId xmlns:a16="http://schemas.microsoft.com/office/drawing/2014/main" id="{C22F714E-3D68-9067-1CAF-32581DB421BA}"/>
              </a:ext>
            </a:extLst>
          </p:cNvPr>
          <p:cNvSpPr txBox="1"/>
          <p:nvPr/>
        </p:nvSpPr>
        <p:spPr>
          <a:xfrm>
            <a:off x="8519339" y="174792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20" name="TextBox 219">
            <a:extLst>
              <a:ext uri="{FF2B5EF4-FFF2-40B4-BE49-F238E27FC236}">
                <a16:creationId xmlns:a16="http://schemas.microsoft.com/office/drawing/2014/main" id="{CBB8F5F4-5D50-1977-B31F-BC0E8E3FF743}"/>
              </a:ext>
            </a:extLst>
          </p:cNvPr>
          <p:cNvSpPr txBox="1"/>
          <p:nvPr/>
        </p:nvSpPr>
        <p:spPr>
          <a:xfrm>
            <a:off x="7151487" y="312778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7</a:t>
            </a:r>
          </a:p>
        </p:txBody>
      </p:sp>
      <p:sp>
        <p:nvSpPr>
          <p:cNvPr id="221" name="TextBox 220">
            <a:extLst>
              <a:ext uri="{FF2B5EF4-FFF2-40B4-BE49-F238E27FC236}">
                <a16:creationId xmlns:a16="http://schemas.microsoft.com/office/drawing/2014/main" id="{F90850B2-5831-6050-5F65-9F9C60620F03}"/>
              </a:ext>
            </a:extLst>
          </p:cNvPr>
          <p:cNvSpPr txBox="1"/>
          <p:nvPr/>
        </p:nvSpPr>
        <p:spPr>
          <a:xfrm>
            <a:off x="7137365" y="104732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26" name="TextBox 225">
            <a:extLst>
              <a:ext uri="{FF2B5EF4-FFF2-40B4-BE49-F238E27FC236}">
                <a16:creationId xmlns:a16="http://schemas.microsoft.com/office/drawing/2014/main" id="{A189145F-9D74-1C32-12E8-73D5D652BDD2}"/>
              </a:ext>
            </a:extLst>
          </p:cNvPr>
          <p:cNvSpPr txBox="1"/>
          <p:nvPr/>
        </p:nvSpPr>
        <p:spPr>
          <a:xfrm>
            <a:off x="6464774" y="1051382"/>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27" name="TextBox 226">
            <a:extLst>
              <a:ext uri="{FF2B5EF4-FFF2-40B4-BE49-F238E27FC236}">
                <a16:creationId xmlns:a16="http://schemas.microsoft.com/office/drawing/2014/main" id="{58BB1A13-2D3F-FD12-38D9-9244BCBC1B4B}"/>
              </a:ext>
            </a:extLst>
          </p:cNvPr>
          <p:cNvSpPr txBox="1"/>
          <p:nvPr/>
        </p:nvSpPr>
        <p:spPr>
          <a:xfrm>
            <a:off x="8514020" y="389620"/>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32" name="TextBox 231">
            <a:extLst>
              <a:ext uri="{FF2B5EF4-FFF2-40B4-BE49-F238E27FC236}">
                <a16:creationId xmlns:a16="http://schemas.microsoft.com/office/drawing/2014/main" id="{F993FE5D-2C3B-7BFE-5DE4-20D07607815F}"/>
              </a:ext>
            </a:extLst>
          </p:cNvPr>
          <p:cNvSpPr txBox="1"/>
          <p:nvPr/>
        </p:nvSpPr>
        <p:spPr>
          <a:xfrm>
            <a:off x="7833190" y="1744297"/>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38" name="Rectangle 237">
            <a:extLst>
              <a:ext uri="{FF2B5EF4-FFF2-40B4-BE49-F238E27FC236}">
                <a16:creationId xmlns:a16="http://schemas.microsoft.com/office/drawing/2014/main" id="{4E68F95B-1408-6B4D-0EB2-41D78C2C2181}"/>
              </a:ext>
            </a:extLst>
          </p:cNvPr>
          <p:cNvSpPr/>
          <p:nvPr/>
        </p:nvSpPr>
        <p:spPr>
          <a:xfrm>
            <a:off x="7759434" y="1051382"/>
            <a:ext cx="578352" cy="55760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55" name="Rectangle 254">
            <a:extLst>
              <a:ext uri="{FF2B5EF4-FFF2-40B4-BE49-F238E27FC236}">
                <a16:creationId xmlns:a16="http://schemas.microsoft.com/office/drawing/2014/main" id="{4225C43C-12A4-7D03-B35F-D5BAFF04D153}"/>
              </a:ext>
            </a:extLst>
          </p:cNvPr>
          <p:cNvSpPr/>
          <p:nvPr/>
        </p:nvSpPr>
        <p:spPr>
          <a:xfrm>
            <a:off x="7766450" y="1061194"/>
            <a:ext cx="430006"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3" name="Rectangle 262">
            <a:extLst>
              <a:ext uri="{FF2B5EF4-FFF2-40B4-BE49-F238E27FC236}">
                <a16:creationId xmlns:a16="http://schemas.microsoft.com/office/drawing/2014/main" id="{37F089C8-7A36-0777-3F47-C0821E9C8C13}"/>
              </a:ext>
            </a:extLst>
          </p:cNvPr>
          <p:cNvSpPr/>
          <p:nvPr/>
        </p:nvSpPr>
        <p:spPr>
          <a:xfrm>
            <a:off x="6349799" y="569142"/>
            <a:ext cx="233941" cy="30545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4" name="Rectangle 263">
            <a:extLst>
              <a:ext uri="{FF2B5EF4-FFF2-40B4-BE49-F238E27FC236}">
                <a16:creationId xmlns:a16="http://schemas.microsoft.com/office/drawing/2014/main" id="{EC3A4A11-BF4E-2EF2-FE93-68DF1B324983}"/>
              </a:ext>
            </a:extLst>
          </p:cNvPr>
          <p:cNvSpPr/>
          <p:nvPr/>
        </p:nvSpPr>
        <p:spPr>
          <a:xfrm>
            <a:off x="10012088" y="544978"/>
            <a:ext cx="401559" cy="447508"/>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5" name="Rectangle 264">
            <a:extLst>
              <a:ext uri="{FF2B5EF4-FFF2-40B4-BE49-F238E27FC236}">
                <a16:creationId xmlns:a16="http://schemas.microsoft.com/office/drawing/2014/main" id="{3ED6127C-A87E-41B1-2518-36D78FEC0ABA}"/>
              </a:ext>
            </a:extLst>
          </p:cNvPr>
          <p:cNvSpPr/>
          <p:nvPr/>
        </p:nvSpPr>
        <p:spPr>
          <a:xfrm>
            <a:off x="10640477" y="561477"/>
            <a:ext cx="458708" cy="41291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6" name="Rectangle 265">
            <a:extLst>
              <a:ext uri="{FF2B5EF4-FFF2-40B4-BE49-F238E27FC236}">
                <a16:creationId xmlns:a16="http://schemas.microsoft.com/office/drawing/2014/main" id="{B5FDC98C-E603-A559-A098-D385C40BEF7F}"/>
              </a:ext>
            </a:extLst>
          </p:cNvPr>
          <p:cNvSpPr/>
          <p:nvPr/>
        </p:nvSpPr>
        <p:spPr>
          <a:xfrm>
            <a:off x="9782734" y="1938993"/>
            <a:ext cx="238025" cy="19878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7" name="Rectangle 266">
            <a:extLst>
              <a:ext uri="{FF2B5EF4-FFF2-40B4-BE49-F238E27FC236}">
                <a16:creationId xmlns:a16="http://schemas.microsoft.com/office/drawing/2014/main" id="{FAE23F9F-1080-D85F-5A28-CC61DC85AE9A}"/>
              </a:ext>
            </a:extLst>
          </p:cNvPr>
          <p:cNvSpPr/>
          <p:nvPr/>
        </p:nvSpPr>
        <p:spPr>
          <a:xfrm>
            <a:off x="9796348" y="1068335"/>
            <a:ext cx="429691" cy="412547"/>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8" name="Rectangle 267">
            <a:extLst>
              <a:ext uri="{FF2B5EF4-FFF2-40B4-BE49-F238E27FC236}">
                <a16:creationId xmlns:a16="http://schemas.microsoft.com/office/drawing/2014/main" id="{2E20B9E5-0416-771F-AE96-4675BFA5BEC8}"/>
              </a:ext>
            </a:extLst>
          </p:cNvPr>
          <p:cNvSpPr/>
          <p:nvPr/>
        </p:nvSpPr>
        <p:spPr>
          <a:xfrm>
            <a:off x="8452913" y="3116277"/>
            <a:ext cx="586258" cy="612612"/>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69" name="TextBox 268">
            <a:extLst>
              <a:ext uri="{FF2B5EF4-FFF2-40B4-BE49-F238E27FC236}">
                <a16:creationId xmlns:a16="http://schemas.microsoft.com/office/drawing/2014/main" id="{158A321C-5140-F746-466A-23E2A0E03B7F}"/>
              </a:ext>
            </a:extLst>
          </p:cNvPr>
          <p:cNvSpPr txBox="1"/>
          <p:nvPr/>
        </p:nvSpPr>
        <p:spPr>
          <a:xfrm>
            <a:off x="6482648" y="38629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70" name="TextBox 269">
            <a:extLst>
              <a:ext uri="{FF2B5EF4-FFF2-40B4-BE49-F238E27FC236}">
                <a16:creationId xmlns:a16="http://schemas.microsoft.com/office/drawing/2014/main" id="{0FEB61F8-68CF-601D-5A26-05EA6B8F101B}"/>
              </a:ext>
            </a:extLst>
          </p:cNvPr>
          <p:cNvSpPr txBox="1"/>
          <p:nvPr/>
        </p:nvSpPr>
        <p:spPr>
          <a:xfrm>
            <a:off x="7837969" y="105433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3</a:t>
            </a:r>
          </a:p>
        </p:txBody>
      </p:sp>
      <p:sp>
        <p:nvSpPr>
          <p:cNvPr id="271" name="TextBox 270">
            <a:extLst>
              <a:ext uri="{FF2B5EF4-FFF2-40B4-BE49-F238E27FC236}">
                <a16:creationId xmlns:a16="http://schemas.microsoft.com/office/drawing/2014/main" id="{B7A647F3-584A-B946-729B-CB45C9058057}"/>
              </a:ext>
            </a:extLst>
          </p:cNvPr>
          <p:cNvSpPr txBox="1"/>
          <p:nvPr/>
        </p:nvSpPr>
        <p:spPr>
          <a:xfrm>
            <a:off x="8509145" y="310628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72" name="TextBox 271">
            <a:extLst>
              <a:ext uri="{FF2B5EF4-FFF2-40B4-BE49-F238E27FC236}">
                <a16:creationId xmlns:a16="http://schemas.microsoft.com/office/drawing/2014/main" id="{60C7AE52-41C5-0DAB-8B67-95B0DD8CB533}"/>
              </a:ext>
            </a:extLst>
          </p:cNvPr>
          <p:cNvSpPr txBox="1"/>
          <p:nvPr/>
        </p:nvSpPr>
        <p:spPr>
          <a:xfrm>
            <a:off x="9895907" y="105888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2</a:t>
            </a:r>
          </a:p>
        </p:txBody>
      </p:sp>
      <p:sp>
        <p:nvSpPr>
          <p:cNvPr id="273" name="TextBox 272">
            <a:extLst>
              <a:ext uri="{FF2B5EF4-FFF2-40B4-BE49-F238E27FC236}">
                <a16:creationId xmlns:a16="http://schemas.microsoft.com/office/drawing/2014/main" id="{65B6FB5A-C24E-CF4D-0F95-6A43B2054467}"/>
              </a:ext>
            </a:extLst>
          </p:cNvPr>
          <p:cNvSpPr txBox="1"/>
          <p:nvPr/>
        </p:nvSpPr>
        <p:spPr>
          <a:xfrm>
            <a:off x="10586658" y="1072039"/>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74" name="TextBox 273">
            <a:extLst>
              <a:ext uri="{FF2B5EF4-FFF2-40B4-BE49-F238E27FC236}">
                <a16:creationId xmlns:a16="http://schemas.microsoft.com/office/drawing/2014/main" id="{329AF0BA-8F51-99F6-2768-9C9E9CE45173}"/>
              </a:ext>
            </a:extLst>
          </p:cNvPr>
          <p:cNvSpPr txBox="1"/>
          <p:nvPr/>
        </p:nvSpPr>
        <p:spPr>
          <a:xfrm>
            <a:off x="10585094" y="38118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75" name="Rectangle 274">
            <a:extLst>
              <a:ext uri="{FF2B5EF4-FFF2-40B4-BE49-F238E27FC236}">
                <a16:creationId xmlns:a16="http://schemas.microsoft.com/office/drawing/2014/main" id="{D3A9953B-AEB6-4935-30EF-13E4E13E20E1}"/>
              </a:ext>
            </a:extLst>
          </p:cNvPr>
          <p:cNvSpPr/>
          <p:nvPr/>
        </p:nvSpPr>
        <p:spPr>
          <a:xfrm>
            <a:off x="9856860" y="1744624"/>
            <a:ext cx="458708" cy="429133"/>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78" name="Rectangle 277">
            <a:extLst>
              <a:ext uri="{FF2B5EF4-FFF2-40B4-BE49-F238E27FC236}">
                <a16:creationId xmlns:a16="http://schemas.microsoft.com/office/drawing/2014/main" id="{0A616CEB-FF2D-754B-70C3-32756D34518E}"/>
              </a:ext>
            </a:extLst>
          </p:cNvPr>
          <p:cNvSpPr/>
          <p:nvPr/>
        </p:nvSpPr>
        <p:spPr>
          <a:xfrm>
            <a:off x="7742077" y="3124642"/>
            <a:ext cx="592231" cy="534789"/>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79" name="Rectangle 278">
            <a:extLst>
              <a:ext uri="{FF2B5EF4-FFF2-40B4-BE49-F238E27FC236}">
                <a16:creationId xmlns:a16="http://schemas.microsoft.com/office/drawing/2014/main" id="{F7A501B7-3559-736E-3D66-EA0013FD37E8}"/>
              </a:ext>
            </a:extLst>
          </p:cNvPr>
          <p:cNvSpPr/>
          <p:nvPr/>
        </p:nvSpPr>
        <p:spPr>
          <a:xfrm>
            <a:off x="7076788" y="2425461"/>
            <a:ext cx="450476" cy="169565"/>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80" name="Rectangle 279">
            <a:extLst>
              <a:ext uri="{FF2B5EF4-FFF2-40B4-BE49-F238E27FC236}">
                <a16:creationId xmlns:a16="http://schemas.microsoft.com/office/drawing/2014/main" id="{1A6D8143-7158-A45A-5152-CBAA3DF17691}"/>
              </a:ext>
            </a:extLst>
          </p:cNvPr>
          <p:cNvSpPr/>
          <p:nvPr/>
        </p:nvSpPr>
        <p:spPr>
          <a:xfrm>
            <a:off x="5754348" y="2423463"/>
            <a:ext cx="450476" cy="364051"/>
          </a:xfrm>
          <a:prstGeom prst="rect">
            <a:avLst/>
          </a:prstGeom>
          <a:solidFill>
            <a:srgbClr val="FFFF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TW"/>
          </a:p>
        </p:txBody>
      </p:sp>
      <p:sp>
        <p:nvSpPr>
          <p:cNvPr id="277" name="TextBox 276">
            <a:extLst>
              <a:ext uri="{FF2B5EF4-FFF2-40B4-BE49-F238E27FC236}">
                <a16:creationId xmlns:a16="http://schemas.microsoft.com/office/drawing/2014/main" id="{844BD31F-1E4C-01F3-2694-73BFAC19EFC2}"/>
              </a:ext>
            </a:extLst>
          </p:cNvPr>
          <p:cNvSpPr txBox="1"/>
          <p:nvPr/>
        </p:nvSpPr>
        <p:spPr>
          <a:xfrm>
            <a:off x="7126007" y="244026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81" name="TextBox 280">
            <a:extLst>
              <a:ext uri="{FF2B5EF4-FFF2-40B4-BE49-F238E27FC236}">
                <a16:creationId xmlns:a16="http://schemas.microsoft.com/office/drawing/2014/main" id="{093386DC-701E-E697-0185-7914AC2FF9AA}"/>
              </a:ext>
            </a:extLst>
          </p:cNvPr>
          <p:cNvSpPr txBox="1"/>
          <p:nvPr/>
        </p:nvSpPr>
        <p:spPr>
          <a:xfrm>
            <a:off x="5772330" y="241627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84" name="Title 1">
            <a:extLst>
              <a:ext uri="{FF2B5EF4-FFF2-40B4-BE49-F238E27FC236}">
                <a16:creationId xmlns:a16="http://schemas.microsoft.com/office/drawing/2014/main" id="{B3FCB3B2-4C3A-1550-1AEA-7833EC77F7FB}"/>
              </a:ext>
            </a:extLst>
          </p:cNvPr>
          <p:cNvSpPr>
            <a:spLocks noGrp="1"/>
          </p:cNvSpPr>
          <p:nvPr>
            <p:ph type="ctrTitle"/>
          </p:nvPr>
        </p:nvSpPr>
        <p:spPr>
          <a:xfrm>
            <a:off x="745318" y="1288650"/>
            <a:ext cx="4077767" cy="2423914"/>
          </a:xfrm>
        </p:spPr>
        <p:txBody>
          <a:bodyPr>
            <a:noAutofit/>
          </a:bodyPr>
          <a:lstStyle/>
          <a:p>
            <a:pPr>
              <a:tabLst>
                <a:tab pos="395288" algn="l"/>
              </a:tabLst>
            </a:pPr>
            <a:r>
              <a:rPr lang="en-US" sz="5400" b="1" dirty="0">
                <a:solidFill>
                  <a:srgbClr val="272727"/>
                </a:solidFill>
                <a:effectLst/>
                <a:latin typeface="Playfair Display Black" pitchFamily="2" charset="77"/>
              </a:rPr>
              <a:t>SUDOKU</a:t>
            </a:r>
            <a:br>
              <a:rPr lang="en-US" sz="2400" b="1" dirty="0">
                <a:solidFill>
                  <a:srgbClr val="272727"/>
                </a:solidFill>
                <a:effectLst/>
                <a:latin typeface="Playfair Display Black" pitchFamily="2" charset="77"/>
              </a:rPr>
            </a:br>
            <a:r>
              <a:rPr lang="en-US" sz="4800" b="1" i="1" dirty="0">
                <a:solidFill>
                  <a:srgbClr val="272727"/>
                </a:solidFill>
                <a:effectLst/>
                <a:latin typeface="Playfair Display Black" pitchFamily="2" charset="77"/>
              </a:rPr>
              <a:t>Techniques</a:t>
            </a:r>
            <a:endParaRPr lang="en-TW" sz="4800" b="1" i="1" dirty="0">
              <a:latin typeface="Playfair Display Black" pitchFamily="2" charset="77"/>
            </a:endParaRPr>
          </a:p>
        </p:txBody>
      </p:sp>
      <p:sp>
        <p:nvSpPr>
          <p:cNvPr id="285" name="TextBox 284">
            <a:extLst>
              <a:ext uri="{FF2B5EF4-FFF2-40B4-BE49-F238E27FC236}">
                <a16:creationId xmlns:a16="http://schemas.microsoft.com/office/drawing/2014/main" id="{EC2AC81E-9847-0F90-1FC1-6ABA3920E36C}"/>
              </a:ext>
            </a:extLst>
          </p:cNvPr>
          <p:cNvSpPr txBox="1"/>
          <p:nvPr/>
        </p:nvSpPr>
        <p:spPr>
          <a:xfrm>
            <a:off x="7824776" y="3119021"/>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6</a:t>
            </a:r>
          </a:p>
        </p:txBody>
      </p:sp>
      <p:sp>
        <p:nvSpPr>
          <p:cNvPr id="286" name="TextBox 285">
            <a:extLst>
              <a:ext uri="{FF2B5EF4-FFF2-40B4-BE49-F238E27FC236}">
                <a16:creationId xmlns:a16="http://schemas.microsoft.com/office/drawing/2014/main" id="{A999C05F-077C-0B04-A44C-E7F0AAD93753}"/>
              </a:ext>
            </a:extLst>
          </p:cNvPr>
          <p:cNvSpPr txBox="1"/>
          <p:nvPr/>
        </p:nvSpPr>
        <p:spPr>
          <a:xfrm>
            <a:off x="9897607" y="39965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4</a:t>
            </a:r>
          </a:p>
        </p:txBody>
      </p:sp>
      <p:sp>
        <p:nvSpPr>
          <p:cNvPr id="287" name="TextBox 286">
            <a:extLst>
              <a:ext uri="{FF2B5EF4-FFF2-40B4-BE49-F238E27FC236}">
                <a16:creationId xmlns:a16="http://schemas.microsoft.com/office/drawing/2014/main" id="{8D9F2524-5B14-7A15-C00A-0BFE1ED7CDB2}"/>
              </a:ext>
            </a:extLst>
          </p:cNvPr>
          <p:cNvSpPr txBox="1"/>
          <p:nvPr/>
        </p:nvSpPr>
        <p:spPr>
          <a:xfrm>
            <a:off x="9886288" y="1734163"/>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
        <p:nvSpPr>
          <p:cNvPr id="288" name="TextBox 287">
            <a:extLst>
              <a:ext uri="{FF2B5EF4-FFF2-40B4-BE49-F238E27FC236}">
                <a16:creationId xmlns:a16="http://schemas.microsoft.com/office/drawing/2014/main" id="{6A9DEAF8-1426-F0AA-8789-C86542156F15}"/>
              </a:ext>
            </a:extLst>
          </p:cNvPr>
          <p:cNvSpPr txBox="1"/>
          <p:nvPr/>
        </p:nvSpPr>
        <p:spPr>
          <a:xfrm>
            <a:off x="10585094" y="171967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1</a:t>
            </a:r>
          </a:p>
        </p:txBody>
      </p:sp>
      <p:sp>
        <p:nvSpPr>
          <p:cNvPr id="289" name="TextBox 288">
            <a:extLst>
              <a:ext uri="{FF2B5EF4-FFF2-40B4-BE49-F238E27FC236}">
                <a16:creationId xmlns:a16="http://schemas.microsoft.com/office/drawing/2014/main" id="{29CE175A-081E-DD05-4E16-4315D58ADE7B}"/>
              </a:ext>
            </a:extLst>
          </p:cNvPr>
          <p:cNvSpPr txBox="1"/>
          <p:nvPr/>
        </p:nvSpPr>
        <p:spPr>
          <a:xfrm>
            <a:off x="9884617" y="3109605"/>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9</a:t>
            </a:r>
          </a:p>
        </p:txBody>
      </p:sp>
      <p:sp>
        <p:nvSpPr>
          <p:cNvPr id="290" name="TextBox 289">
            <a:extLst>
              <a:ext uri="{FF2B5EF4-FFF2-40B4-BE49-F238E27FC236}">
                <a16:creationId xmlns:a16="http://schemas.microsoft.com/office/drawing/2014/main" id="{A534C015-3EF9-DB3C-E43C-30B73D7C8825}"/>
              </a:ext>
            </a:extLst>
          </p:cNvPr>
          <p:cNvSpPr txBox="1"/>
          <p:nvPr/>
        </p:nvSpPr>
        <p:spPr>
          <a:xfrm>
            <a:off x="10567423" y="3112894"/>
            <a:ext cx="412292" cy="584775"/>
          </a:xfrm>
          <a:prstGeom prst="rect">
            <a:avLst/>
          </a:prstGeom>
          <a:noFill/>
        </p:spPr>
        <p:txBody>
          <a:bodyPr wrap="none" rtlCol="0">
            <a:spAutoFit/>
          </a:bodyPr>
          <a:lstStyle/>
          <a:p>
            <a:r>
              <a:rPr lang="en-TW" sz="3200" dirty="0">
                <a:latin typeface="Arial" panose="020B0604020202020204" pitchFamily="34" charset="0"/>
                <a:cs typeface="Arial" panose="020B0604020202020204" pitchFamily="34" charset="0"/>
              </a:rPr>
              <a:t>5</a:t>
            </a:r>
          </a:p>
        </p:txBody>
      </p:sp>
    </p:spTree>
    <p:extLst>
      <p:ext uri="{BB962C8B-B14F-4D97-AF65-F5344CB8AC3E}">
        <p14:creationId xmlns:p14="http://schemas.microsoft.com/office/powerpoint/2010/main" val="1452102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TotalTime>
  <Words>5858</Words>
  <Application>Microsoft Macintosh PowerPoint</Application>
  <PresentationFormat>Widescreen</PresentationFormat>
  <Paragraphs>3654</Paragraphs>
  <Slides>38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38</vt:i4>
      </vt:variant>
    </vt:vector>
  </HeadingPairs>
  <TitlesOfParts>
    <vt:vector size="49" baseType="lpstr">
      <vt:lpstr>Arial</vt:lpstr>
      <vt:lpstr>Calibri</vt:lpstr>
      <vt:lpstr>Calibri Light</vt:lpstr>
      <vt:lpstr>Cambria Math</vt:lpstr>
      <vt:lpstr>Garamond</vt:lpstr>
      <vt:lpstr>Lato</vt:lpstr>
      <vt:lpstr>Lato Black</vt:lpstr>
      <vt:lpstr>Open Sans</vt:lpstr>
      <vt:lpstr>Playfair Display Black</vt:lpstr>
      <vt:lpstr>Playfair Display SemiBold</vt:lpstr>
      <vt:lpstr>Office Theme</vt:lpstr>
      <vt:lpstr>SUDOKU Techniques</vt:lpstr>
      <vt:lpstr>SUDOKU Techniques</vt:lpstr>
      <vt:lpstr>SUDOKU Techniques</vt:lpstr>
      <vt:lpstr>SUDOKU Techniques</vt:lpstr>
      <vt:lpstr>PowerPoint Presentation</vt:lpstr>
      <vt:lpstr>SUDOKU Techniques</vt:lpstr>
      <vt:lpstr>SUDOKU Techniques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SUDOKU Techniques</vt:lpstr>
      <vt:lpstr>SUDOKU Techniques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SUDOKU Techniques</dc:title>
  <dc:creator>Matthew Ethan</dc:creator>
  <cp:lastModifiedBy>Matthew Ethan</cp:lastModifiedBy>
  <cp:revision>4</cp:revision>
  <dcterms:created xsi:type="dcterms:W3CDTF">2024-12-18T22:34:30Z</dcterms:created>
  <dcterms:modified xsi:type="dcterms:W3CDTF">2024-12-19T05:29:11Z</dcterms:modified>
</cp:coreProperties>
</file>